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4.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notesMasterIdLst>
    <p:notesMasterId r:id="rId99"/>
  </p:notesMasterIdLst>
  <p:sldIdLst>
    <p:sldId id="1609" r:id="rId6"/>
    <p:sldId id="1611" r:id="rId7"/>
    <p:sldId id="1730" r:id="rId8"/>
    <p:sldId id="1732" r:id="rId9"/>
    <p:sldId id="1731" r:id="rId10"/>
    <p:sldId id="1733" r:id="rId11"/>
    <p:sldId id="1836" r:id="rId12"/>
    <p:sldId id="1736" r:id="rId13"/>
    <p:sldId id="1734" r:id="rId14"/>
    <p:sldId id="1738" r:id="rId15"/>
    <p:sldId id="1737" r:id="rId16"/>
    <p:sldId id="1739" r:id="rId17"/>
    <p:sldId id="1741" r:id="rId18"/>
    <p:sldId id="1742" r:id="rId19"/>
    <p:sldId id="1740" r:id="rId20"/>
    <p:sldId id="1744" r:id="rId21"/>
    <p:sldId id="1743" r:id="rId22"/>
    <p:sldId id="1745" r:id="rId23"/>
    <p:sldId id="1804" r:id="rId24"/>
    <p:sldId id="1837" r:id="rId25"/>
    <p:sldId id="1749" r:id="rId26"/>
    <p:sldId id="1751" r:id="rId27"/>
    <p:sldId id="1752" r:id="rId28"/>
    <p:sldId id="1753" r:id="rId29"/>
    <p:sldId id="1754" r:id="rId30"/>
    <p:sldId id="1755" r:id="rId31"/>
    <p:sldId id="1756" r:id="rId32"/>
    <p:sldId id="1757" r:id="rId33"/>
    <p:sldId id="1748" r:id="rId34"/>
    <p:sldId id="1758" r:id="rId35"/>
    <p:sldId id="1759" r:id="rId36"/>
    <p:sldId id="1761" r:id="rId37"/>
    <p:sldId id="1762" r:id="rId38"/>
    <p:sldId id="1760" r:id="rId39"/>
    <p:sldId id="1764" r:id="rId40"/>
    <p:sldId id="1765" r:id="rId41"/>
    <p:sldId id="1766" r:id="rId42"/>
    <p:sldId id="1767" r:id="rId43"/>
    <p:sldId id="1840" r:id="rId44"/>
    <p:sldId id="1806" r:id="rId45"/>
    <p:sldId id="1763" r:id="rId46"/>
    <p:sldId id="1771" r:id="rId47"/>
    <p:sldId id="1841" r:id="rId48"/>
    <p:sldId id="1773" r:id="rId49"/>
    <p:sldId id="1774" r:id="rId50"/>
    <p:sldId id="1775" r:id="rId51"/>
    <p:sldId id="1770" r:id="rId52"/>
    <p:sldId id="1777" r:id="rId53"/>
    <p:sldId id="1776" r:id="rId54"/>
    <p:sldId id="1778" r:id="rId55"/>
    <p:sldId id="1839" r:id="rId56"/>
    <p:sldId id="1780" r:id="rId57"/>
    <p:sldId id="1782" r:id="rId58"/>
    <p:sldId id="1783" r:id="rId59"/>
    <p:sldId id="1781" r:id="rId60"/>
    <p:sldId id="1785" r:id="rId61"/>
    <p:sldId id="1843" r:id="rId62"/>
    <p:sldId id="1786" r:id="rId63"/>
    <p:sldId id="1787" r:id="rId64"/>
    <p:sldId id="1788" r:id="rId65"/>
    <p:sldId id="1789" r:id="rId66"/>
    <p:sldId id="1790" r:id="rId67"/>
    <p:sldId id="1791" r:id="rId68"/>
    <p:sldId id="1792" r:id="rId69"/>
    <p:sldId id="1784" r:id="rId70"/>
    <p:sldId id="1793" r:id="rId71"/>
    <p:sldId id="1794" r:id="rId72"/>
    <p:sldId id="1796" r:id="rId73"/>
    <p:sldId id="1795" r:id="rId74"/>
    <p:sldId id="1798" r:id="rId75"/>
    <p:sldId id="1799" r:id="rId76"/>
    <p:sldId id="1800" r:id="rId77"/>
    <p:sldId id="1842" r:id="rId78"/>
    <p:sldId id="1610" r:id="rId79"/>
    <p:sldId id="1569" r:id="rId80"/>
    <p:sldId id="1803" r:id="rId81"/>
    <p:sldId id="1807" r:id="rId82"/>
    <p:sldId id="1808" r:id="rId83"/>
    <p:sldId id="1809" r:id="rId84"/>
    <p:sldId id="1829" r:id="rId85"/>
    <p:sldId id="1810" r:id="rId86"/>
    <p:sldId id="1811" r:id="rId87"/>
    <p:sldId id="1830" r:id="rId88"/>
    <p:sldId id="1812" r:id="rId89"/>
    <p:sldId id="1831" r:id="rId90"/>
    <p:sldId id="1832" r:id="rId91"/>
    <p:sldId id="1813" r:id="rId92"/>
    <p:sldId id="1814" r:id="rId93"/>
    <p:sldId id="1833" r:id="rId94"/>
    <p:sldId id="1834" r:id="rId95"/>
    <p:sldId id="1815" r:id="rId96"/>
    <p:sldId id="1816" r:id="rId97"/>
    <p:sldId id="1817" r:id="rId9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1609"/>
            <p14:sldId id="1611"/>
            <p14:sldId id="1730"/>
            <p14:sldId id="1732"/>
            <p14:sldId id="1731"/>
            <p14:sldId id="1733"/>
            <p14:sldId id="1836"/>
            <p14:sldId id="1736"/>
            <p14:sldId id="1734"/>
            <p14:sldId id="1738"/>
            <p14:sldId id="1737"/>
            <p14:sldId id="1739"/>
            <p14:sldId id="1741"/>
            <p14:sldId id="1742"/>
            <p14:sldId id="1740"/>
            <p14:sldId id="1744"/>
            <p14:sldId id="1743"/>
            <p14:sldId id="1745"/>
            <p14:sldId id="1804"/>
            <p14:sldId id="1837"/>
            <p14:sldId id="1749"/>
            <p14:sldId id="1751"/>
            <p14:sldId id="1752"/>
            <p14:sldId id="1753"/>
            <p14:sldId id="1754"/>
            <p14:sldId id="1755"/>
            <p14:sldId id="1756"/>
            <p14:sldId id="1757"/>
            <p14:sldId id="1748"/>
            <p14:sldId id="1758"/>
            <p14:sldId id="1759"/>
            <p14:sldId id="1761"/>
            <p14:sldId id="1762"/>
            <p14:sldId id="1760"/>
            <p14:sldId id="1764"/>
            <p14:sldId id="1765"/>
            <p14:sldId id="1766"/>
            <p14:sldId id="1767"/>
            <p14:sldId id="1840"/>
            <p14:sldId id="1806"/>
            <p14:sldId id="1763"/>
            <p14:sldId id="1771"/>
            <p14:sldId id="1841"/>
            <p14:sldId id="1773"/>
            <p14:sldId id="1774"/>
            <p14:sldId id="1775"/>
            <p14:sldId id="1770"/>
            <p14:sldId id="1777"/>
            <p14:sldId id="1776"/>
            <p14:sldId id="1778"/>
            <p14:sldId id="1839"/>
            <p14:sldId id="1780"/>
            <p14:sldId id="1782"/>
            <p14:sldId id="1783"/>
            <p14:sldId id="1781"/>
            <p14:sldId id="1785"/>
            <p14:sldId id="1843"/>
            <p14:sldId id="1786"/>
            <p14:sldId id="1787"/>
            <p14:sldId id="1788"/>
            <p14:sldId id="1789"/>
            <p14:sldId id="1790"/>
            <p14:sldId id="1791"/>
            <p14:sldId id="1792"/>
            <p14:sldId id="1784"/>
            <p14:sldId id="1793"/>
            <p14:sldId id="1794"/>
            <p14:sldId id="1796"/>
            <p14:sldId id="1795"/>
            <p14:sldId id="1798"/>
            <p14:sldId id="1799"/>
            <p14:sldId id="1800"/>
            <p14:sldId id="1842"/>
            <p14:sldId id="1610"/>
          </p14:sldIdLst>
        </p14:section>
        <p14:section name="Appendix: Image Descriptions for Unsighted Students" id="{627A5B15-E26C-493D-B00C-176E2450BB33}">
          <p14:sldIdLst>
            <p14:sldId id="1569"/>
            <p14:sldId id="1803"/>
            <p14:sldId id="1807"/>
            <p14:sldId id="1808"/>
            <p14:sldId id="1809"/>
            <p14:sldId id="1829"/>
            <p14:sldId id="1810"/>
            <p14:sldId id="1811"/>
            <p14:sldId id="1830"/>
            <p14:sldId id="1812"/>
            <p14:sldId id="1831"/>
            <p14:sldId id="1832"/>
            <p14:sldId id="1813"/>
            <p14:sldId id="1814"/>
            <p14:sldId id="1833"/>
            <p14:sldId id="1834"/>
            <p14:sldId id="1815"/>
            <p14:sldId id="1816"/>
            <p14:sldId id="1817"/>
          </p14:sldIdLst>
        </p14:section>
      </p14:sectionLst>
    </p:ext>
    <p:ext uri="{EFAFB233-063F-42B5-8137-9DF3F51BA10A}">
      <p15:sldGuideLst xmlns:p15="http://schemas.microsoft.com/office/powerpoint/2012/main">
        <p15:guide id="2" pos="2928" userDrawn="1">
          <p15:clr>
            <a:srgbClr val="A4A3A4"/>
          </p15:clr>
        </p15:guide>
        <p15:guide id="3" orient="horz" pos="2160" userDrawn="1">
          <p15:clr>
            <a:srgbClr val="A4A3A4"/>
          </p15:clr>
        </p15:guide>
        <p15:guide id="4" pos="5760" userDrawn="1">
          <p15:clr>
            <a:srgbClr val="A4A3A4"/>
          </p15:clr>
        </p15:guide>
        <p15:guide id="5" pos="456" userDrawn="1">
          <p15:clr>
            <a:srgbClr val="A4A3A4"/>
          </p15:clr>
        </p15:guide>
        <p15:guide id="6" orient="horz" pos="74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B66E976-31CE-7F6C-127D-2C8D549495A6}" name="Michaelammal M" initials="MM" userId="S::Michaelammal.Michael@straive.com::b485f173-2535-4c8e-aa94-fb9fb03f2278" providerId="AD"/>
  <p188:author id="{EE931FE8-A721-D06A-34AF-6112D65456EE}" name="Balamurugan  Yuvaraj" initials="BY" userId="S::Balamurugan.Yuvaraj@straive.com::6e630b42-7441-45c3-911f-e1223e1b098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 id="3" name="1769" initials="1" lastIdx="2" clrIdx="2">
    <p:extLst>
      <p:ext uri="{19B8F6BF-5375-455C-9EA6-DF929625EA0E}">
        <p15:presenceInfo xmlns:p15="http://schemas.microsoft.com/office/powerpoint/2012/main" userId="1769"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131A"/>
    <a:srgbClr val="002060"/>
    <a:srgbClr val="0080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41" autoAdjust="0"/>
    <p:restoredTop sz="94061" autoAdjust="0"/>
  </p:normalViewPr>
  <p:slideViewPr>
    <p:cSldViewPr snapToGrid="0" showGuides="1">
      <p:cViewPr varScale="1">
        <p:scale>
          <a:sx n="109" d="100"/>
          <a:sy n="109" d="100"/>
        </p:scale>
        <p:origin x="1830" y="318"/>
      </p:cViewPr>
      <p:guideLst>
        <p:guide pos="2928"/>
        <p:guide orient="horz" pos="2160"/>
        <p:guide pos="5760"/>
        <p:guide pos="456"/>
        <p:guide orient="horz" pos="744"/>
      </p:guideLst>
    </p:cSldViewPr>
  </p:slideViewPr>
  <p:outlineViewPr>
    <p:cViewPr>
      <p:scale>
        <a:sx n="33" d="100"/>
        <a:sy n="33" d="100"/>
      </p:scale>
      <p:origin x="0" y="-2148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80" d="100"/>
          <a:sy n="80" d="100"/>
        </p:scale>
        <p:origin x="3168" y="10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viewProps" Target="viewProps.xml"/><Relationship Id="rId5" Type="http://schemas.openxmlformats.org/officeDocument/2006/relationships/slideMaster" Target="slideMasters/slideMaster5.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theme" Target="theme/theme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notesMaster" Target="notesMasters/notesMaster1.xml"/><Relationship Id="rId10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tableStyles" Target="tableStyles.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commentAuthors" Target="commentAuthors.xml"/><Relationship Id="rId105" Type="http://schemas.microsoft.com/office/2018/10/relationships/authors" Target="author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3" Type="http://schemas.openxmlformats.org/officeDocument/2006/relationships/slideMaster" Target="slideMasters/slideMaster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0C1A02-B94D-44D6-8AA3-0DD14C84C13F}" type="datetimeFigureOut">
              <a:rPr lang="en-US" smtClean="0"/>
              <a:t>8/11/2025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9E8D09-9492-4554-9C8F-456CB81F32A8}" type="slidenum">
              <a:rPr lang="en-US" smtClean="0"/>
              <a:t>‹#›</a:t>
            </a:fld>
            <a:endParaRPr lang="en-US"/>
          </a:p>
        </p:txBody>
      </p:sp>
    </p:spTree>
    <p:extLst>
      <p:ext uri="{BB962C8B-B14F-4D97-AF65-F5344CB8AC3E}">
        <p14:creationId xmlns:p14="http://schemas.microsoft.com/office/powerpoint/2010/main" val="3020171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69E8D09-9492-4554-9C8F-456CB81F32A8}" type="slidenum">
              <a:rPr lang="en-US" smtClean="0"/>
              <a:t>20</a:t>
            </a:fld>
            <a:endParaRPr lang="en-US"/>
          </a:p>
        </p:txBody>
      </p:sp>
    </p:spTree>
    <p:extLst>
      <p:ext uri="{BB962C8B-B14F-4D97-AF65-F5344CB8AC3E}">
        <p14:creationId xmlns:p14="http://schemas.microsoft.com/office/powerpoint/2010/main" val="620783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A7A27-C7DA-4E20-8877-F9D8D7F61956}" type="slidenum">
              <a:rPr lang="en-US" smtClean="0"/>
              <a:t>74</a:t>
            </a:fld>
            <a:endParaRPr lang="en-US"/>
          </a:p>
        </p:txBody>
      </p:sp>
    </p:spTree>
    <p:extLst>
      <p:ext uri="{BB962C8B-B14F-4D97-AF65-F5344CB8AC3E}">
        <p14:creationId xmlns:p14="http://schemas.microsoft.com/office/powerpoint/2010/main" val="40057414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75</a:t>
            </a:fld>
            <a:endParaRPr lang="en-US"/>
          </a:p>
        </p:txBody>
      </p:sp>
    </p:spTree>
    <p:extLst>
      <p:ext uri="{BB962C8B-B14F-4D97-AF65-F5344CB8AC3E}">
        <p14:creationId xmlns:p14="http://schemas.microsoft.com/office/powerpoint/2010/main" val="13526994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76</a:t>
            </a:fld>
            <a:endParaRPr lang="en-US"/>
          </a:p>
        </p:txBody>
      </p:sp>
    </p:spTree>
    <p:extLst>
      <p:ext uri="{BB962C8B-B14F-4D97-AF65-F5344CB8AC3E}">
        <p14:creationId xmlns:p14="http://schemas.microsoft.com/office/powerpoint/2010/main" val="2568876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77</a:t>
            </a:fld>
            <a:endParaRPr lang="en-US"/>
          </a:p>
        </p:txBody>
      </p:sp>
    </p:spTree>
    <p:extLst>
      <p:ext uri="{BB962C8B-B14F-4D97-AF65-F5344CB8AC3E}">
        <p14:creationId xmlns:p14="http://schemas.microsoft.com/office/powerpoint/2010/main" val="5992282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78</a:t>
            </a:fld>
            <a:endParaRPr lang="en-US"/>
          </a:p>
        </p:txBody>
      </p:sp>
    </p:spTree>
    <p:extLst>
      <p:ext uri="{BB962C8B-B14F-4D97-AF65-F5344CB8AC3E}">
        <p14:creationId xmlns:p14="http://schemas.microsoft.com/office/powerpoint/2010/main" val="413757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79</a:t>
            </a:fld>
            <a:endParaRPr lang="en-US"/>
          </a:p>
        </p:txBody>
      </p:sp>
    </p:spTree>
    <p:extLst>
      <p:ext uri="{BB962C8B-B14F-4D97-AF65-F5344CB8AC3E}">
        <p14:creationId xmlns:p14="http://schemas.microsoft.com/office/powerpoint/2010/main" val="1956504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80</a:t>
            </a:fld>
            <a:endParaRPr lang="en-US"/>
          </a:p>
        </p:txBody>
      </p:sp>
    </p:spTree>
    <p:extLst>
      <p:ext uri="{BB962C8B-B14F-4D97-AF65-F5344CB8AC3E}">
        <p14:creationId xmlns:p14="http://schemas.microsoft.com/office/powerpoint/2010/main" val="8368741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81</a:t>
            </a:fld>
            <a:endParaRPr lang="en-US"/>
          </a:p>
        </p:txBody>
      </p:sp>
    </p:spTree>
    <p:extLst>
      <p:ext uri="{BB962C8B-B14F-4D97-AF65-F5344CB8AC3E}">
        <p14:creationId xmlns:p14="http://schemas.microsoft.com/office/powerpoint/2010/main" val="1065500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82</a:t>
            </a:fld>
            <a:endParaRPr lang="en-US"/>
          </a:p>
        </p:txBody>
      </p:sp>
    </p:spTree>
    <p:extLst>
      <p:ext uri="{BB962C8B-B14F-4D97-AF65-F5344CB8AC3E}">
        <p14:creationId xmlns:p14="http://schemas.microsoft.com/office/powerpoint/2010/main" val="36105796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83</a:t>
            </a:fld>
            <a:endParaRPr lang="en-US"/>
          </a:p>
        </p:txBody>
      </p:sp>
    </p:spTree>
    <p:extLst>
      <p:ext uri="{BB962C8B-B14F-4D97-AF65-F5344CB8AC3E}">
        <p14:creationId xmlns:p14="http://schemas.microsoft.com/office/powerpoint/2010/main" val="36940071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84</a:t>
            </a:fld>
            <a:endParaRPr lang="en-US"/>
          </a:p>
        </p:txBody>
      </p:sp>
    </p:spTree>
    <p:extLst>
      <p:ext uri="{BB962C8B-B14F-4D97-AF65-F5344CB8AC3E}">
        <p14:creationId xmlns:p14="http://schemas.microsoft.com/office/powerpoint/2010/main" val="17094043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85</a:t>
            </a:fld>
            <a:endParaRPr lang="en-US"/>
          </a:p>
        </p:txBody>
      </p:sp>
    </p:spTree>
    <p:extLst>
      <p:ext uri="{BB962C8B-B14F-4D97-AF65-F5344CB8AC3E}">
        <p14:creationId xmlns:p14="http://schemas.microsoft.com/office/powerpoint/2010/main" val="10615423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86</a:t>
            </a:fld>
            <a:endParaRPr lang="en-US"/>
          </a:p>
        </p:txBody>
      </p:sp>
    </p:spTree>
    <p:extLst>
      <p:ext uri="{BB962C8B-B14F-4D97-AF65-F5344CB8AC3E}">
        <p14:creationId xmlns:p14="http://schemas.microsoft.com/office/powerpoint/2010/main" val="3960067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87</a:t>
            </a:fld>
            <a:endParaRPr lang="en-US"/>
          </a:p>
        </p:txBody>
      </p:sp>
    </p:spTree>
    <p:extLst>
      <p:ext uri="{BB962C8B-B14F-4D97-AF65-F5344CB8AC3E}">
        <p14:creationId xmlns:p14="http://schemas.microsoft.com/office/powerpoint/2010/main" val="7607067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88</a:t>
            </a:fld>
            <a:endParaRPr lang="en-US"/>
          </a:p>
        </p:txBody>
      </p:sp>
    </p:spTree>
    <p:extLst>
      <p:ext uri="{BB962C8B-B14F-4D97-AF65-F5344CB8AC3E}">
        <p14:creationId xmlns:p14="http://schemas.microsoft.com/office/powerpoint/2010/main" val="11700855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89</a:t>
            </a:fld>
            <a:endParaRPr lang="en-US"/>
          </a:p>
        </p:txBody>
      </p:sp>
    </p:spTree>
    <p:extLst>
      <p:ext uri="{BB962C8B-B14F-4D97-AF65-F5344CB8AC3E}">
        <p14:creationId xmlns:p14="http://schemas.microsoft.com/office/powerpoint/2010/main" val="16824767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90</a:t>
            </a:fld>
            <a:endParaRPr lang="en-US"/>
          </a:p>
        </p:txBody>
      </p:sp>
    </p:spTree>
    <p:extLst>
      <p:ext uri="{BB962C8B-B14F-4D97-AF65-F5344CB8AC3E}">
        <p14:creationId xmlns:p14="http://schemas.microsoft.com/office/powerpoint/2010/main" val="23038440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91</a:t>
            </a:fld>
            <a:endParaRPr lang="en-US"/>
          </a:p>
        </p:txBody>
      </p:sp>
    </p:spTree>
    <p:extLst>
      <p:ext uri="{BB962C8B-B14F-4D97-AF65-F5344CB8AC3E}">
        <p14:creationId xmlns:p14="http://schemas.microsoft.com/office/powerpoint/2010/main" val="30503390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92</a:t>
            </a:fld>
            <a:endParaRPr lang="en-US"/>
          </a:p>
        </p:txBody>
      </p:sp>
    </p:spTree>
    <p:extLst>
      <p:ext uri="{BB962C8B-B14F-4D97-AF65-F5344CB8AC3E}">
        <p14:creationId xmlns:p14="http://schemas.microsoft.com/office/powerpoint/2010/main" val="41362013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969E8D09-9492-4554-9C8F-456CB81F32A8}" type="slidenum">
              <a:rPr lang="en-US" smtClean="0"/>
              <a:t>93</a:t>
            </a:fld>
            <a:endParaRPr lang="en-US"/>
          </a:p>
        </p:txBody>
      </p:sp>
    </p:spTree>
    <p:extLst>
      <p:ext uri="{BB962C8B-B14F-4D97-AF65-F5344CB8AC3E}">
        <p14:creationId xmlns:p14="http://schemas.microsoft.com/office/powerpoint/2010/main" val="15260675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5" name="Text Placeholder 4"/>
          <p:cNvSpPr>
            <a:spLocks noGrp="1"/>
          </p:cNvSpPr>
          <p:nvPr>
            <p:ph type="body" sz="quarter" idx="12" hasCustomPrompt="1"/>
          </p:nvPr>
        </p:nvSpPr>
        <p:spPr>
          <a:xfrm>
            <a:off x="174625" y="6515100"/>
            <a:ext cx="8861425" cy="249238"/>
          </a:xfrm>
          <a:prstGeom prst="rect">
            <a:avLst/>
          </a:prstGeom>
        </p:spPr>
        <p:txBody>
          <a:bodyPr/>
          <a:lstStyle>
            <a:lvl1pPr>
              <a:defRPr sz="1200"/>
            </a:lvl1pPr>
          </a:lstStyle>
          <a:p>
            <a:pPr lvl="0"/>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Content Placeholder 10">
            <a:extLst>
              <a:ext uri="{FF2B5EF4-FFF2-40B4-BE49-F238E27FC236}">
                <a16:creationId xmlns:a16="http://schemas.microsoft.com/office/drawing/2014/main" id="{0BEC4930-4E04-4FE8-BBF3-63ABA7AA5406}"/>
              </a:ext>
            </a:extLst>
          </p:cNvPr>
          <p:cNvSpPr>
            <a:spLocks noGrp="1"/>
          </p:cNvSpPr>
          <p:nvPr>
            <p:ph sz="quarter" idx="11"/>
          </p:nvPr>
        </p:nvSpPr>
        <p:spPr>
          <a:xfrm>
            <a:off x="342900" y="6535738"/>
            <a:ext cx="8616950" cy="2190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7B48F83F-7684-4505-9311-CD91E36A5788}"/>
              </a:ext>
            </a:extLst>
          </p:cNvPr>
          <p:cNvSpPr>
            <a:spLocks noGrp="1"/>
          </p:cNvSpPr>
          <p:nvPr>
            <p:ph type="body" sz="quarter" idx="12"/>
          </p:nvPr>
        </p:nvSpPr>
        <p:spPr>
          <a:xfrm>
            <a:off x="622300" y="5094288"/>
            <a:ext cx="3035300" cy="4111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6" name="Text Placeholder 5"/>
          <p:cNvSpPr>
            <a:spLocks noGrp="1"/>
          </p:cNvSpPr>
          <p:nvPr>
            <p:ph type="body" sz="quarter" idx="11" hasCustomPrompt="1"/>
          </p:nvPr>
        </p:nvSpPr>
        <p:spPr>
          <a:xfrm>
            <a:off x="185738" y="6515100"/>
            <a:ext cx="8662987" cy="288925"/>
          </a:xfrm>
          <a:prstGeom prst="rect">
            <a:avLst/>
          </a:prstGeom>
        </p:spPr>
        <p:txBody>
          <a:bodyPr/>
          <a:lstStyle>
            <a:lvl1pPr>
              <a:defRPr sz="1200">
                <a:solidFill>
                  <a:schemeClr val="tx2"/>
                </a:solidFill>
              </a:defRPr>
            </a:lvl1pPr>
          </a:lstStyle>
          <a:p>
            <a:pPr lvl="0"/>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2784606"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7" name="Text Placeholder 6"/>
          <p:cNvSpPr>
            <a:spLocks noGrp="1"/>
          </p:cNvSpPr>
          <p:nvPr>
            <p:ph type="body" sz="quarter" idx="11" hasCustomPrompt="1"/>
          </p:nvPr>
        </p:nvSpPr>
        <p:spPr>
          <a:xfrm>
            <a:off x="190500" y="6515100"/>
            <a:ext cx="8643938" cy="288925"/>
          </a:xfrm>
          <a:prstGeom prst="rect">
            <a:avLst/>
          </a:prstGeom>
        </p:spPr>
        <p:txBody>
          <a:bodyPr/>
          <a:lstStyle>
            <a:lvl1pPr>
              <a:defRPr sz="1200">
                <a:solidFill>
                  <a:schemeClr val="tx2"/>
                </a:solidFill>
              </a:defRPr>
            </a:lvl1pPr>
          </a:lstStyle>
          <a:p>
            <a:pPr lvl="0"/>
            <a:r>
              <a:rPr lang="en-US" dirty="0"/>
              <a:t>© McGraw Hill LLC. All rights reserved. No reproduction or distribution without the prior written consent of McGraw Hill LLC.</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noAutofit/>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8" name="Slide Number Placeholder">
            <a:extLst>
              <a:ext uri="{FF2B5EF4-FFF2-40B4-BE49-F238E27FC236}">
                <a16:creationId xmlns:a16="http://schemas.microsoft.com/office/drawing/2014/main" id="{EF8D8291-5BF4-41AC-87CE-ED5DE4CB1B61}"/>
              </a:ext>
            </a:extLst>
          </p:cNvPr>
          <p:cNvSpPr>
            <a:spLocks noGrp="1"/>
          </p:cNvSpPr>
          <p:nvPr>
            <p:ph type="sldNum" sz="quarter" idx="4"/>
          </p:nvPr>
        </p:nvSpPr>
        <p:spPr>
          <a:xfrm>
            <a:off x="8626411" y="6646460"/>
            <a:ext cx="449349" cy="188467"/>
          </a:xfrm>
          <a:prstGeom prst="rect">
            <a:avLst/>
          </a:prstGeom>
        </p:spPr>
        <p:txBody>
          <a:bodyPr/>
          <a:lstStyle>
            <a:lvl1pPr>
              <a:defRPr sz="800"/>
            </a:lvl1pPr>
          </a:lstStyle>
          <a:p>
            <a:r>
              <a:rPr lang="en-US" dirty="0"/>
              <a:t>3-</a:t>
            </a:r>
            <a:fld id="{68151E55-6873-49E2-B8D5-2F265E6F1973}" type="slidenum">
              <a:rPr lang="en-US" smtClean="0"/>
              <a:pPr/>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One Main Placeholder">
    <p:spTree>
      <p:nvGrpSpPr>
        <p:cNvPr id="1" name=""/>
        <p:cNvGrpSpPr/>
        <p:nvPr/>
      </p:nvGrpSpPr>
      <p:grpSpPr>
        <a:xfrm>
          <a:off x="0" y="0"/>
          <a:ext cx="0" cy="0"/>
          <a:chOff x="0" y="0"/>
          <a:chExt cx="0" cy="0"/>
        </a:xfrm>
      </p:grpSpPr>
      <p:sp>
        <p:nvSpPr>
          <p:cNvPr id="2" name="Slide Title 1">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4229100" cy="903231"/>
          </a:xfrm>
          <a:prstGeom prst="rect">
            <a:avLst/>
          </a:prstGeom>
        </p:spPr>
        <p:txBody>
          <a:bodyPr anchor="ctr">
            <a:normAutofit/>
          </a:bodyPr>
          <a:lstStyle>
            <a:lvl1pPr>
              <a:defRPr sz="4000"/>
            </a:lvl1pPr>
          </a:lstStyle>
          <a:p>
            <a:r>
              <a:rPr lang="en-US" dirty="0"/>
              <a:t>Slide Title</a:t>
            </a:r>
          </a:p>
        </p:txBody>
      </p:sp>
      <p:sp>
        <p:nvSpPr>
          <p:cNvPr id="15" name="Slide Title 2">
            <a:extLst>
              <a:ext uri="{FF2B5EF4-FFF2-40B4-BE49-F238E27FC236}">
                <a16:creationId xmlns:a16="http://schemas.microsoft.com/office/drawing/2014/main" id="{B5BB26E5-AE57-4ED5-B8A8-BEE1BD13AD34}"/>
              </a:ext>
            </a:extLst>
          </p:cNvPr>
          <p:cNvSpPr>
            <a:spLocks noGrp="1"/>
          </p:cNvSpPr>
          <p:nvPr>
            <p:ph type="body" sz="quarter" idx="14" hasCustomPrompt="1"/>
          </p:nvPr>
        </p:nvSpPr>
        <p:spPr>
          <a:xfrm>
            <a:off x="4749800" y="192088"/>
            <a:ext cx="4051300" cy="903287"/>
          </a:xfrm>
        </p:spPr>
        <p:txBody>
          <a:bodyPr vert="horz" lIns="91440" tIns="45720" rIns="91440" bIns="45720" rtlCol="0" anchor="ctr">
            <a:normAutofit/>
          </a:bodyPr>
          <a:lstStyle>
            <a:lvl1pPr>
              <a:defRPr lang="en-IN" sz="4000" b="1" dirty="0">
                <a:latin typeface="+mj-lt"/>
                <a:ea typeface="+mj-ea"/>
                <a:cs typeface="+mj-cs"/>
              </a:defRPr>
            </a:lvl1pPr>
          </a:lstStyle>
          <a:p>
            <a:pPr lvl="0">
              <a:lnSpc>
                <a:spcPct val="90000"/>
              </a:lnSpc>
              <a:spcBef>
                <a:spcPct val="0"/>
              </a:spcBef>
            </a:pPr>
            <a:r>
              <a:rPr kumimoji="0" lang="en-US" sz="4000" b="1" i="0" u="none" strike="noStrike" kern="1200" cap="none" spc="0" normalizeH="0" baseline="0" noProof="0" dirty="0">
                <a:ln>
                  <a:noFill/>
                </a:ln>
                <a:solidFill>
                  <a:srgbClr val="000000"/>
                </a:solidFill>
                <a:effectLst/>
                <a:uLnTx/>
                <a:uFillTx/>
                <a:latin typeface="+mn-lt"/>
                <a:ea typeface="+mj-ea"/>
                <a:cs typeface="+mj-cs"/>
              </a:rPr>
              <a:t>Slide Title</a:t>
            </a:r>
            <a:endParaRPr lang="en-IN"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29683902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8" name="Picture 7" descr="Connecting through social media icon.">
            <a:extLst>
              <a:ext uri="{FF2B5EF4-FFF2-40B4-BE49-F238E27FC236}">
                <a16:creationId xmlns:a16="http://schemas.microsoft.com/office/drawing/2014/main" id="{48BB348F-12C6-489F-958D-1FDE88A9246E}"/>
              </a:ext>
            </a:extLst>
          </p:cNvPr>
          <p:cNvPicPr>
            <a:picLocks noChangeAspect="1"/>
          </p:cNvPicPr>
          <p:nvPr userDrawn="1"/>
        </p:nvPicPr>
        <p:blipFill>
          <a:blip r:embed="rId2"/>
          <a:stretch>
            <a:fillRect/>
          </a:stretch>
        </p:blipFill>
        <p:spPr>
          <a:xfrm>
            <a:off x="124695" y="298541"/>
            <a:ext cx="2438400" cy="669365"/>
          </a:xfrm>
          <a:prstGeom prst="rect">
            <a:avLst/>
          </a:prstGeom>
        </p:spPr>
      </p:pic>
    </p:spTree>
    <p:extLst>
      <p:ext uri="{BB962C8B-B14F-4D97-AF65-F5344CB8AC3E}">
        <p14:creationId xmlns:p14="http://schemas.microsoft.com/office/powerpoint/2010/main" val="1816512595"/>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Making Ethical Decisions icon.">
            <a:extLst>
              <a:ext uri="{FF2B5EF4-FFF2-40B4-BE49-F238E27FC236}">
                <a16:creationId xmlns:a16="http://schemas.microsoft.com/office/drawing/2014/main" id="{35AB3571-1B64-4E5D-ADAB-A22232BBBD05}"/>
              </a:ext>
            </a:extLst>
          </p:cNvPr>
          <p:cNvPicPr>
            <a:picLocks noChangeAspect="1"/>
          </p:cNvPicPr>
          <p:nvPr userDrawn="1"/>
        </p:nvPicPr>
        <p:blipFill>
          <a:blip r:embed="rId2"/>
          <a:stretch>
            <a:fillRect/>
          </a:stretch>
        </p:blipFill>
        <p:spPr>
          <a:xfrm>
            <a:off x="0" y="312475"/>
            <a:ext cx="2498501" cy="663262"/>
          </a:xfrm>
          <a:prstGeom prst="rect">
            <a:avLst/>
          </a:prstGeom>
        </p:spPr>
      </p:pic>
    </p:spTree>
    <p:extLst>
      <p:ext uri="{BB962C8B-B14F-4D97-AF65-F5344CB8AC3E}">
        <p14:creationId xmlns:p14="http://schemas.microsoft.com/office/powerpoint/2010/main" val="241432333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1" y="304800"/>
            <a:ext cx="2344882"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a:extLst>
              <a:ext uri="{FF2B5EF4-FFF2-40B4-BE49-F238E27FC236}">
                <a16:creationId xmlns:a16="http://schemas.microsoft.com/office/drawing/2014/main" id="{23A00108-6ED3-416D-B7AC-3A9D6F2EF0AF}"/>
              </a:ext>
            </a:extLst>
          </p:cNvPr>
          <p:cNvPicPr>
            <a:picLocks noChangeAspect="1"/>
          </p:cNvPicPr>
          <p:nvPr userDrawn="1"/>
        </p:nvPicPr>
        <p:blipFill>
          <a:blip r:embed="rId2"/>
          <a:stretch>
            <a:fillRect/>
          </a:stretch>
        </p:blipFill>
        <p:spPr>
          <a:xfrm>
            <a:off x="4448193" y="489743"/>
            <a:ext cx="4352906" cy="239714"/>
          </a:xfrm>
          <a:prstGeom prst="rect">
            <a:avLst/>
          </a:prstGeom>
        </p:spPr>
      </p:pic>
    </p:spTree>
    <p:extLst>
      <p:ext uri="{BB962C8B-B14F-4D97-AF65-F5344CB8AC3E}">
        <p14:creationId xmlns:p14="http://schemas.microsoft.com/office/powerpoint/2010/main" val="43045211"/>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Adapting to Change logo.">
            <a:extLst>
              <a:ext uri="{FF2B5EF4-FFF2-40B4-BE49-F238E27FC236}">
                <a16:creationId xmlns:a16="http://schemas.microsoft.com/office/drawing/2014/main" id="{A0A183BC-7319-45B8-B0D2-D92CDB14409F}"/>
              </a:ext>
            </a:extLst>
          </p:cNvPr>
          <p:cNvPicPr>
            <a:picLocks noChangeAspect="1"/>
          </p:cNvPicPr>
          <p:nvPr userDrawn="1"/>
        </p:nvPicPr>
        <p:blipFill>
          <a:blip r:embed="rId2"/>
          <a:stretch>
            <a:fillRect/>
          </a:stretch>
        </p:blipFill>
        <p:spPr>
          <a:xfrm>
            <a:off x="55420" y="207110"/>
            <a:ext cx="2472744" cy="824248"/>
          </a:xfrm>
          <a:prstGeom prst="rect">
            <a:avLst/>
          </a:prstGeom>
        </p:spPr>
      </p:pic>
    </p:spTree>
    <p:extLst>
      <p:ext uri="{BB962C8B-B14F-4D97-AF65-F5344CB8AC3E}">
        <p14:creationId xmlns:p14="http://schemas.microsoft.com/office/powerpoint/2010/main" val="62479310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8621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8" name="Content Placeholder 1">
            <a:extLst>
              <a:ext uri="{FF2B5EF4-FFF2-40B4-BE49-F238E27FC236}">
                <a16:creationId xmlns:a16="http://schemas.microsoft.com/office/drawing/2014/main" id="{DFC2A6F8-97FC-43BF-92B6-FFCCF20D98D7}"/>
              </a:ext>
            </a:extLst>
          </p:cNvPr>
          <p:cNvSpPr>
            <a:spLocks noGrp="1"/>
          </p:cNvSpPr>
          <p:nvPr>
            <p:ph sz="quarter" idx="14" hasCustomPrompt="1"/>
          </p:nvPr>
        </p:nvSpPr>
        <p:spPr>
          <a:xfrm>
            <a:off x="342900" y="4275652"/>
            <a:ext cx="8458200" cy="1971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Adapting to Change logo.">
            <a:extLst>
              <a:ext uri="{FF2B5EF4-FFF2-40B4-BE49-F238E27FC236}">
                <a16:creationId xmlns:a16="http://schemas.microsoft.com/office/drawing/2014/main" id="{A0A183BC-7319-45B8-B0D2-D92CDB14409F}"/>
              </a:ext>
            </a:extLst>
          </p:cNvPr>
          <p:cNvPicPr>
            <a:picLocks noChangeAspect="1"/>
          </p:cNvPicPr>
          <p:nvPr userDrawn="1"/>
        </p:nvPicPr>
        <p:blipFill>
          <a:blip r:embed="rId2"/>
          <a:stretch>
            <a:fillRect/>
          </a:stretch>
        </p:blipFill>
        <p:spPr>
          <a:xfrm>
            <a:off x="55420" y="207110"/>
            <a:ext cx="2472744" cy="824248"/>
          </a:xfrm>
          <a:prstGeom prst="rect">
            <a:avLst/>
          </a:prstGeom>
        </p:spPr>
      </p:pic>
    </p:spTree>
    <p:extLst>
      <p:ext uri="{BB962C8B-B14F-4D97-AF65-F5344CB8AC3E}">
        <p14:creationId xmlns:p14="http://schemas.microsoft.com/office/powerpoint/2010/main" val="76522295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2" name="Picture 11" descr="Reaching beyond our borders icon.">
            <a:extLst>
              <a:ext uri="{FF2B5EF4-FFF2-40B4-BE49-F238E27FC236}">
                <a16:creationId xmlns:a16="http://schemas.microsoft.com/office/drawing/2014/main" id="{6B5ACA4D-D63F-4493-A4F0-FFA2A5827540}"/>
              </a:ext>
            </a:extLst>
          </p:cNvPr>
          <p:cNvPicPr>
            <a:picLocks noChangeAspect="1"/>
          </p:cNvPicPr>
          <p:nvPr userDrawn="1"/>
        </p:nvPicPr>
        <p:blipFill>
          <a:blip r:embed="rId2"/>
          <a:stretch>
            <a:fillRect/>
          </a:stretch>
        </p:blipFill>
        <p:spPr>
          <a:xfrm>
            <a:off x="28124" y="217261"/>
            <a:ext cx="2514600" cy="803946"/>
          </a:xfrm>
          <a:prstGeom prst="rect">
            <a:avLst/>
          </a:prstGeom>
        </p:spPr>
      </p:pic>
    </p:spTree>
    <p:extLst>
      <p:ext uri="{BB962C8B-B14F-4D97-AF65-F5344CB8AC3E}">
        <p14:creationId xmlns:p14="http://schemas.microsoft.com/office/powerpoint/2010/main" val="236733342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sz="2400"/>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sz="2400"/>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1" y="6646460"/>
            <a:ext cx="462997" cy="188467"/>
          </a:xfrm>
          <a:prstGeom prst="rect">
            <a:avLst/>
          </a:prstGeom>
        </p:spPr>
        <p:txBody>
          <a:bodyPr/>
          <a:lstStyle/>
          <a:p>
            <a:r>
              <a:rPr lang="en-US" dirty="0"/>
              <a:t>3-</a:t>
            </a:r>
            <a:fld id="{68151E55-6873-49E2-B8D5-2F265E6F1973}" type="slidenum">
              <a:rPr lang="en-US" smtClean="0"/>
              <a:pPr/>
              <a:t>‹#›</a:t>
            </a:fld>
            <a:endParaRPr lang="en-US" dirty="0"/>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2885209"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5915890" y="1276709"/>
            <a:ext cx="2885209" cy="4971691"/>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
        <p:nvSpPr>
          <p:cNvPr id="8" name="Content Placeholder 1">
            <a:extLst>
              <a:ext uri="{FF2B5EF4-FFF2-40B4-BE49-F238E27FC236}">
                <a16:creationId xmlns:a16="http://schemas.microsoft.com/office/drawing/2014/main" id="{AFC6CBC7-BAAC-424A-9874-C0A2733A2711}"/>
              </a:ext>
            </a:extLst>
          </p:cNvPr>
          <p:cNvSpPr>
            <a:spLocks noGrp="1"/>
          </p:cNvSpPr>
          <p:nvPr>
            <p:ph sz="quarter" idx="15" hasCustomPrompt="1"/>
          </p:nvPr>
        </p:nvSpPr>
        <p:spPr>
          <a:xfrm>
            <a:off x="2961419" y="1290559"/>
            <a:ext cx="2885209"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Tree>
    <p:extLst>
      <p:ext uri="{BB962C8B-B14F-4D97-AF65-F5344CB8AC3E}">
        <p14:creationId xmlns:p14="http://schemas.microsoft.com/office/powerpoint/2010/main" val="37412154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1577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916383"/>
            <a:ext cx="84582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8" name="Content Placeholder 2">
            <a:extLst>
              <a:ext uri="{FF2B5EF4-FFF2-40B4-BE49-F238E27FC236}">
                <a16:creationId xmlns:a16="http://schemas.microsoft.com/office/drawing/2014/main" id="{7C02FDC4-9007-47FA-8867-BFB4513F337E}"/>
              </a:ext>
            </a:extLst>
          </p:cNvPr>
          <p:cNvSpPr>
            <a:spLocks noGrp="1"/>
          </p:cNvSpPr>
          <p:nvPr>
            <p:ph sz="quarter" idx="15" hasCustomPrompt="1"/>
          </p:nvPr>
        </p:nvSpPr>
        <p:spPr>
          <a:xfrm>
            <a:off x="356750" y="4648197"/>
            <a:ext cx="84582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62017699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73051"/>
            <a:ext cx="4076700" cy="4991100"/>
          </a:xfrm>
        </p:spPr>
        <p:txBody>
          <a:bodyPr/>
          <a:lstStyle>
            <a:lvl1pPr>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022764" y="192490"/>
            <a:ext cx="6778335"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4" name="Picture 3">
            <a:extLst>
              <a:ext uri="{FF2B5EF4-FFF2-40B4-BE49-F238E27FC236}">
                <a16:creationId xmlns:a16="http://schemas.microsoft.com/office/drawing/2014/main" id="{15A7E40D-2A6B-4B43-8474-A1C9EAF1D337}"/>
              </a:ext>
            </a:extLst>
          </p:cNvPr>
          <p:cNvPicPr>
            <a:picLocks noChangeAspect="1"/>
          </p:cNvPicPr>
          <p:nvPr userDrawn="1"/>
        </p:nvPicPr>
        <p:blipFill>
          <a:blip r:embed="rId2"/>
          <a:stretch>
            <a:fillRect/>
          </a:stretch>
        </p:blipFill>
        <p:spPr>
          <a:xfrm>
            <a:off x="342900" y="399540"/>
            <a:ext cx="1531522" cy="420120"/>
          </a:xfrm>
          <a:prstGeom prst="rect">
            <a:avLst/>
          </a:prstGeom>
        </p:spPr>
      </p:pic>
    </p:spTree>
    <p:extLst>
      <p:ext uri="{BB962C8B-B14F-4D97-AF65-F5344CB8AC3E}">
        <p14:creationId xmlns:p14="http://schemas.microsoft.com/office/powerpoint/2010/main" val="48298191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46459"/>
            <a:ext cx="490292" cy="188467"/>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3915201"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3915201"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3915201"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3915201"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3915201"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3915201" cy="7334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2" name="Content Placeholder 6">
            <a:extLst>
              <a:ext uri="{FF2B5EF4-FFF2-40B4-BE49-F238E27FC236}">
                <a16:creationId xmlns:a16="http://schemas.microsoft.com/office/drawing/2014/main" id="{DB5446E9-DDFC-4F9F-AEF5-5E6061E5BD1A}"/>
              </a:ext>
            </a:extLst>
          </p:cNvPr>
          <p:cNvSpPr>
            <a:spLocks noGrp="1"/>
          </p:cNvSpPr>
          <p:nvPr>
            <p:ph sz="quarter" idx="19" hasCustomPrompt="1"/>
          </p:nvPr>
        </p:nvSpPr>
        <p:spPr>
          <a:xfrm>
            <a:off x="4619199" y="1255490"/>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4" name="Content Placeholder 6">
            <a:extLst>
              <a:ext uri="{FF2B5EF4-FFF2-40B4-BE49-F238E27FC236}">
                <a16:creationId xmlns:a16="http://schemas.microsoft.com/office/drawing/2014/main" id="{9BC59DB4-A285-4104-8DAD-21B49267AAD3}"/>
              </a:ext>
            </a:extLst>
          </p:cNvPr>
          <p:cNvSpPr>
            <a:spLocks noGrp="1"/>
          </p:cNvSpPr>
          <p:nvPr>
            <p:ph sz="quarter" idx="20" hasCustomPrompt="1"/>
          </p:nvPr>
        </p:nvSpPr>
        <p:spPr>
          <a:xfrm>
            <a:off x="4619199" y="1998291"/>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6" name="Content Placeholder 6">
            <a:extLst>
              <a:ext uri="{FF2B5EF4-FFF2-40B4-BE49-F238E27FC236}">
                <a16:creationId xmlns:a16="http://schemas.microsoft.com/office/drawing/2014/main" id="{FF319E46-D027-404B-8292-60A07B8E3C98}"/>
              </a:ext>
            </a:extLst>
          </p:cNvPr>
          <p:cNvSpPr>
            <a:spLocks noGrp="1"/>
          </p:cNvSpPr>
          <p:nvPr>
            <p:ph sz="quarter" idx="21" hasCustomPrompt="1"/>
          </p:nvPr>
        </p:nvSpPr>
        <p:spPr>
          <a:xfrm>
            <a:off x="4619198" y="2723530"/>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7" name="Content Placeholder 6">
            <a:extLst>
              <a:ext uri="{FF2B5EF4-FFF2-40B4-BE49-F238E27FC236}">
                <a16:creationId xmlns:a16="http://schemas.microsoft.com/office/drawing/2014/main" id="{E1FA65FE-4DFA-484E-A01C-9BF08B32C20A}"/>
              </a:ext>
            </a:extLst>
          </p:cNvPr>
          <p:cNvSpPr>
            <a:spLocks noGrp="1"/>
          </p:cNvSpPr>
          <p:nvPr>
            <p:ph sz="quarter" idx="22" hasCustomPrompt="1"/>
          </p:nvPr>
        </p:nvSpPr>
        <p:spPr>
          <a:xfrm>
            <a:off x="4619197" y="3528194"/>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8" name="Content Placeholder 6">
            <a:extLst>
              <a:ext uri="{FF2B5EF4-FFF2-40B4-BE49-F238E27FC236}">
                <a16:creationId xmlns:a16="http://schemas.microsoft.com/office/drawing/2014/main" id="{6FE7E90B-1DE9-4A55-9F1D-9EF5F50C09A3}"/>
              </a:ext>
            </a:extLst>
          </p:cNvPr>
          <p:cNvSpPr>
            <a:spLocks noGrp="1"/>
          </p:cNvSpPr>
          <p:nvPr>
            <p:ph sz="quarter" idx="23" hasCustomPrompt="1"/>
          </p:nvPr>
        </p:nvSpPr>
        <p:spPr>
          <a:xfrm>
            <a:off x="4619199" y="4351336"/>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9" name="Content Placeholder 6">
            <a:extLst>
              <a:ext uri="{FF2B5EF4-FFF2-40B4-BE49-F238E27FC236}">
                <a16:creationId xmlns:a16="http://schemas.microsoft.com/office/drawing/2014/main" id="{78067368-CA9E-4B15-AE6A-F50A1D1FEE7F}"/>
              </a:ext>
            </a:extLst>
          </p:cNvPr>
          <p:cNvSpPr>
            <a:spLocks noGrp="1"/>
          </p:cNvSpPr>
          <p:nvPr>
            <p:ph sz="quarter" idx="24" hasCustomPrompt="1"/>
          </p:nvPr>
        </p:nvSpPr>
        <p:spPr>
          <a:xfrm>
            <a:off x="4619199" y="5142672"/>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46460"/>
            <a:ext cx="490292" cy="188467"/>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90875865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4" name="Appendix Link">
            <a:extLst>
              <a:ext uri="{FF2B5EF4-FFF2-40B4-BE49-F238E27FC236}">
                <a16:creationId xmlns:a16="http://schemas.microsoft.com/office/drawing/2014/main" id="{3A1995C7-9D19-DC9A-0152-59F6ABB2825C}"/>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46459"/>
            <a:ext cx="490292" cy="188467"/>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06471981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Content Placeholder 4">
            <a:extLst>
              <a:ext uri="{FF2B5EF4-FFF2-40B4-BE49-F238E27FC236}">
                <a16:creationId xmlns:a16="http://schemas.microsoft.com/office/drawing/2014/main" id="{8352138A-1304-465B-AE03-541BDE0CCB45}"/>
              </a:ext>
            </a:extLst>
          </p:cNvPr>
          <p:cNvSpPr>
            <a:spLocks noGrp="1"/>
          </p:cNvSpPr>
          <p:nvPr>
            <p:ph sz="quarter" idx="10"/>
          </p:nvPr>
        </p:nvSpPr>
        <p:spPr>
          <a:xfrm>
            <a:off x="228600" y="6543675"/>
            <a:ext cx="8715375" cy="187325"/>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63891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Tree>
    <p:extLst>
      <p:ext uri="{BB962C8B-B14F-4D97-AF65-F5344CB8AC3E}">
        <p14:creationId xmlns:p14="http://schemas.microsoft.com/office/powerpoint/2010/main" val="36925710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a:xfrm>
            <a:off x="8637202" y="6682314"/>
            <a:ext cx="342900" cy="143831"/>
          </a:xfrm>
          <a:prstGeom prst="rect">
            <a:avLst/>
          </a:prstGeom>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Tree>
    <p:extLst>
      <p:ext uri="{BB962C8B-B14F-4D97-AF65-F5344CB8AC3E}">
        <p14:creationId xmlns:p14="http://schemas.microsoft.com/office/powerpoint/2010/main" val="544467532"/>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18" Type="http://schemas.openxmlformats.org/officeDocument/2006/relationships/slideLayout" Target="../slideLayouts/slideLayout2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 Type="http://schemas.openxmlformats.org/officeDocument/2006/relationships/slideLayout" Target="../slideLayouts/slideLayout6.xml"/><Relationship Id="rId16" Type="http://schemas.openxmlformats.org/officeDocument/2006/relationships/slideLayout" Target="../slideLayouts/slideLayout20.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slideLayout" Target="../slideLayouts/slideLayout19.xml"/><Relationship Id="rId10" Type="http://schemas.openxmlformats.org/officeDocument/2006/relationships/slideLayout" Target="../slideLayouts/slideLayout14.xml"/><Relationship Id="rId19" Type="http://schemas.openxmlformats.org/officeDocument/2006/relationships/theme" Target="../theme/theme2.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slideLayout" Target="../slideLayouts/slideLayout26.xml"/><Relationship Id="rId1" Type="http://schemas.openxmlformats.org/officeDocument/2006/relationships/slideLayout" Target="../slideLayouts/slideLayout25.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9.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a:extLst>
              <a:ext uri="{FF2B5EF4-FFF2-40B4-BE49-F238E27FC236}">
                <a16:creationId xmlns:a16="http://schemas.microsoft.com/office/drawing/2014/main" id="{BF372B49-B6F5-4826-B4F8-2F8A4FFF8894}"/>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
        <p:nvSpPr>
          <p:cNvPr id="10" name="Slide Number Placeholder">
            <a:extLst>
              <a:ext uri="{FF2B5EF4-FFF2-40B4-BE49-F238E27FC236}">
                <a16:creationId xmlns:a16="http://schemas.microsoft.com/office/drawing/2014/main" id="{A9994BA6-A29E-44A0-A7B3-164E7D8FE393}"/>
              </a:ext>
            </a:extLst>
          </p:cNvPr>
          <p:cNvSpPr>
            <a:spLocks noGrp="1"/>
          </p:cNvSpPr>
          <p:nvPr>
            <p:ph type="sldNum" sz="quarter" idx="4"/>
          </p:nvPr>
        </p:nvSpPr>
        <p:spPr>
          <a:xfrm>
            <a:off x="8626412" y="6673531"/>
            <a:ext cx="355840" cy="161396"/>
          </a:xfrm>
          <a:prstGeom prst="rect">
            <a:avLst/>
          </a:prstGeom>
        </p:spPr>
        <p:txBody>
          <a:bodyPr/>
          <a:lstStyle>
            <a:lvl1pPr>
              <a:defRPr sz="800"/>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717" r:id="rId2"/>
    <p:sldLayoutId id="2147483706" r:id="rId3"/>
    <p:sldLayoutId id="2147483709" r:id="rId4"/>
    <p:sldLayoutId id="2147483707" r:id="rId5"/>
    <p:sldLayoutId id="2147483708" r:id="rId6"/>
    <p:sldLayoutId id="2147483711" r:id="rId7"/>
    <p:sldLayoutId id="2147483716" r:id="rId8"/>
    <p:sldLayoutId id="2147483693" r:id="rId9"/>
    <p:sldLayoutId id="2147483719" r:id="rId10"/>
    <p:sldLayoutId id="2147483718" r:id="rId11"/>
    <p:sldLayoutId id="2147483699" r:id="rId12"/>
    <p:sldLayoutId id="2147483720" r:id="rId13"/>
    <p:sldLayoutId id="2147483695" r:id="rId14"/>
    <p:sldLayoutId id="2147483696" r:id="rId15"/>
    <p:sldLayoutId id="2147483697" r:id="rId16"/>
    <p:sldLayoutId id="2147483721" r:id="rId17"/>
    <p:sldLayoutId id="2147483723" r:id="rId18"/>
  </p:sldLayoutIdLst>
  <p:hf hd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kern="1200">
          <a:solidFill>
            <a:schemeClr val="tx2"/>
          </a:solidFill>
          <a:latin typeface="+mn-lt"/>
          <a:ea typeface="+mn-ea"/>
          <a:cs typeface="+mn-cs"/>
        </a:defRPr>
      </a:lvl1pPr>
      <a:lvl2pPr marL="292608" indent="-292608" algn="l" defTabSz="914400" rtl="0" eaLnBrk="1" latinLnBrk="0" hangingPunct="1">
        <a:lnSpc>
          <a:spcPct val="100000"/>
        </a:lnSpc>
        <a:spcBef>
          <a:spcPts val="1000"/>
        </a:spcBef>
        <a:spcAft>
          <a:spcPts val="0"/>
        </a:spcAft>
        <a:buClrTx/>
        <a:buFont typeface="Arial" panose="020B0604020202020204" pitchFamily="34" charset="0"/>
        <a:buChar char="•"/>
        <a:defRPr sz="2400" kern="1200">
          <a:solidFill>
            <a:schemeClr val="tx2"/>
          </a:solidFill>
          <a:latin typeface="+mn-lt"/>
          <a:ea typeface="+mn-ea"/>
          <a:cs typeface="+mn-cs"/>
        </a:defRPr>
      </a:lvl2pPr>
      <a:lvl3pPr marL="622800" indent="-292608" algn="l" defTabSz="914400" rtl="0" eaLnBrk="1" latinLnBrk="0" hangingPunct="1">
        <a:lnSpc>
          <a:spcPct val="100000"/>
        </a:lnSpc>
        <a:spcBef>
          <a:spcPts val="1000"/>
        </a:spcBef>
        <a:spcAft>
          <a:spcPts val="0"/>
        </a:spcAft>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 id="2147483705" r:id="rId2"/>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 id="2147483722" r:id="rId3"/>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slide" Target="slide76.xml"/><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6" Type="http://schemas.openxmlformats.org/officeDocument/2006/relationships/oleObject" Target="../embeddings/oleObject13.bin"/><Relationship Id="rId21" Type="http://schemas.openxmlformats.org/officeDocument/2006/relationships/image" Target="../media/image20.wmf"/><Relationship Id="rId42" Type="http://schemas.openxmlformats.org/officeDocument/2006/relationships/oleObject" Target="../embeddings/oleObject21.bin"/><Relationship Id="rId47" Type="http://schemas.openxmlformats.org/officeDocument/2006/relationships/image" Target="../media/image33.wmf"/><Relationship Id="rId63" Type="http://schemas.openxmlformats.org/officeDocument/2006/relationships/image" Target="../media/image41.wmf"/><Relationship Id="rId68" Type="http://schemas.openxmlformats.org/officeDocument/2006/relationships/oleObject" Target="../embeddings/oleObject34.bin"/><Relationship Id="rId7" Type="http://schemas.openxmlformats.org/officeDocument/2006/relationships/image" Target="../media/image13.wmf"/><Relationship Id="rId71" Type="http://schemas.openxmlformats.org/officeDocument/2006/relationships/image" Target="../media/image45.wmf"/><Relationship Id="rId2" Type="http://schemas.openxmlformats.org/officeDocument/2006/relationships/oleObject" Target="../embeddings/oleObject1.bin"/><Relationship Id="rId16" Type="http://schemas.openxmlformats.org/officeDocument/2006/relationships/oleObject" Target="../embeddings/oleObject8.bin"/><Relationship Id="rId29" Type="http://schemas.openxmlformats.org/officeDocument/2006/relationships/image" Target="../media/image24.wmf"/><Relationship Id="rId11" Type="http://schemas.openxmlformats.org/officeDocument/2006/relationships/image" Target="../media/image15.wmf"/><Relationship Id="rId24" Type="http://schemas.openxmlformats.org/officeDocument/2006/relationships/oleObject" Target="../embeddings/oleObject12.bin"/><Relationship Id="rId32" Type="http://schemas.openxmlformats.org/officeDocument/2006/relationships/oleObject" Target="../embeddings/oleObject16.bin"/><Relationship Id="rId37" Type="http://schemas.openxmlformats.org/officeDocument/2006/relationships/image" Target="../media/image28.wmf"/><Relationship Id="rId40" Type="http://schemas.openxmlformats.org/officeDocument/2006/relationships/oleObject" Target="../embeddings/oleObject20.bin"/><Relationship Id="rId45" Type="http://schemas.openxmlformats.org/officeDocument/2006/relationships/image" Target="../media/image32.wmf"/><Relationship Id="rId53" Type="http://schemas.openxmlformats.org/officeDocument/2006/relationships/image" Target="../media/image36.wmf"/><Relationship Id="rId58" Type="http://schemas.openxmlformats.org/officeDocument/2006/relationships/oleObject" Target="../embeddings/oleObject29.bin"/><Relationship Id="rId66" Type="http://schemas.openxmlformats.org/officeDocument/2006/relationships/oleObject" Target="../embeddings/oleObject33.bin"/><Relationship Id="rId5" Type="http://schemas.openxmlformats.org/officeDocument/2006/relationships/image" Target="../media/image12.wmf"/><Relationship Id="rId61" Type="http://schemas.openxmlformats.org/officeDocument/2006/relationships/image" Target="../media/image40.wmf"/><Relationship Id="rId19" Type="http://schemas.openxmlformats.org/officeDocument/2006/relationships/image" Target="../media/image19.wmf"/><Relationship Id="rId14" Type="http://schemas.openxmlformats.org/officeDocument/2006/relationships/oleObject" Target="../embeddings/oleObject7.bin"/><Relationship Id="rId22" Type="http://schemas.openxmlformats.org/officeDocument/2006/relationships/oleObject" Target="../embeddings/oleObject11.bin"/><Relationship Id="rId27" Type="http://schemas.openxmlformats.org/officeDocument/2006/relationships/image" Target="../media/image23.wmf"/><Relationship Id="rId30" Type="http://schemas.openxmlformats.org/officeDocument/2006/relationships/oleObject" Target="../embeddings/oleObject15.bin"/><Relationship Id="rId35" Type="http://schemas.openxmlformats.org/officeDocument/2006/relationships/image" Target="../media/image27.wmf"/><Relationship Id="rId43" Type="http://schemas.openxmlformats.org/officeDocument/2006/relationships/image" Target="../media/image31.wmf"/><Relationship Id="rId48" Type="http://schemas.openxmlformats.org/officeDocument/2006/relationships/oleObject" Target="../embeddings/oleObject24.bin"/><Relationship Id="rId56" Type="http://schemas.openxmlformats.org/officeDocument/2006/relationships/oleObject" Target="../embeddings/oleObject28.bin"/><Relationship Id="rId64" Type="http://schemas.openxmlformats.org/officeDocument/2006/relationships/oleObject" Target="../embeddings/oleObject32.bin"/><Relationship Id="rId69" Type="http://schemas.openxmlformats.org/officeDocument/2006/relationships/image" Target="../media/image44.wmf"/><Relationship Id="rId8" Type="http://schemas.openxmlformats.org/officeDocument/2006/relationships/oleObject" Target="../embeddings/oleObject4.bin"/><Relationship Id="rId51" Type="http://schemas.openxmlformats.org/officeDocument/2006/relationships/image" Target="../media/image35.wmf"/><Relationship Id="rId3" Type="http://schemas.openxmlformats.org/officeDocument/2006/relationships/image" Target="../media/image11.wmf"/><Relationship Id="rId12" Type="http://schemas.openxmlformats.org/officeDocument/2006/relationships/oleObject" Target="../embeddings/oleObject6.bin"/><Relationship Id="rId17" Type="http://schemas.openxmlformats.org/officeDocument/2006/relationships/image" Target="../media/image18.wmf"/><Relationship Id="rId25" Type="http://schemas.openxmlformats.org/officeDocument/2006/relationships/image" Target="../media/image22.wmf"/><Relationship Id="rId33" Type="http://schemas.openxmlformats.org/officeDocument/2006/relationships/image" Target="../media/image26.wmf"/><Relationship Id="rId38" Type="http://schemas.openxmlformats.org/officeDocument/2006/relationships/oleObject" Target="../embeddings/oleObject19.bin"/><Relationship Id="rId46" Type="http://schemas.openxmlformats.org/officeDocument/2006/relationships/oleObject" Target="../embeddings/oleObject23.bin"/><Relationship Id="rId59" Type="http://schemas.openxmlformats.org/officeDocument/2006/relationships/image" Target="../media/image39.wmf"/><Relationship Id="rId67" Type="http://schemas.openxmlformats.org/officeDocument/2006/relationships/image" Target="../media/image43.wmf"/><Relationship Id="rId20" Type="http://schemas.openxmlformats.org/officeDocument/2006/relationships/oleObject" Target="../embeddings/oleObject10.bin"/><Relationship Id="rId41" Type="http://schemas.openxmlformats.org/officeDocument/2006/relationships/image" Target="../media/image30.wmf"/><Relationship Id="rId54" Type="http://schemas.openxmlformats.org/officeDocument/2006/relationships/oleObject" Target="../embeddings/oleObject27.bin"/><Relationship Id="rId62" Type="http://schemas.openxmlformats.org/officeDocument/2006/relationships/oleObject" Target="../embeddings/oleObject31.bin"/><Relationship Id="rId70" Type="http://schemas.openxmlformats.org/officeDocument/2006/relationships/oleObject" Target="../embeddings/oleObject35.bin"/><Relationship Id="rId1" Type="http://schemas.openxmlformats.org/officeDocument/2006/relationships/slideLayout" Target="../slideLayouts/slideLayout22.xml"/><Relationship Id="rId6" Type="http://schemas.openxmlformats.org/officeDocument/2006/relationships/oleObject" Target="../embeddings/oleObject3.bin"/><Relationship Id="rId15" Type="http://schemas.openxmlformats.org/officeDocument/2006/relationships/image" Target="../media/image17.wmf"/><Relationship Id="rId23" Type="http://schemas.openxmlformats.org/officeDocument/2006/relationships/image" Target="../media/image21.wmf"/><Relationship Id="rId28" Type="http://schemas.openxmlformats.org/officeDocument/2006/relationships/oleObject" Target="../embeddings/oleObject14.bin"/><Relationship Id="rId36" Type="http://schemas.openxmlformats.org/officeDocument/2006/relationships/oleObject" Target="../embeddings/oleObject18.bin"/><Relationship Id="rId49" Type="http://schemas.openxmlformats.org/officeDocument/2006/relationships/image" Target="../media/image34.wmf"/><Relationship Id="rId57" Type="http://schemas.openxmlformats.org/officeDocument/2006/relationships/image" Target="../media/image38.wmf"/><Relationship Id="rId10" Type="http://schemas.openxmlformats.org/officeDocument/2006/relationships/oleObject" Target="../embeddings/oleObject5.bin"/><Relationship Id="rId31" Type="http://schemas.openxmlformats.org/officeDocument/2006/relationships/image" Target="../media/image25.wmf"/><Relationship Id="rId44" Type="http://schemas.openxmlformats.org/officeDocument/2006/relationships/oleObject" Target="../embeddings/oleObject22.bin"/><Relationship Id="rId52" Type="http://schemas.openxmlformats.org/officeDocument/2006/relationships/oleObject" Target="../embeddings/oleObject26.bin"/><Relationship Id="rId60" Type="http://schemas.openxmlformats.org/officeDocument/2006/relationships/oleObject" Target="../embeddings/oleObject30.bin"/><Relationship Id="rId65" Type="http://schemas.openxmlformats.org/officeDocument/2006/relationships/image" Target="../media/image42.wmf"/><Relationship Id="rId4" Type="http://schemas.openxmlformats.org/officeDocument/2006/relationships/oleObject" Target="../embeddings/oleObject2.bin"/><Relationship Id="rId9" Type="http://schemas.openxmlformats.org/officeDocument/2006/relationships/image" Target="../media/image14.wmf"/><Relationship Id="rId13" Type="http://schemas.openxmlformats.org/officeDocument/2006/relationships/image" Target="../media/image16.wmf"/><Relationship Id="rId18" Type="http://schemas.openxmlformats.org/officeDocument/2006/relationships/oleObject" Target="../embeddings/oleObject9.bin"/><Relationship Id="rId39" Type="http://schemas.openxmlformats.org/officeDocument/2006/relationships/image" Target="../media/image29.wmf"/><Relationship Id="rId34" Type="http://schemas.openxmlformats.org/officeDocument/2006/relationships/oleObject" Target="../embeddings/oleObject17.bin"/><Relationship Id="rId50" Type="http://schemas.openxmlformats.org/officeDocument/2006/relationships/oleObject" Target="../embeddings/oleObject25.bin"/><Relationship Id="rId55" Type="http://schemas.openxmlformats.org/officeDocument/2006/relationships/image" Target="../media/image37.wmf"/></Relationships>
</file>

<file path=ppt/slides/_rels/slide8.xml.rels><?xml version="1.0" encoding="UTF-8" standalone="yes"?>
<Relationships xmlns="http://schemas.openxmlformats.org/package/2006/relationships"><Relationship Id="rId3" Type="http://schemas.openxmlformats.org/officeDocument/2006/relationships/image" Target="../media/image46.wmf"/><Relationship Id="rId7" Type="http://schemas.openxmlformats.org/officeDocument/2006/relationships/image" Target="../media/image48.wmf"/><Relationship Id="rId2" Type="http://schemas.openxmlformats.org/officeDocument/2006/relationships/oleObject" Target="../embeddings/oleObject36.bin"/><Relationship Id="rId1" Type="http://schemas.openxmlformats.org/officeDocument/2006/relationships/slideLayout" Target="../slideLayouts/slideLayout21.xml"/><Relationship Id="rId6" Type="http://schemas.openxmlformats.org/officeDocument/2006/relationships/oleObject" Target="../embeddings/oleObject38.bin"/><Relationship Id="rId5" Type="http://schemas.openxmlformats.org/officeDocument/2006/relationships/image" Target="../media/image47.wmf"/><Relationship Id="rId4" Type="http://schemas.openxmlformats.org/officeDocument/2006/relationships/oleObject" Target="../embeddings/oleObject37.bin"/></Relationships>
</file>

<file path=ppt/slides/_rels/slide9.xml.rels><?xml version="1.0" encoding="UTF-8" standalone="yes"?>
<Relationships xmlns="http://schemas.openxmlformats.org/package/2006/relationships"><Relationship Id="rId3" Type="http://schemas.openxmlformats.org/officeDocument/2006/relationships/slide" Target="slide77.xml"/><Relationship Id="rId2" Type="http://schemas.openxmlformats.org/officeDocument/2006/relationships/image" Target="../media/image49.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0.xml"/><Relationship Id="rId4" Type="http://schemas.openxmlformats.org/officeDocument/2006/relationships/slide" Target="slide7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slide" Target="slide79.xml"/><Relationship Id="rId2" Type="http://schemas.openxmlformats.org/officeDocument/2006/relationships/image" Target="../media/image52.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slide" Target="slide80.xml"/><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oleObject" Target="../embeddings/oleObject39.bin"/><Relationship Id="rId1" Type="http://schemas.openxmlformats.org/officeDocument/2006/relationships/slideLayout" Target="../slideLayouts/slideLayout20.xml"/><Relationship Id="rId5" Type="http://schemas.openxmlformats.org/officeDocument/2006/relationships/image" Target="../media/image55.wmf"/><Relationship Id="rId4" Type="http://schemas.openxmlformats.org/officeDocument/2006/relationships/oleObject" Target="../embeddings/oleObject40.bin"/></Relationships>
</file>

<file path=ppt/slides/_rels/slide15.x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oleObject" Target="../embeddings/oleObject41.bin"/><Relationship Id="rId1" Type="http://schemas.openxmlformats.org/officeDocument/2006/relationships/slideLayout" Target="../slideLayouts/slideLayout13.xml"/><Relationship Id="rId5" Type="http://schemas.openxmlformats.org/officeDocument/2006/relationships/image" Target="../media/image57.wmf"/><Relationship Id="rId4" Type="http://schemas.openxmlformats.org/officeDocument/2006/relationships/oleObject" Target="../embeddings/oleObject42.bin"/></Relationships>
</file>

<file path=ppt/slides/_rels/slide16.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oleObject" Target="../embeddings/oleObject43.bin"/><Relationship Id="rId1" Type="http://schemas.openxmlformats.org/officeDocument/2006/relationships/slideLayout" Target="../slideLayouts/slideLayout20.xml"/><Relationship Id="rId5" Type="http://schemas.openxmlformats.org/officeDocument/2006/relationships/image" Target="../media/image59.wmf"/><Relationship Id="rId4" Type="http://schemas.openxmlformats.org/officeDocument/2006/relationships/oleObject" Target="../embeddings/oleObject44.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slide" Target="slide81.xml"/><Relationship Id="rId2" Type="http://schemas.openxmlformats.org/officeDocument/2006/relationships/image" Target="../media/image60.png"/><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13" Type="http://schemas.openxmlformats.org/officeDocument/2006/relationships/oleObject" Target="../embeddings/oleObject48.bin"/><Relationship Id="rId18" Type="http://schemas.openxmlformats.org/officeDocument/2006/relationships/image" Target="../media/image66.wmf"/><Relationship Id="rId26" Type="http://schemas.openxmlformats.org/officeDocument/2006/relationships/image" Target="../media/image70.wmf"/><Relationship Id="rId39" Type="http://schemas.openxmlformats.org/officeDocument/2006/relationships/oleObject" Target="../embeddings/oleObject61.bin"/><Relationship Id="rId21" Type="http://schemas.openxmlformats.org/officeDocument/2006/relationships/oleObject" Target="../embeddings/oleObject52.bin"/><Relationship Id="rId34" Type="http://schemas.openxmlformats.org/officeDocument/2006/relationships/image" Target="../media/image74.wmf"/><Relationship Id="rId42" Type="http://schemas.openxmlformats.org/officeDocument/2006/relationships/image" Target="../media/image78.wmf"/><Relationship Id="rId47" Type="http://schemas.openxmlformats.org/officeDocument/2006/relationships/oleObject" Target="../embeddings/oleObject65.bin"/><Relationship Id="rId50" Type="http://schemas.openxmlformats.org/officeDocument/2006/relationships/image" Target="../media/image82.wmf"/><Relationship Id="rId55" Type="http://schemas.openxmlformats.org/officeDocument/2006/relationships/oleObject" Target="../embeddings/oleObject69.bin"/><Relationship Id="rId7" Type="http://schemas.openxmlformats.org/officeDocument/2006/relationships/oleObject" Target="../embeddings/oleObject46.bin"/><Relationship Id="rId2" Type="http://schemas.openxmlformats.org/officeDocument/2006/relationships/notesSlide" Target="../notesSlides/notesSlide1.xml"/><Relationship Id="rId16" Type="http://schemas.openxmlformats.org/officeDocument/2006/relationships/image" Target="../media/image65.wmf"/><Relationship Id="rId29" Type="http://schemas.openxmlformats.org/officeDocument/2006/relationships/oleObject" Target="../embeddings/oleObject56.bin"/><Relationship Id="rId11" Type="http://schemas.openxmlformats.org/officeDocument/2006/relationships/oleObject" Target="../embeddings/oleObject47.bin"/><Relationship Id="rId24" Type="http://schemas.openxmlformats.org/officeDocument/2006/relationships/image" Target="../media/image69.wmf"/><Relationship Id="rId32" Type="http://schemas.openxmlformats.org/officeDocument/2006/relationships/image" Target="../media/image73.wmf"/><Relationship Id="rId37" Type="http://schemas.openxmlformats.org/officeDocument/2006/relationships/oleObject" Target="../embeddings/oleObject60.bin"/><Relationship Id="rId40" Type="http://schemas.openxmlformats.org/officeDocument/2006/relationships/image" Target="../media/image77.wmf"/><Relationship Id="rId45" Type="http://schemas.openxmlformats.org/officeDocument/2006/relationships/oleObject" Target="../embeddings/oleObject64.bin"/><Relationship Id="rId53" Type="http://schemas.openxmlformats.org/officeDocument/2006/relationships/oleObject" Target="../embeddings/oleObject68.bin"/><Relationship Id="rId58" Type="http://schemas.openxmlformats.org/officeDocument/2006/relationships/image" Target="../media/image86.wmf"/><Relationship Id="rId5" Type="http://schemas.openxmlformats.org/officeDocument/2006/relationships/oleObject" Target="../embeddings/oleObject2.bin"/><Relationship Id="rId61" Type="http://schemas.openxmlformats.org/officeDocument/2006/relationships/oleObject" Target="../embeddings/oleObject72.bin"/><Relationship Id="rId19" Type="http://schemas.openxmlformats.org/officeDocument/2006/relationships/oleObject" Target="../embeddings/oleObject51.bin"/><Relationship Id="rId14" Type="http://schemas.openxmlformats.org/officeDocument/2006/relationships/image" Target="../media/image64.wmf"/><Relationship Id="rId22" Type="http://schemas.openxmlformats.org/officeDocument/2006/relationships/image" Target="../media/image68.wmf"/><Relationship Id="rId27" Type="http://schemas.openxmlformats.org/officeDocument/2006/relationships/oleObject" Target="../embeddings/oleObject55.bin"/><Relationship Id="rId30" Type="http://schemas.openxmlformats.org/officeDocument/2006/relationships/image" Target="../media/image72.wmf"/><Relationship Id="rId35" Type="http://schemas.openxmlformats.org/officeDocument/2006/relationships/oleObject" Target="../embeddings/oleObject59.bin"/><Relationship Id="rId43" Type="http://schemas.openxmlformats.org/officeDocument/2006/relationships/oleObject" Target="../embeddings/oleObject63.bin"/><Relationship Id="rId48" Type="http://schemas.openxmlformats.org/officeDocument/2006/relationships/image" Target="../media/image81.wmf"/><Relationship Id="rId56" Type="http://schemas.openxmlformats.org/officeDocument/2006/relationships/image" Target="../media/image85.wmf"/><Relationship Id="rId8" Type="http://schemas.openxmlformats.org/officeDocument/2006/relationships/image" Target="../media/image62.wmf"/><Relationship Id="rId51" Type="http://schemas.openxmlformats.org/officeDocument/2006/relationships/oleObject" Target="../embeddings/oleObject67.bin"/><Relationship Id="rId3" Type="http://schemas.openxmlformats.org/officeDocument/2006/relationships/oleObject" Target="../embeddings/oleObject45.bin"/><Relationship Id="rId12" Type="http://schemas.openxmlformats.org/officeDocument/2006/relationships/image" Target="../media/image63.wmf"/><Relationship Id="rId17" Type="http://schemas.openxmlformats.org/officeDocument/2006/relationships/oleObject" Target="../embeddings/oleObject50.bin"/><Relationship Id="rId25" Type="http://schemas.openxmlformats.org/officeDocument/2006/relationships/oleObject" Target="../embeddings/oleObject54.bin"/><Relationship Id="rId33" Type="http://schemas.openxmlformats.org/officeDocument/2006/relationships/oleObject" Target="../embeddings/oleObject58.bin"/><Relationship Id="rId38" Type="http://schemas.openxmlformats.org/officeDocument/2006/relationships/image" Target="../media/image76.wmf"/><Relationship Id="rId46" Type="http://schemas.openxmlformats.org/officeDocument/2006/relationships/image" Target="../media/image80.wmf"/><Relationship Id="rId59" Type="http://schemas.openxmlformats.org/officeDocument/2006/relationships/oleObject" Target="../embeddings/oleObject71.bin"/><Relationship Id="rId20" Type="http://schemas.openxmlformats.org/officeDocument/2006/relationships/image" Target="../media/image67.wmf"/><Relationship Id="rId41" Type="http://schemas.openxmlformats.org/officeDocument/2006/relationships/oleObject" Target="../embeddings/oleObject62.bin"/><Relationship Id="rId54" Type="http://schemas.openxmlformats.org/officeDocument/2006/relationships/image" Target="../media/image84.wmf"/><Relationship Id="rId62" Type="http://schemas.openxmlformats.org/officeDocument/2006/relationships/image" Target="../media/image88.wmf"/><Relationship Id="rId1" Type="http://schemas.openxmlformats.org/officeDocument/2006/relationships/slideLayout" Target="../slideLayouts/slideLayout22.xml"/><Relationship Id="rId6" Type="http://schemas.openxmlformats.org/officeDocument/2006/relationships/image" Target="../media/image12.wmf"/><Relationship Id="rId15" Type="http://schemas.openxmlformats.org/officeDocument/2006/relationships/oleObject" Target="../embeddings/oleObject49.bin"/><Relationship Id="rId23" Type="http://schemas.openxmlformats.org/officeDocument/2006/relationships/oleObject" Target="../embeddings/oleObject53.bin"/><Relationship Id="rId28" Type="http://schemas.openxmlformats.org/officeDocument/2006/relationships/image" Target="../media/image71.wmf"/><Relationship Id="rId36" Type="http://schemas.openxmlformats.org/officeDocument/2006/relationships/image" Target="../media/image75.wmf"/><Relationship Id="rId49" Type="http://schemas.openxmlformats.org/officeDocument/2006/relationships/oleObject" Target="../embeddings/oleObject66.bin"/><Relationship Id="rId57" Type="http://schemas.openxmlformats.org/officeDocument/2006/relationships/oleObject" Target="../embeddings/oleObject70.bin"/><Relationship Id="rId10" Type="http://schemas.openxmlformats.org/officeDocument/2006/relationships/image" Target="../media/image14.wmf"/><Relationship Id="rId31" Type="http://schemas.openxmlformats.org/officeDocument/2006/relationships/oleObject" Target="../embeddings/oleObject57.bin"/><Relationship Id="rId44" Type="http://schemas.openxmlformats.org/officeDocument/2006/relationships/image" Target="../media/image79.wmf"/><Relationship Id="rId52" Type="http://schemas.openxmlformats.org/officeDocument/2006/relationships/image" Target="../media/image83.wmf"/><Relationship Id="rId60" Type="http://schemas.openxmlformats.org/officeDocument/2006/relationships/image" Target="../media/image87.wmf"/><Relationship Id="rId4" Type="http://schemas.openxmlformats.org/officeDocument/2006/relationships/image" Target="../media/image61.wmf"/><Relationship Id="rId9" Type="http://schemas.openxmlformats.org/officeDocument/2006/relationships/oleObject" Target="../embeddings/oleObject4.bin"/></Relationships>
</file>

<file path=ppt/slides/_rels/slide21.x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oleObject" Target="../embeddings/oleObject73.bin"/><Relationship Id="rId1" Type="http://schemas.openxmlformats.org/officeDocument/2006/relationships/slideLayout" Target="../slideLayouts/slideLayout20.xml"/><Relationship Id="rId5" Type="http://schemas.openxmlformats.org/officeDocument/2006/relationships/image" Target="../media/image90.wmf"/><Relationship Id="rId4" Type="http://schemas.openxmlformats.org/officeDocument/2006/relationships/oleObject" Target="../embeddings/oleObject74.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78.bin"/><Relationship Id="rId3" Type="http://schemas.openxmlformats.org/officeDocument/2006/relationships/image" Target="../media/image91.wmf"/><Relationship Id="rId7" Type="http://schemas.openxmlformats.org/officeDocument/2006/relationships/image" Target="../media/image93.wmf"/><Relationship Id="rId2" Type="http://schemas.openxmlformats.org/officeDocument/2006/relationships/oleObject" Target="../embeddings/oleObject75.bin"/><Relationship Id="rId1" Type="http://schemas.openxmlformats.org/officeDocument/2006/relationships/slideLayout" Target="../slideLayouts/slideLayout21.xml"/><Relationship Id="rId6" Type="http://schemas.openxmlformats.org/officeDocument/2006/relationships/oleObject" Target="../embeddings/oleObject77.bin"/><Relationship Id="rId11" Type="http://schemas.openxmlformats.org/officeDocument/2006/relationships/image" Target="../media/image95.wmf"/><Relationship Id="rId5" Type="http://schemas.openxmlformats.org/officeDocument/2006/relationships/image" Target="../media/image92.wmf"/><Relationship Id="rId10" Type="http://schemas.openxmlformats.org/officeDocument/2006/relationships/oleObject" Target="../embeddings/oleObject79.bin"/><Relationship Id="rId4" Type="http://schemas.openxmlformats.org/officeDocument/2006/relationships/oleObject" Target="../embeddings/oleObject76.bin"/><Relationship Id="rId9" Type="http://schemas.openxmlformats.org/officeDocument/2006/relationships/image" Target="../media/image94.wmf"/></Relationships>
</file>

<file path=ppt/slides/_rels/slide23.xml.rels><?xml version="1.0" encoding="UTF-8" standalone="yes"?>
<Relationships xmlns="http://schemas.openxmlformats.org/package/2006/relationships"><Relationship Id="rId3" Type="http://schemas.openxmlformats.org/officeDocument/2006/relationships/image" Target="../media/image96.wmf"/><Relationship Id="rId2" Type="http://schemas.openxmlformats.org/officeDocument/2006/relationships/oleObject" Target="../embeddings/oleObject80.bin"/><Relationship Id="rId1" Type="http://schemas.openxmlformats.org/officeDocument/2006/relationships/slideLayout" Target="../slideLayouts/slideLayout20.xml"/><Relationship Id="rId5" Type="http://schemas.openxmlformats.org/officeDocument/2006/relationships/image" Target="../media/image97.wmf"/><Relationship Id="rId4" Type="http://schemas.openxmlformats.org/officeDocument/2006/relationships/oleObject" Target="../embeddings/oleObject81.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3" Type="http://schemas.openxmlformats.org/officeDocument/2006/relationships/image" Target="../media/image98.wmf"/><Relationship Id="rId2" Type="http://schemas.openxmlformats.org/officeDocument/2006/relationships/oleObject" Target="../embeddings/oleObject82.bin"/><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3" Type="http://schemas.openxmlformats.org/officeDocument/2006/relationships/image" Target="../media/image99.wmf"/><Relationship Id="rId2" Type="http://schemas.openxmlformats.org/officeDocument/2006/relationships/oleObject" Target="../embeddings/oleObject83.bin"/><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oleObject" Target="../embeddings/oleObject84.bin"/><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3" Type="http://schemas.openxmlformats.org/officeDocument/2006/relationships/slide" Target="slide82.xml"/><Relationship Id="rId2" Type="http://schemas.openxmlformats.org/officeDocument/2006/relationships/image" Target="../media/image101.png"/><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3" Type="http://schemas.openxmlformats.org/officeDocument/2006/relationships/slide" Target="slide83.xml"/><Relationship Id="rId2" Type="http://schemas.openxmlformats.org/officeDocument/2006/relationships/image" Target="../media/image102.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03.wmf"/><Relationship Id="rId2" Type="http://schemas.openxmlformats.org/officeDocument/2006/relationships/oleObject" Target="../embeddings/oleObject85.bin"/><Relationship Id="rId1" Type="http://schemas.openxmlformats.org/officeDocument/2006/relationships/slideLayout" Target="../slideLayouts/slideLayout20.xml"/><Relationship Id="rId5" Type="http://schemas.openxmlformats.org/officeDocument/2006/relationships/image" Target="../media/image104.wmf"/><Relationship Id="rId4" Type="http://schemas.openxmlformats.org/officeDocument/2006/relationships/oleObject" Target="../embeddings/oleObject86.bin"/></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105.wmf"/><Relationship Id="rId2" Type="http://schemas.openxmlformats.org/officeDocument/2006/relationships/oleObject" Target="../embeddings/oleObject87.bin"/><Relationship Id="rId1" Type="http://schemas.openxmlformats.org/officeDocument/2006/relationships/slideLayout" Target="../slideLayouts/slideLayout20.xml"/><Relationship Id="rId5" Type="http://schemas.openxmlformats.org/officeDocument/2006/relationships/image" Target="../media/image106.wmf"/><Relationship Id="rId4" Type="http://schemas.openxmlformats.org/officeDocument/2006/relationships/oleObject" Target="../embeddings/oleObject88.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8" Type="http://schemas.openxmlformats.org/officeDocument/2006/relationships/slide" Target="slide84.xml"/><Relationship Id="rId3" Type="http://schemas.openxmlformats.org/officeDocument/2006/relationships/image" Target="../media/image107.wmf"/><Relationship Id="rId7" Type="http://schemas.openxmlformats.org/officeDocument/2006/relationships/image" Target="../media/image110.png"/><Relationship Id="rId2" Type="http://schemas.openxmlformats.org/officeDocument/2006/relationships/oleObject" Target="../embeddings/oleObject89.bin"/><Relationship Id="rId1" Type="http://schemas.openxmlformats.org/officeDocument/2006/relationships/slideLayout" Target="../slideLayouts/slideLayout21.xml"/><Relationship Id="rId6" Type="http://schemas.openxmlformats.org/officeDocument/2006/relationships/image" Target="../media/image109.wmf"/><Relationship Id="rId5" Type="http://schemas.openxmlformats.org/officeDocument/2006/relationships/oleObject" Target="../embeddings/oleObject90.bin"/><Relationship Id="rId4" Type="http://schemas.openxmlformats.org/officeDocument/2006/relationships/image" Target="../media/image108.png"/></Relationships>
</file>

<file path=ppt/slides/_rels/slide36.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image" Target="../media/image111.wmf"/><Relationship Id="rId7" Type="http://schemas.openxmlformats.org/officeDocument/2006/relationships/image" Target="../media/image113.wmf"/><Relationship Id="rId2" Type="http://schemas.openxmlformats.org/officeDocument/2006/relationships/oleObject" Target="../embeddings/oleObject91.bin"/><Relationship Id="rId1" Type="http://schemas.openxmlformats.org/officeDocument/2006/relationships/slideLayout" Target="../slideLayouts/slideLayout21.xml"/><Relationship Id="rId6" Type="http://schemas.openxmlformats.org/officeDocument/2006/relationships/oleObject" Target="../embeddings/oleObject93.bin"/><Relationship Id="rId5" Type="http://schemas.openxmlformats.org/officeDocument/2006/relationships/image" Target="../media/image112.wmf"/><Relationship Id="rId4" Type="http://schemas.openxmlformats.org/officeDocument/2006/relationships/oleObject" Target="../embeddings/oleObject92.bin"/><Relationship Id="rId9" Type="http://schemas.openxmlformats.org/officeDocument/2006/relationships/slide" Target="slide85.xml"/></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97.bin"/><Relationship Id="rId13" Type="http://schemas.openxmlformats.org/officeDocument/2006/relationships/slide" Target="slide86.xml"/><Relationship Id="rId3" Type="http://schemas.openxmlformats.org/officeDocument/2006/relationships/image" Target="../media/image115.wmf"/><Relationship Id="rId7" Type="http://schemas.openxmlformats.org/officeDocument/2006/relationships/image" Target="../media/image117.wmf"/><Relationship Id="rId12" Type="http://schemas.openxmlformats.org/officeDocument/2006/relationships/image" Target="../media/image120.png"/><Relationship Id="rId2" Type="http://schemas.openxmlformats.org/officeDocument/2006/relationships/oleObject" Target="../embeddings/oleObject94.bin"/><Relationship Id="rId1" Type="http://schemas.openxmlformats.org/officeDocument/2006/relationships/slideLayout" Target="../slideLayouts/slideLayout21.xml"/><Relationship Id="rId6" Type="http://schemas.openxmlformats.org/officeDocument/2006/relationships/oleObject" Target="../embeddings/oleObject96.bin"/><Relationship Id="rId11" Type="http://schemas.openxmlformats.org/officeDocument/2006/relationships/image" Target="../media/image119.wmf"/><Relationship Id="rId5" Type="http://schemas.openxmlformats.org/officeDocument/2006/relationships/image" Target="../media/image116.wmf"/><Relationship Id="rId10" Type="http://schemas.openxmlformats.org/officeDocument/2006/relationships/oleObject" Target="../embeddings/oleObject98.bin"/><Relationship Id="rId4" Type="http://schemas.openxmlformats.org/officeDocument/2006/relationships/oleObject" Target="../embeddings/oleObject95.bin"/><Relationship Id="rId9" Type="http://schemas.openxmlformats.org/officeDocument/2006/relationships/image" Target="../media/image118.wmf"/></Relationships>
</file>

<file path=ppt/slides/_rels/slide38.xml.rels><?xml version="1.0" encoding="UTF-8" standalone="yes"?>
<Relationships xmlns="http://schemas.openxmlformats.org/package/2006/relationships"><Relationship Id="rId3" Type="http://schemas.openxmlformats.org/officeDocument/2006/relationships/image" Target="../media/image121.wmf"/><Relationship Id="rId7" Type="http://schemas.openxmlformats.org/officeDocument/2006/relationships/image" Target="../media/image123.wmf"/><Relationship Id="rId2" Type="http://schemas.openxmlformats.org/officeDocument/2006/relationships/oleObject" Target="../embeddings/oleObject99.bin"/><Relationship Id="rId1" Type="http://schemas.openxmlformats.org/officeDocument/2006/relationships/slideLayout" Target="../slideLayouts/slideLayout20.xml"/><Relationship Id="rId6" Type="http://schemas.openxmlformats.org/officeDocument/2006/relationships/oleObject" Target="../embeddings/oleObject101.bin"/><Relationship Id="rId5" Type="http://schemas.openxmlformats.org/officeDocument/2006/relationships/image" Target="../media/image122.wmf"/><Relationship Id="rId4" Type="http://schemas.openxmlformats.org/officeDocument/2006/relationships/oleObject" Target="../embeddings/oleObject100.bin"/></Relationships>
</file>

<file path=ppt/slides/_rels/slide39.xml.rels><?xml version="1.0" encoding="UTF-8" standalone="yes"?>
<Relationships xmlns="http://schemas.openxmlformats.org/package/2006/relationships"><Relationship Id="rId3" Type="http://schemas.openxmlformats.org/officeDocument/2006/relationships/image" Target="../media/image124.wmf"/><Relationship Id="rId7" Type="http://schemas.openxmlformats.org/officeDocument/2006/relationships/slide" Target="slide87.xml"/><Relationship Id="rId2" Type="http://schemas.openxmlformats.org/officeDocument/2006/relationships/oleObject" Target="../embeddings/oleObject102.bin"/><Relationship Id="rId1" Type="http://schemas.openxmlformats.org/officeDocument/2006/relationships/slideLayout" Target="../slideLayouts/slideLayout21.xml"/><Relationship Id="rId6" Type="http://schemas.openxmlformats.org/officeDocument/2006/relationships/image" Target="../media/image126.png"/><Relationship Id="rId5" Type="http://schemas.openxmlformats.org/officeDocument/2006/relationships/image" Target="../media/image125.emf"/><Relationship Id="rId4" Type="http://schemas.openxmlformats.org/officeDocument/2006/relationships/oleObject" Target="../embeddings/oleObject103.bin"/></Relationships>
</file>

<file path=ppt/slides/_rels/slide40.xml.rels><?xml version="1.0" encoding="UTF-8" standalone="yes"?>
<Relationships xmlns="http://schemas.openxmlformats.org/package/2006/relationships"><Relationship Id="rId3" Type="http://schemas.openxmlformats.org/officeDocument/2006/relationships/image" Target="../media/image127.wmf"/><Relationship Id="rId2" Type="http://schemas.openxmlformats.org/officeDocument/2006/relationships/oleObject" Target="../embeddings/oleObject104.bin"/><Relationship Id="rId1" Type="http://schemas.openxmlformats.org/officeDocument/2006/relationships/slideLayout" Target="../slideLayouts/slideLayout22.xml"/><Relationship Id="rId5" Type="http://schemas.openxmlformats.org/officeDocument/2006/relationships/slide" Target="slide88.xml"/><Relationship Id="rId4" Type="http://schemas.openxmlformats.org/officeDocument/2006/relationships/image" Target="../media/image128.png"/></Relationships>
</file>

<file path=ppt/slides/_rels/slide41.xml.rels><?xml version="1.0" encoding="UTF-8" standalone="yes"?>
<Relationships xmlns="http://schemas.openxmlformats.org/package/2006/relationships"><Relationship Id="rId3" Type="http://schemas.openxmlformats.org/officeDocument/2006/relationships/slide" Target="slide89.xml"/><Relationship Id="rId2" Type="http://schemas.openxmlformats.org/officeDocument/2006/relationships/image" Target="../media/image129.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108.bin"/><Relationship Id="rId13" Type="http://schemas.openxmlformats.org/officeDocument/2006/relationships/image" Target="../media/image135.wmf"/><Relationship Id="rId3" Type="http://schemas.openxmlformats.org/officeDocument/2006/relationships/image" Target="../media/image130.wmf"/><Relationship Id="rId7" Type="http://schemas.openxmlformats.org/officeDocument/2006/relationships/image" Target="../media/image132.wmf"/><Relationship Id="rId12" Type="http://schemas.openxmlformats.org/officeDocument/2006/relationships/oleObject" Target="../embeddings/oleObject110.bin"/><Relationship Id="rId2" Type="http://schemas.openxmlformats.org/officeDocument/2006/relationships/oleObject" Target="../embeddings/oleObject105.bin"/><Relationship Id="rId1" Type="http://schemas.openxmlformats.org/officeDocument/2006/relationships/slideLayout" Target="../slideLayouts/slideLayout21.xml"/><Relationship Id="rId6" Type="http://schemas.openxmlformats.org/officeDocument/2006/relationships/oleObject" Target="../embeddings/oleObject107.bin"/><Relationship Id="rId11" Type="http://schemas.openxmlformats.org/officeDocument/2006/relationships/image" Target="../media/image134.wmf"/><Relationship Id="rId5" Type="http://schemas.openxmlformats.org/officeDocument/2006/relationships/image" Target="../media/image131.wmf"/><Relationship Id="rId15" Type="http://schemas.openxmlformats.org/officeDocument/2006/relationships/slide" Target="slide90.xml"/><Relationship Id="rId10" Type="http://schemas.openxmlformats.org/officeDocument/2006/relationships/oleObject" Target="../embeddings/oleObject109.bin"/><Relationship Id="rId4" Type="http://schemas.openxmlformats.org/officeDocument/2006/relationships/oleObject" Target="../embeddings/oleObject106.bin"/><Relationship Id="rId9" Type="http://schemas.openxmlformats.org/officeDocument/2006/relationships/image" Target="../media/image133.wmf"/><Relationship Id="rId14" Type="http://schemas.openxmlformats.org/officeDocument/2006/relationships/image" Target="../media/image136.png"/></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114.bin"/><Relationship Id="rId13" Type="http://schemas.openxmlformats.org/officeDocument/2006/relationships/image" Target="../media/image142.wmf"/><Relationship Id="rId3" Type="http://schemas.openxmlformats.org/officeDocument/2006/relationships/image" Target="../media/image137.wmf"/><Relationship Id="rId7" Type="http://schemas.openxmlformats.org/officeDocument/2006/relationships/image" Target="../media/image139.wmf"/><Relationship Id="rId12" Type="http://schemas.openxmlformats.org/officeDocument/2006/relationships/oleObject" Target="../embeddings/oleObject116.bin"/><Relationship Id="rId2" Type="http://schemas.openxmlformats.org/officeDocument/2006/relationships/oleObject" Target="../embeddings/oleObject111.bin"/><Relationship Id="rId1" Type="http://schemas.openxmlformats.org/officeDocument/2006/relationships/slideLayout" Target="../slideLayouts/slideLayout21.xml"/><Relationship Id="rId6" Type="http://schemas.openxmlformats.org/officeDocument/2006/relationships/oleObject" Target="../embeddings/oleObject113.bin"/><Relationship Id="rId11" Type="http://schemas.openxmlformats.org/officeDocument/2006/relationships/image" Target="../media/image141.wmf"/><Relationship Id="rId5" Type="http://schemas.openxmlformats.org/officeDocument/2006/relationships/image" Target="../media/image138.wmf"/><Relationship Id="rId10" Type="http://schemas.openxmlformats.org/officeDocument/2006/relationships/oleObject" Target="../embeddings/oleObject115.bin"/><Relationship Id="rId4" Type="http://schemas.openxmlformats.org/officeDocument/2006/relationships/oleObject" Target="../embeddings/oleObject112.bin"/><Relationship Id="rId9" Type="http://schemas.openxmlformats.org/officeDocument/2006/relationships/image" Target="../media/image140.wmf"/></Relationships>
</file>

<file path=ppt/slides/_rels/slide44.xml.rels><?xml version="1.0" encoding="UTF-8" standalone="yes"?>
<Relationships xmlns="http://schemas.openxmlformats.org/package/2006/relationships"><Relationship Id="rId3" Type="http://schemas.openxmlformats.org/officeDocument/2006/relationships/image" Target="../media/image143.wmf"/><Relationship Id="rId7" Type="http://schemas.openxmlformats.org/officeDocument/2006/relationships/image" Target="../media/image145.wmf"/><Relationship Id="rId2" Type="http://schemas.openxmlformats.org/officeDocument/2006/relationships/oleObject" Target="../embeddings/oleObject117.bin"/><Relationship Id="rId1" Type="http://schemas.openxmlformats.org/officeDocument/2006/relationships/slideLayout" Target="../slideLayouts/slideLayout20.xml"/><Relationship Id="rId6" Type="http://schemas.openxmlformats.org/officeDocument/2006/relationships/oleObject" Target="../embeddings/oleObject119.bin"/><Relationship Id="rId5" Type="http://schemas.openxmlformats.org/officeDocument/2006/relationships/image" Target="../media/image144.wmf"/><Relationship Id="rId4" Type="http://schemas.openxmlformats.org/officeDocument/2006/relationships/oleObject" Target="../embeddings/oleObject118.bin"/></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123.bin"/><Relationship Id="rId3" Type="http://schemas.openxmlformats.org/officeDocument/2006/relationships/image" Target="../media/image146.wmf"/><Relationship Id="rId7" Type="http://schemas.openxmlformats.org/officeDocument/2006/relationships/image" Target="../media/image148.wmf"/><Relationship Id="rId2" Type="http://schemas.openxmlformats.org/officeDocument/2006/relationships/oleObject" Target="../embeddings/oleObject120.bin"/><Relationship Id="rId1" Type="http://schemas.openxmlformats.org/officeDocument/2006/relationships/slideLayout" Target="../slideLayouts/slideLayout21.xml"/><Relationship Id="rId6" Type="http://schemas.openxmlformats.org/officeDocument/2006/relationships/oleObject" Target="../embeddings/oleObject122.bin"/><Relationship Id="rId5" Type="http://schemas.openxmlformats.org/officeDocument/2006/relationships/image" Target="../media/image147.wmf"/><Relationship Id="rId4" Type="http://schemas.openxmlformats.org/officeDocument/2006/relationships/oleObject" Target="../embeddings/oleObject121.bin"/><Relationship Id="rId9" Type="http://schemas.openxmlformats.org/officeDocument/2006/relationships/image" Target="../media/image149.wmf"/></Relationships>
</file>

<file path=ppt/slides/_rels/slide46.xml.rels><?xml version="1.0" encoding="UTF-8" standalone="yes"?>
<Relationships xmlns="http://schemas.openxmlformats.org/package/2006/relationships"><Relationship Id="rId3" Type="http://schemas.openxmlformats.org/officeDocument/2006/relationships/image" Target="../media/image150.wmf"/><Relationship Id="rId2" Type="http://schemas.openxmlformats.org/officeDocument/2006/relationships/oleObject" Target="../embeddings/oleObject124.bin"/><Relationship Id="rId1" Type="http://schemas.openxmlformats.org/officeDocument/2006/relationships/slideLayout" Target="../slideLayouts/slideLayout20.xml"/></Relationships>
</file>

<file path=ppt/slides/_rels/slide47.xml.rels><?xml version="1.0" encoding="UTF-8" standalone="yes"?>
<Relationships xmlns="http://schemas.openxmlformats.org/package/2006/relationships"><Relationship Id="rId3" Type="http://schemas.openxmlformats.org/officeDocument/2006/relationships/slide" Target="slide91.xml"/><Relationship Id="rId2" Type="http://schemas.openxmlformats.org/officeDocument/2006/relationships/image" Target="../media/image151.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152.wmf"/><Relationship Id="rId7" Type="http://schemas.openxmlformats.org/officeDocument/2006/relationships/image" Target="../media/image154.wmf"/><Relationship Id="rId2" Type="http://schemas.openxmlformats.org/officeDocument/2006/relationships/oleObject" Target="../embeddings/oleObject125.bin"/><Relationship Id="rId1" Type="http://schemas.openxmlformats.org/officeDocument/2006/relationships/slideLayout" Target="../slideLayouts/slideLayout20.xml"/><Relationship Id="rId6" Type="http://schemas.openxmlformats.org/officeDocument/2006/relationships/oleObject" Target="../embeddings/oleObject127.bin"/><Relationship Id="rId5" Type="http://schemas.openxmlformats.org/officeDocument/2006/relationships/image" Target="../media/image153.wmf"/><Relationship Id="rId4" Type="http://schemas.openxmlformats.org/officeDocument/2006/relationships/oleObject" Target="../embeddings/oleObject126.bin"/></Relationships>
</file>

<file path=ppt/slides/_rels/slide49.xml.rels><?xml version="1.0" encoding="UTF-8" standalone="yes"?>
<Relationships xmlns="http://schemas.openxmlformats.org/package/2006/relationships"><Relationship Id="rId3" Type="http://schemas.openxmlformats.org/officeDocument/2006/relationships/image" Target="../media/image155.wmf"/><Relationship Id="rId7" Type="http://schemas.openxmlformats.org/officeDocument/2006/relationships/image" Target="../media/image157.wmf"/><Relationship Id="rId2" Type="http://schemas.openxmlformats.org/officeDocument/2006/relationships/oleObject" Target="../embeddings/oleObject128.bin"/><Relationship Id="rId1" Type="http://schemas.openxmlformats.org/officeDocument/2006/relationships/slideLayout" Target="../slideLayouts/slideLayout20.xml"/><Relationship Id="rId6" Type="http://schemas.openxmlformats.org/officeDocument/2006/relationships/oleObject" Target="../embeddings/oleObject130.bin"/><Relationship Id="rId5" Type="http://schemas.openxmlformats.org/officeDocument/2006/relationships/image" Target="../media/image156.wmf"/><Relationship Id="rId4" Type="http://schemas.openxmlformats.org/officeDocument/2006/relationships/oleObject" Target="../embeddings/oleObject129.bin"/></Relationships>
</file>

<file path=ppt/slides/_rels/slide50.xml.rels><?xml version="1.0" encoding="UTF-8" standalone="yes"?>
<Relationships xmlns="http://schemas.openxmlformats.org/package/2006/relationships"><Relationship Id="rId3" Type="http://schemas.openxmlformats.org/officeDocument/2006/relationships/image" Target="../media/image158.wmf"/><Relationship Id="rId2" Type="http://schemas.openxmlformats.org/officeDocument/2006/relationships/oleObject" Target="../embeddings/oleObject131.bin"/><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17" Type="http://schemas.openxmlformats.org/officeDocument/2006/relationships/oleObject" Target="../embeddings/oleObject189.bin"/><Relationship Id="rId21" Type="http://schemas.openxmlformats.org/officeDocument/2006/relationships/oleObject" Target="../embeddings/oleObject141.bin"/><Relationship Id="rId42" Type="http://schemas.openxmlformats.org/officeDocument/2006/relationships/image" Target="../media/image178.wmf"/><Relationship Id="rId63" Type="http://schemas.openxmlformats.org/officeDocument/2006/relationships/oleObject" Target="../embeddings/oleObject162.bin"/><Relationship Id="rId84" Type="http://schemas.openxmlformats.org/officeDocument/2006/relationships/image" Target="../media/image199.wmf"/><Relationship Id="rId138" Type="http://schemas.openxmlformats.org/officeDocument/2006/relationships/image" Target="../media/image226.wmf"/><Relationship Id="rId107" Type="http://schemas.openxmlformats.org/officeDocument/2006/relationships/oleObject" Target="../embeddings/oleObject184.bin"/><Relationship Id="rId11" Type="http://schemas.openxmlformats.org/officeDocument/2006/relationships/oleObject" Target="../embeddings/oleObject136.bin"/><Relationship Id="rId32" Type="http://schemas.openxmlformats.org/officeDocument/2006/relationships/image" Target="../media/image173.wmf"/><Relationship Id="rId53" Type="http://schemas.openxmlformats.org/officeDocument/2006/relationships/oleObject" Target="../embeddings/oleObject157.bin"/><Relationship Id="rId74" Type="http://schemas.openxmlformats.org/officeDocument/2006/relationships/image" Target="../media/image194.wmf"/><Relationship Id="rId128" Type="http://schemas.openxmlformats.org/officeDocument/2006/relationships/image" Target="../media/image221.wmf"/><Relationship Id="rId149" Type="http://schemas.openxmlformats.org/officeDocument/2006/relationships/oleObject" Target="../embeddings/oleObject205.bin"/><Relationship Id="rId5" Type="http://schemas.openxmlformats.org/officeDocument/2006/relationships/oleObject" Target="../embeddings/oleObject133.bin"/><Relationship Id="rId95" Type="http://schemas.openxmlformats.org/officeDocument/2006/relationships/oleObject" Target="../embeddings/oleObject178.bin"/><Relationship Id="rId22" Type="http://schemas.openxmlformats.org/officeDocument/2006/relationships/image" Target="../media/image168.wmf"/><Relationship Id="rId27" Type="http://schemas.openxmlformats.org/officeDocument/2006/relationships/oleObject" Target="../embeddings/oleObject144.bin"/><Relationship Id="rId43" Type="http://schemas.openxmlformats.org/officeDocument/2006/relationships/oleObject" Target="../embeddings/oleObject152.bin"/><Relationship Id="rId48" Type="http://schemas.openxmlformats.org/officeDocument/2006/relationships/image" Target="../media/image181.wmf"/><Relationship Id="rId64" Type="http://schemas.openxmlformats.org/officeDocument/2006/relationships/image" Target="../media/image189.wmf"/><Relationship Id="rId69" Type="http://schemas.openxmlformats.org/officeDocument/2006/relationships/oleObject" Target="../embeddings/oleObject165.bin"/><Relationship Id="rId113" Type="http://schemas.openxmlformats.org/officeDocument/2006/relationships/oleObject" Target="../embeddings/oleObject187.bin"/><Relationship Id="rId118" Type="http://schemas.openxmlformats.org/officeDocument/2006/relationships/image" Target="../media/image216.wmf"/><Relationship Id="rId134" Type="http://schemas.openxmlformats.org/officeDocument/2006/relationships/image" Target="../media/image224.wmf"/><Relationship Id="rId139" Type="http://schemas.openxmlformats.org/officeDocument/2006/relationships/oleObject" Target="../embeddings/oleObject200.bin"/><Relationship Id="rId80" Type="http://schemas.openxmlformats.org/officeDocument/2006/relationships/image" Target="../media/image197.wmf"/><Relationship Id="rId85" Type="http://schemas.openxmlformats.org/officeDocument/2006/relationships/oleObject" Target="../embeddings/oleObject173.bin"/><Relationship Id="rId150" Type="http://schemas.openxmlformats.org/officeDocument/2006/relationships/image" Target="../media/image232.wmf"/><Relationship Id="rId12" Type="http://schemas.openxmlformats.org/officeDocument/2006/relationships/image" Target="../media/image163.wmf"/><Relationship Id="rId17" Type="http://schemas.openxmlformats.org/officeDocument/2006/relationships/oleObject" Target="../embeddings/oleObject139.bin"/><Relationship Id="rId33" Type="http://schemas.openxmlformats.org/officeDocument/2006/relationships/oleObject" Target="../embeddings/oleObject147.bin"/><Relationship Id="rId38" Type="http://schemas.openxmlformats.org/officeDocument/2006/relationships/image" Target="../media/image176.wmf"/><Relationship Id="rId59" Type="http://schemas.openxmlformats.org/officeDocument/2006/relationships/oleObject" Target="../embeddings/oleObject160.bin"/><Relationship Id="rId103" Type="http://schemas.openxmlformats.org/officeDocument/2006/relationships/oleObject" Target="../embeddings/oleObject182.bin"/><Relationship Id="rId108" Type="http://schemas.openxmlformats.org/officeDocument/2006/relationships/image" Target="../media/image211.wmf"/><Relationship Id="rId124" Type="http://schemas.openxmlformats.org/officeDocument/2006/relationships/image" Target="../media/image219.wmf"/><Relationship Id="rId129" Type="http://schemas.openxmlformats.org/officeDocument/2006/relationships/oleObject" Target="../embeddings/oleObject195.bin"/><Relationship Id="rId54" Type="http://schemas.openxmlformats.org/officeDocument/2006/relationships/image" Target="../media/image184.wmf"/><Relationship Id="rId70" Type="http://schemas.openxmlformats.org/officeDocument/2006/relationships/image" Target="../media/image192.wmf"/><Relationship Id="rId75" Type="http://schemas.openxmlformats.org/officeDocument/2006/relationships/oleObject" Target="../embeddings/oleObject168.bin"/><Relationship Id="rId91" Type="http://schemas.openxmlformats.org/officeDocument/2006/relationships/oleObject" Target="../embeddings/oleObject176.bin"/><Relationship Id="rId96" Type="http://schemas.openxmlformats.org/officeDocument/2006/relationships/image" Target="../media/image205.wmf"/><Relationship Id="rId140" Type="http://schemas.openxmlformats.org/officeDocument/2006/relationships/image" Target="../media/image227.wmf"/><Relationship Id="rId145" Type="http://schemas.openxmlformats.org/officeDocument/2006/relationships/oleObject" Target="../embeddings/oleObject203.bin"/><Relationship Id="rId1" Type="http://schemas.openxmlformats.org/officeDocument/2006/relationships/slideLayout" Target="../slideLayouts/slideLayout15.xml"/><Relationship Id="rId6" Type="http://schemas.openxmlformats.org/officeDocument/2006/relationships/image" Target="../media/image160.wmf"/><Relationship Id="rId23" Type="http://schemas.openxmlformats.org/officeDocument/2006/relationships/oleObject" Target="../embeddings/oleObject142.bin"/><Relationship Id="rId28" Type="http://schemas.openxmlformats.org/officeDocument/2006/relationships/image" Target="../media/image171.wmf"/><Relationship Id="rId49" Type="http://schemas.openxmlformats.org/officeDocument/2006/relationships/oleObject" Target="../embeddings/oleObject155.bin"/><Relationship Id="rId114" Type="http://schemas.openxmlformats.org/officeDocument/2006/relationships/image" Target="../media/image214.wmf"/><Relationship Id="rId119" Type="http://schemas.openxmlformats.org/officeDocument/2006/relationships/oleObject" Target="../embeddings/oleObject190.bin"/><Relationship Id="rId44" Type="http://schemas.openxmlformats.org/officeDocument/2006/relationships/image" Target="../media/image179.wmf"/><Relationship Id="rId60" Type="http://schemas.openxmlformats.org/officeDocument/2006/relationships/image" Target="../media/image187.wmf"/><Relationship Id="rId65" Type="http://schemas.openxmlformats.org/officeDocument/2006/relationships/oleObject" Target="../embeddings/oleObject163.bin"/><Relationship Id="rId81" Type="http://schemas.openxmlformats.org/officeDocument/2006/relationships/oleObject" Target="../embeddings/oleObject171.bin"/><Relationship Id="rId86" Type="http://schemas.openxmlformats.org/officeDocument/2006/relationships/image" Target="../media/image200.wmf"/><Relationship Id="rId130" Type="http://schemas.openxmlformats.org/officeDocument/2006/relationships/image" Target="../media/image222.wmf"/><Relationship Id="rId135" Type="http://schemas.openxmlformats.org/officeDocument/2006/relationships/oleObject" Target="../embeddings/oleObject198.bin"/><Relationship Id="rId151" Type="http://schemas.openxmlformats.org/officeDocument/2006/relationships/oleObject" Target="../embeddings/oleObject206.bin"/><Relationship Id="rId13" Type="http://schemas.openxmlformats.org/officeDocument/2006/relationships/oleObject" Target="../embeddings/oleObject137.bin"/><Relationship Id="rId18" Type="http://schemas.openxmlformats.org/officeDocument/2006/relationships/image" Target="../media/image166.wmf"/><Relationship Id="rId39" Type="http://schemas.openxmlformats.org/officeDocument/2006/relationships/oleObject" Target="../embeddings/oleObject150.bin"/><Relationship Id="rId109" Type="http://schemas.openxmlformats.org/officeDocument/2006/relationships/oleObject" Target="../embeddings/oleObject185.bin"/><Relationship Id="rId34" Type="http://schemas.openxmlformats.org/officeDocument/2006/relationships/image" Target="../media/image174.wmf"/><Relationship Id="rId50" Type="http://schemas.openxmlformats.org/officeDocument/2006/relationships/image" Target="../media/image182.wmf"/><Relationship Id="rId55" Type="http://schemas.openxmlformats.org/officeDocument/2006/relationships/oleObject" Target="../embeddings/oleObject158.bin"/><Relationship Id="rId76" Type="http://schemas.openxmlformats.org/officeDocument/2006/relationships/image" Target="../media/image195.wmf"/><Relationship Id="rId97" Type="http://schemas.openxmlformats.org/officeDocument/2006/relationships/oleObject" Target="../embeddings/oleObject179.bin"/><Relationship Id="rId104" Type="http://schemas.openxmlformats.org/officeDocument/2006/relationships/image" Target="../media/image209.wmf"/><Relationship Id="rId120" Type="http://schemas.openxmlformats.org/officeDocument/2006/relationships/image" Target="../media/image217.wmf"/><Relationship Id="rId125" Type="http://schemas.openxmlformats.org/officeDocument/2006/relationships/oleObject" Target="../embeddings/oleObject193.bin"/><Relationship Id="rId141" Type="http://schemas.openxmlformats.org/officeDocument/2006/relationships/oleObject" Target="../embeddings/oleObject201.bin"/><Relationship Id="rId146" Type="http://schemas.openxmlformats.org/officeDocument/2006/relationships/image" Target="../media/image230.wmf"/><Relationship Id="rId7" Type="http://schemas.openxmlformats.org/officeDocument/2006/relationships/oleObject" Target="../embeddings/oleObject134.bin"/><Relationship Id="rId71" Type="http://schemas.openxmlformats.org/officeDocument/2006/relationships/oleObject" Target="../embeddings/oleObject166.bin"/><Relationship Id="rId92" Type="http://schemas.openxmlformats.org/officeDocument/2006/relationships/image" Target="../media/image203.wmf"/><Relationship Id="rId2" Type="http://schemas.openxmlformats.org/officeDocument/2006/relationships/image" Target="../media/image9.png"/><Relationship Id="rId29" Type="http://schemas.openxmlformats.org/officeDocument/2006/relationships/oleObject" Target="../embeddings/oleObject145.bin"/><Relationship Id="rId24" Type="http://schemas.openxmlformats.org/officeDocument/2006/relationships/image" Target="../media/image169.wmf"/><Relationship Id="rId40" Type="http://schemas.openxmlformats.org/officeDocument/2006/relationships/image" Target="../media/image177.wmf"/><Relationship Id="rId45" Type="http://schemas.openxmlformats.org/officeDocument/2006/relationships/oleObject" Target="../embeddings/oleObject153.bin"/><Relationship Id="rId66" Type="http://schemas.openxmlformats.org/officeDocument/2006/relationships/image" Target="../media/image190.wmf"/><Relationship Id="rId87" Type="http://schemas.openxmlformats.org/officeDocument/2006/relationships/oleObject" Target="../embeddings/oleObject174.bin"/><Relationship Id="rId110" Type="http://schemas.openxmlformats.org/officeDocument/2006/relationships/image" Target="../media/image212.wmf"/><Relationship Id="rId115" Type="http://schemas.openxmlformats.org/officeDocument/2006/relationships/oleObject" Target="../embeddings/oleObject188.bin"/><Relationship Id="rId131" Type="http://schemas.openxmlformats.org/officeDocument/2006/relationships/oleObject" Target="../embeddings/oleObject196.bin"/><Relationship Id="rId136" Type="http://schemas.openxmlformats.org/officeDocument/2006/relationships/image" Target="../media/image225.wmf"/><Relationship Id="rId61" Type="http://schemas.openxmlformats.org/officeDocument/2006/relationships/oleObject" Target="../embeddings/oleObject161.bin"/><Relationship Id="rId82" Type="http://schemas.openxmlformats.org/officeDocument/2006/relationships/image" Target="../media/image198.wmf"/><Relationship Id="rId152" Type="http://schemas.openxmlformats.org/officeDocument/2006/relationships/image" Target="../media/image233.wmf"/><Relationship Id="rId19" Type="http://schemas.openxmlformats.org/officeDocument/2006/relationships/oleObject" Target="../embeddings/oleObject140.bin"/><Relationship Id="rId14" Type="http://schemas.openxmlformats.org/officeDocument/2006/relationships/image" Target="../media/image164.wmf"/><Relationship Id="rId30" Type="http://schemas.openxmlformats.org/officeDocument/2006/relationships/image" Target="../media/image172.wmf"/><Relationship Id="rId35" Type="http://schemas.openxmlformats.org/officeDocument/2006/relationships/oleObject" Target="../embeddings/oleObject148.bin"/><Relationship Id="rId56" Type="http://schemas.openxmlformats.org/officeDocument/2006/relationships/image" Target="../media/image185.wmf"/><Relationship Id="rId77" Type="http://schemas.openxmlformats.org/officeDocument/2006/relationships/oleObject" Target="../embeddings/oleObject169.bin"/><Relationship Id="rId100" Type="http://schemas.openxmlformats.org/officeDocument/2006/relationships/image" Target="../media/image207.wmf"/><Relationship Id="rId105" Type="http://schemas.openxmlformats.org/officeDocument/2006/relationships/oleObject" Target="../embeddings/oleObject183.bin"/><Relationship Id="rId126" Type="http://schemas.openxmlformats.org/officeDocument/2006/relationships/image" Target="../media/image220.wmf"/><Relationship Id="rId147" Type="http://schemas.openxmlformats.org/officeDocument/2006/relationships/oleObject" Target="../embeddings/oleObject204.bin"/><Relationship Id="rId8" Type="http://schemas.openxmlformats.org/officeDocument/2006/relationships/image" Target="../media/image161.wmf"/><Relationship Id="rId51" Type="http://schemas.openxmlformats.org/officeDocument/2006/relationships/oleObject" Target="../embeddings/oleObject156.bin"/><Relationship Id="rId72" Type="http://schemas.openxmlformats.org/officeDocument/2006/relationships/image" Target="../media/image193.wmf"/><Relationship Id="rId93" Type="http://schemas.openxmlformats.org/officeDocument/2006/relationships/oleObject" Target="../embeddings/oleObject177.bin"/><Relationship Id="rId98" Type="http://schemas.openxmlformats.org/officeDocument/2006/relationships/image" Target="../media/image206.wmf"/><Relationship Id="rId121" Type="http://schemas.openxmlformats.org/officeDocument/2006/relationships/oleObject" Target="../embeddings/oleObject191.bin"/><Relationship Id="rId142" Type="http://schemas.openxmlformats.org/officeDocument/2006/relationships/image" Target="../media/image228.wmf"/><Relationship Id="rId3" Type="http://schemas.openxmlformats.org/officeDocument/2006/relationships/oleObject" Target="../embeddings/oleObject132.bin"/><Relationship Id="rId25" Type="http://schemas.openxmlformats.org/officeDocument/2006/relationships/oleObject" Target="../embeddings/oleObject143.bin"/><Relationship Id="rId46" Type="http://schemas.openxmlformats.org/officeDocument/2006/relationships/image" Target="../media/image180.wmf"/><Relationship Id="rId67" Type="http://schemas.openxmlformats.org/officeDocument/2006/relationships/oleObject" Target="../embeddings/oleObject164.bin"/><Relationship Id="rId116" Type="http://schemas.openxmlformats.org/officeDocument/2006/relationships/image" Target="../media/image215.wmf"/><Relationship Id="rId137" Type="http://schemas.openxmlformats.org/officeDocument/2006/relationships/oleObject" Target="../embeddings/oleObject199.bin"/><Relationship Id="rId20" Type="http://schemas.openxmlformats.org/officeDocument/2006/relationships/image" Target="../media/image167.wmf"/><Relationship Id="rId41" Type="http://schemas.openxmlformats.org/officeDocument/2006/relationships/oleObject" Target="../embeddings/oleObject151.bin"/><Relationship Id="rId62" Type="http://schemas.openxmlformats.org/officeDocument/2006/relationships/image" Target="../media/image188.wmf"/><Relationship Id="rId83" Type="http://schemas.openxmlformats.org/officeDocument/2006/relationships/oleObject" Target="../embeddings/oleObject172.bin"/><Relationship Id="rId88" Type="http://schemas.openxmlformats.org/officeDocument/2006/relationships/image" Target="../media/image201.wmf"/><Relationship Id="rId111" Type="http://schemas.openxmlformats.org/officeDocument/2006/relationships/oleObject" Target="../embeddings/oleObject186.bin"/><Relationship Id="rId132" Type="http://schemas.openxmlformats.org/officeDocument/2006/relationships/image" Target="../media/image223.wmf"/><Relationship Id="rId153" Type="http://schemas.openxmlformats.org/officeDocument/2006/relationships/oleObject" Target="../embeddings/oleObject207.bin"/><Relationship Id="rId15" Type="http://schemas.openxmlformats.org/officeDocument/2006/relationships/oleObject" Target="../embeddings/oleObject138.bin"/><Relationship Id="rId36" Type="http://schemas.openxmlformats.org/officeDocument/2006/relationships/image" Target="../media/image175.wmf"/><Relationship Id="rId57" Type="http://schemas.openxmlformats.org/officeDocument/2006/relationships/oleObject" Target="../embeddings/oleObject159.bin"/><Relationship Id="rId106" Type="http://schemas.openxmlformats.org/officeDocument/2006/relationships/image" Target="../media/image210.wmf"/><Relationship Id="rId127" Type="http://schemas.openxmlformats.org/officeDocument/2006/relationships/oleObject" Target="../embeddings/oleObject194.bin"/><Relationship Id="rId10" Type="http://schemas.openxmlformats.org/officeDocument/2006/relationships/image" Target="../media/image162.wmf"/><Relationship Id="rId31" Type="http://schemas.openxmlformats.org/officeDocument/2006/relationships/oleObject" Target="../embeddings/oleObject146.bin"/><Relationship Id="rId52" Type="http://schemas.openxmlformats.org/officeDocument/2006/relationships/image" Target="../media/image183.wmf"/><Relationship Id="rId73" Type="http://schemas.openxmlformats.org/officeDocument/2006/relationships/oleObject" Target="../embeddings/oleObject167.bin"/><Relationship Id="rId78" Type="http://schemas.openxmlformats.org/officeDocument/2006/relationships/image" Target="../media/image196.wmf"/><Relationship Id="rId94" Type="http://schemas.openxmlformats.org/officeDocument/2006/relationships/image" Target="../media/image204.wmf"/><Relationship Id="rId99" Type="http://schemas.openxmlformats.org/officeDocument/2006/relationships/oleObject" Target="../embeddings/oleObject180.bin"/><Relationship Id="rId101" Type="http://schemas.openxmlformats.org/officeDocument/2006/relationships/oleObject" Target="../embeddings/oleObject181.bin"/><Relationship Id="rId122" Type="http://schemas.openxmlformats.org/officeDocument/2006/relationships/image" Target="../media/image218.wmf"/><Relationship Id="rId143" Type="http://schemas.openxmlformats.org/officeDocument/2006/relationships/oleObject" Target="../embeddings/oleObject202.bin"/><Relationship Id="rId148" Type="http://schemas.openxmlformats.org/officeDocument/2006/relationships/image" Target="../media/image231.wmf"/><Relationship Id="rId4" Type="http://schemas.openxmlformats.org/officeDocument/2006/relationships/image" Target="../media/image159.wmf"/><Relationship Id="rId9" Type="http://schemas.openxmlformats.org/officeDocument/2006/relationships/oleObject" Target="../embeddings/oleObject135.bin"/><Relationship Id="rId26" Type="http://schemas.openxmlformats.org/officeDocument/2006/relationships/image" Target="../media/image170.wmf"/><Relationship Id="rId47" Type="http://schemas.openxmlformats.org/officeDocument/2006/relationships/oleObject" Target="../embeddings/oleObject154.bin"/><Relationship Id="rId68" Type="http://schemas.openxmlformats.org/officeDocument/2006/relationships/image" Target="../media/image191.wmf"/><Relationship Id="rId89" Type="http://schemas.openxmlformats.org/officeDocument/2006/relationships/oleObject" Target="../embeddings/oleObject175.bin"/><Relationship Id="rId112" Type="http://schemas.openxmlformats.org/officeDocument/2006/relationships/image" Target="../media/image213.wmf"/><Relationship Id="rId133" Type="http://schemas.openxmlformats.org/officeDocument/2006/relationships/oleObject" Target="../embeddings/oleObject197.bin"/><Relationship Id="rId154" Type="http://schemas.openxmlformats.org/officeDocument/2006/relationships/image" Target="../media/image234.wmf"/><Relationship Id="rId16" Type="http://schemas.openxmlformats.org/officeDocument/2006/relationships/image" Target="../media/image165.wmf"/><Relationship Id="rId37" Type="http://schemas.openxmlformats.org/officeDocument/2006/relationships/oleObject" Target="../embeddings/oleObject149.bin"/><Relationship Id="rId58" Type="http://schemas.openxmlformats.org/officeDocument/2006/relationships/image" Target="../media/image186.wmf"/><Relationship Id="rId79" Type="http://schemas.openxmlformats.org/officeDocument/2006/relationships/oleObject" Target="../embeddings/oleObject170.bin"/><Relationship Id="rId102" Type="http://schemas.openxmlformats.org/officeDocument/2006/relationships/image" Target="../media/image208.wmf"/><Relationship Id="rId123" Type="http://schemas.openxmlformats.org/officeDocument/2006/relationships/oleObject" Target="../embeddings/oleObject192.bin"/><Relationship Id="rId144" Type="http://schemas.openxmlformats.org/officeDocument/2006/relationships/image" Target="../media/image229.wmf"/><Relationship Id="rId90" Type="http://schemas.openxmlformats.org/officeDocument/2006/relationships/image" Target="../media/image202.wmf"/></Relationships>
</file>

<file path=ppt/slides/_rels/slide52.xml.rels><?xml version="1.0" encoding="UTF-8" standalone="yes"?>
<Relationships xmlns="http://schemas.openxmlformats.org/package/2006/relationships"><Relationship Id="rId3" Type="http://schemas.openxmlformats.org/officeDocument/2006/relationships/image" Target="../media/image235.wmf"/><Relationship Id="rId2" Type="http://schemas.openxmlformats.org/officeDocument/2006/relationships/oleObject" Target="../embeddings/oleObject208.bin"/><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237.png"/><Relationship Id="rId2" Type="http://schemas.openxmlformats.org/officeDocument/2006/relationships/image" Target="../media/image236.png"/><Relationship Id="rId1" Type="http://schemas.openxmlformats.org/officeDocument/2006/relationships/slideLayout" Target="../slideLayouts/slideLayout13.xml"/><Relationship Id="rId4" Type="http://schemas.openxmlformats.org/officeDocument/2006/relationships/slide" Target="slide92.xml"/></Relationships>
</file>

<file path=ppt/slides/_rels/slide54.xml.rels><?xml version="1.0" encoding="UTF-8" standalone="yes"?>
<Relationships xmlns="http://schemas.openxmlformats.org/package/2006/relationships"><Relationship Id="rId3" Type="http://schemas.openxmlformats.org/officeDocument/2006/relationships/image" Target="../media/image238.wmf"/><Relationship Id="rId2" Type="http://schemas.openxmlformats.org/officeDocument/2006/relationships/oleObject" Target="../embeddings/oleObject209.bin"/><Relationship Id="rId1" Type="http://schemas.openxmlformats.org/officeDocument/2006/relationships/slideLayout" Target="../slideLayouts/slideLayout20.xml"/><Relationship Id="rId5" Type="http://schemas.openxmlformats.org/officeDocument/2006/relationships/image" Target="../media/image239.wmf"/><Relationship Id="rId4" Type="http://schemas.openxmlformats.org/officeDocument/2006/relationships/oleObject" Target="../embeddings/oleObject210.bin"/></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211.bin"/><Relationship Id="rId2" Type="http://schemas.openxmlformats.org/officeDocument/2006/relationships/image" Target="../media/image240.png"/><Relationship Id="rId1" Type="http://schemas.openxmlformats.org/officeDocument/2006/relationships/slideLayout" Target="../slideLayouts/slideLayout13.xml"/><Relationship Id="rId5" Type="http://schemas.openxmlformats.org/officeDocument/2006/relationships/slide" Target="slide93.xml"/><Relationship Id="rId4" Type="http://schemas.openxmlformats.org/officeDocument/2006/relationships/image" Target="../media/image241.wmf"/></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2.xml.rels><?xml version="1.0" encoding="UTF-8" standalone="yes"?>
<Relationships xmlns="http://schemas.openxmlformats.org/package/2006/relationships"><Relationship Id="rId3" Type="http://schemas.openxmlformats.org/officeDocument/2006/relationships/image" Target="../media/image242.wmf"/><Relationship Id="rId2" Type="http://schemas.openxmlformats.org/officeDocument/2006/relationships/oleObject" Target="../embeddings/oleObject212.bin"/><Relationship Id="rId1" Type="http://schemas.openxmlformats.org/officeDocument/2006/relationships/slideLayout" Target="../slideLayouts/slideLayout21.xml"/><Relationship Id="rId5" Type="http://schemas.openxmlformats.org/officeDocument/2006/relationships/image" Target="../media/image243.wmf"/><Relationship Id="rId4" Type="http://schemas.openxmlformats.org/officeDocument/2006/relationships/oleObject" Target="../embeddings/oleObject213.bin"/></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4.xml.rels><?xml version="1.0" encoding="UTF-8" standalone="yes"?>
<Relationships xmlns="http://schemas.openxmlformats.org/package/2006/relationships"><Relationship Id="rId3" Type="http://schemas.openxmlformats.org/officeDocument/2006/relationships/image" Target="../media/image244.wmf"/><Relationship Id="rId2" Type="http://schemas.openxmlformats.org/officeDocument/2006/relationships/oleObject" Target="../embeddings/oleObject214.bin"/><Relationship Id="rId1" Type="http://schemas.openxmlformats.org/officeDocument/2006/relationships/slideLayout" Target="../slideLayouts/slideLayout2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hyperlink" Target="http://www.datasciencecentral.com/" TargetMode="Externa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76.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77.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78.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9.xml.rels><?xml version="1.0" encoding="UTF-8" standalone="yes"?>
<Relationships xmlns="http://schemas.openxmlformats.org/package/2006/relationships"><Relationship Id="rId3" Type="http://schemas.openxmlformats.org/officeDocument/2006/relationships/slide" Target="slide12.xml"/><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0.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81.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82.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83.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84.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85.xml.rels><?xml version="1.0" encoding="UTF-8" standalone="yes"?>
<Relationships xmlns="http://schemas.openxmlformats.org/package/2006/relationships"><Relationship Id="rId3" Type="http://schemas.openxmlformats.org/officeDocument/2006/relationships/slide" Target="slide36.xml"/><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86.xml.rels><?xml version="1.0" encoding="UTF-8" standalone="yes"?>
<Relationships xmlns="http://schemas.openxmlformats.org/package/2006/relationships"><Relationship Id="rId3" Type="http://schemas.openxmlformats.org/officeDocument/2006/relationships/slide" Target="slide37.xml"/><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87.xml.rels><?xml version="1.0" encoding="UTF-8" standalone="yes"?>
<Relationships xmlns="http://schemas.openxmlformats.org/package/2006/relationships"><Relationship Id="rId3" Type="http://schemas.openxmlformats.org/officeDocument/2006/relationships/slide" Target="slide39.xml"/><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88.xml.rels><?xml version="1.0" encoding="UTF-8" standalone="yes"?>
<Relationships xmlns="http://schemas.openxmlformats.org/package/2006/relationships"><Relationship Id="rId3" Type="http://schemas.openxmlformats.org/officeDocument/2006/relationships/slide" Target="slide40.xml"/><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89.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90.xml.rels><?xml version="1.0" encoding="UTF-8" standalone="yes"?>
<Relationships xmlns="http://schemas.openxmlformats.org/package/2006/relationships"><Relationship Id="rId3" Type="http://schemas.openxmlformats.org/officeDocument/2006/relationships/slide" Target="slide42.xml"/><Relationship Id="rId2" Type="http://schemas.openxmlformats.org/officeDocument/2006/relationships/notesSlide" Target="../notesSlides/notesSlide18.xml"/><Relationship Id="rId1" Type="http://schemas.openxmlformats.org/officeDocument/2006/relationships/slideLayout" Target="../slideLayouts/slideLayout28.xml"/></Relationships>
</file>

<file path=ppt/slides/_rels/slide91.xml.rels><?xml version="1.0" encoding="UTF-8" standalone="yes"?>
<Relationships xmlns="http://schemas.openxmlformats.org/package/2006/relationships"><Relationship Id="rId3" Type="http://schemas.openxmlformats.org/officeDocument/2006/relationships/slide" Target="slide47.xml"/><Relationship Id="rId2" Type="http://schemas.openxmlformats.org/officeDocument/2006/relationships/notesSlide" Target="../notesSlides/notesSlide19.xml"/><Relationship Id="rId1" Type="http://schemas.openxmlformats.org/officeDocument/2006/relationships/slideLayout" Target="../slideLayouts/slideLayout28.xml"/></Relationships>
</file>

<file path=ppt/slides/_rels/slide92.xml.rels><?xml version="1.0" encoding="UTF-8" standalone="yes"?>
<Relationships xmlns="http://schemas.openxmlformats.org/package/2006/relationships"><Relationship Id="rId3" Type="http://schemas.openxmlformats.org/officeDocument/2006/relationships/slide" Target="slide53.xml"/><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93.xml.rels><?xml version="1.0" encoding="UTF-8" standalone="yes"?>
<Relationships xmlns="http://schemas.openxmlformats.org/package/2006/relationships"><Relationship Id="rId3" Type="http://schemas.openxmlformats.org/officeDocument/2006/relationships/slide" Target="slide56.xml"/><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A24FE50-6B4A-5263-6376-3D1234935845}"/>
              </a:ext>
            </a:extLst>
          </p:cNvPr>
          <p:cNvSpPr>
            <a:spLocks noGrp="1"/>
          </p:cNvSpPr>
          <p:nvPr>
            <p:ph type="ctrTitle"/>
          </p:nvPr>
        </p:nvSpPr>
        <p:spPr/>
        <p:txBody>
          <a:bodyPr/>
          <a:lstStyle/>
          <a:p>
            <a:r>
              <a:rPr lang="en-US" noProof="0" dirty="0"/>
              <a:t>Chapter 4</a:t>
            </a:r>
            <a:endParaRPr lang="en-IN" dirty="0"/>
          </a:p>
        </p:txBody>
      </p:sp>
      <p:sp>
        <p:nvSpPr>
          <p:cNvPr id="8" name="Subtitle 7">
            <a:extLst>
              <a:ext uri="{FF2B5EF4-FFF2-40B4-BE49-F238E27FC236}">
                <a16:creationId xmlns:a16="http://schemas.microsoft.com/office/drawing/2014/main" id="{082C392C-971E-32B3-D291-271201953891}"/>
              </a:ext>
            </a:extLst>
          </p:cNvPr>
          <p:cNvSpPr>
            <a:spLocks noGrp="1"/>
          </p:cNvSpPr>
          <p:nvPr>
            <p:ph type="subTitle" idx="1"/>
          </p:nvPr>
        </p:nvSpPr>
        <p:spPr/>
        <p:txBody>
          <a:bodyPr/>
          <a:lstStyle/>
          <a:p>
            <a:r>
              <a:rPr lang="en-US" sz="2200" dirty="0"/>
              <a:t>Descriptive Statistics</a:t>
            </a:r>
            <a:endParaRPr lang="en-IN" sz="2200" dirty="0"/>
          </a:p>
        </p:txBody>
      </p:sp>
      <p:pic>
        <p:nvPicPr>
          <p:cNvPr id="4" name="Picture 3" descr="The cover page of the book, Applied Statistics in Business and Economics. By, David P Doane and Lori E Seward.">
            <a:extLst>
              <a:ext uri="{FF2B5EF4-FFF2-40B4-BE49-F238E27FC236}">
                <a16:creationId xmlns:a16="http://schemas.microsoft.com/office/drawing/2014/main" id="{0DE171F9-ED88-3DCC-407A-34CC7E33E254}"/>
              </a:ext>
            </a:extLst>
          </p:cNvPr>
          <p:cNvPicPr>
            <a:picLocks noChangeAspect="1"/>
          </p:cNvPicPr>
          <p:nvPr/>
        </p:nvPicPr>
        <p:blipFill>
          <a:blip r:embed="rId2"/>
          <a:stretch>
            <a:fillRect/>
          </a:stretch>
        </p:blipFill>
        <p:spPr>
          <a:xfrm>
            <a:off x="4860462" y="901903"/>
            <a:ext cx="3855516" cy="5242284"/>
          </a:xfrm>
          <a:prstGeom prst="rect">
            <a:avLst/>
          </a:prstGeom>
        </p:spPr>
      </p:pic>
      <p:sp>
        <p:nvSpPr>
          <p:cNvPr id="2" name="Content Placeholder 3">
            <a:extLst>
              <a:ext uri="{FF2B5EF4-FFF2-40B4-BE49-F238E27FC236}">
                <a16:creationId xmlns:a16="http://schemas.microsoft.com/office/drawing/2014/main" id="{42B796E9-022D-DD29-514E-232A567E275B}"/>
              </a:ext>
            </a:extLst>
          </p:cNvPr>
          <p:cNvSpPr>
            <a:spLocks noGrp="1"/>
          </p:cNvSpPr>
          <p:nvPr>
            <p:ph sz="quarter" idx="11"/>
          </p:nvPr>
        </p:nvSpPr>
        <p:spPr>
          <a:xfrm>
            <a:off x="202224" y="6540156"/>
            <a:ext cx="8739552" cy="242481"/>
          </a:xfrm>
        </p:spPr>
        <p:txBody>
          <a:bodyPr/>
          <a:lstStyle/>
          <a:p>
            <a:pPr algn="ctr"/>
            <a:r>
              <a:rPr lang="en-US" sz="1200" dirty="0">
                <a:solidFill>
                  <a:schemeClr val="tx1"/>
                </a:solidFill>
              </a:rPr>
              <a:t>© McGraw Hill LLC. All rights reserved. No reproduction or distribution without the prior written consent of McGraw Hill LLC.</a:t>
            </a:r>
            <a:endParaRPr lang="en-US" sz="1200" dirty="0"/>
          </a:p>
        </p:txBody>
      </p:sp>
    </p:spTree>
    <p:extLst>
      <p:ext uri="{BB962C8B-B14F-4D97-AF65-F5344CB8AC3E}">
        <p14:creationId xmlns:p14="http://schemas.microsoft.com/office/powerpoint/2010/main" val="23761304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76260" cy="903231"/>
          </a:xfrm>
        </p:spPr>
        <p:txBody>
          <a:bodyPr>
            <a:normAutofit/>
          </a:bodyPr>
          <a:lstStyle/>
          <a:p>
            <a:r>
              <a:rPr lang="en-IN" sz="3600" dirty="0"/>
              <a:t>Learning Objectives</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25840" y="57509"/>
            <a:ext cx="449580" cy="1577327"/>
          </a:xfrm>
        </p:spPr>
        <p:txBody>
          <a:bodyPr vert="vert" rIns="0"/>
          <a:lstStyle/>
          <a:p>
            <a:pPr marL="1025525" indent="-1025525"/>
            <a:r>
              <a:rPr lang="en-IN" b="1" dirty="0"/>
              <a:t>Chapter 4</a:t>
            </a:r>
          </a:p>
        </p:txBody>
      </p:sp>
      <p:sp>
        <p:nvSpPr>
          <p:cNvPr id="7" name="Content Placeholder 6"/>
          <p:cNvSpPr>
            <a:spLocks noGrp="1"/>
          </p:cNvSpPr>
          <p:nvPr>
            <p:ph sz="quarter" idx="14"/>
          </p:nvPr>
        </p:nvSpPr>
        <p:spPr>
          <a:xfrm>
            <a:off x="342900" y="1260475"/>
            <a:ext cx="8191500" cy="5307965"/>
          </a:xfrm>
        </p:spPr>
        <p:txBody>
          <a:bodyPr/>
          <a:lstStyle/>
          <a:p>
            <a:pPr marL="808038" indent="-808038"/>
            <a:r>
              <a:rPr lang="en-US" sz="2000" b="1" dirty="0"/>
              <a:t>L</a:t>
            </a:r>
            <a:r>
              <a:rPr lang="en-US" sz="100" b="1" dirty="0"/>
              <a:t> </a:t>
            </a:r>
            <a:r>
              <a:rPr lang="en-US" sz="2000" b="1" dirty="0"/>
              <a:t>O 4.1:</a:t>
            </a:r>
            <a:r>
              <a:rPr lang="en-US" sz="2000" dirty="0"/>
              <a:t> Explain the concepts of center, variability, and shape.</a:t>
            </a:r>
          </a:p>
          <a:p>
            <a:pPr marL="1025525" indent="-1025525"/>
            <a:r>
              <a:rPr lang="en-US" sz="2000" b="1" dirty="0"/>
              <a:t>L</a:t>
            </a:r>
            <a:r>
              <a:rPr lang="en-US" sz="100" b="1" dirty="0"/>
              <a:t> </a:t>
            </a:r>
            <a:r>
              <a:rPr lang="en-US" sz="2000" b="1" dirty="0"/>
              <a:t>O 4.2:</a:t>
            </a:r>
            <a:r>
              <a:rPr lang="en-US" sz="2000" dirty="0"/>
              <a:t> Calculate and interpret common measures of center.</a:t>
            </a:r>
          </a:p>
          <a:p>
            <a:pPr marL="1025525" indent="-1025525"/>
            <a:r>
              <a:rPr lang="en-US" sz="2000" b="1" dirty="0"/>
              <a:t>L</a:t>
            </a:r>
            <a:r>
              <a:rPr lang="en-US" sz="100" b="1" dirty="0"/>
              <a:t> </a:t>
            </a:r>
            <a:r>
              <a:rPr lang="en-US" sz="2000" b="1" dirty="0"/>
              <a:t>O 4.3:</a:t>
            </a:r>
            <a:r>
              <a:rPr lang="en-US" sz="2000" dirty="0"/>
              <a:t> Calculate and interpret common measures of variability.</a:t>
            </a:r>
          </a:p>
          <a:p>
            <a:pPr marL="1025525" indent="-1025525"/>
            <a:r>
              <a:rPr lang="en-US" sz="2000" b="1" dirty="0"/>
              <a:t>L</a:t>
            </a:r>
            <a:r>
              <a:rPr lang="en-US" sz="100" b="1" dirty="0"/>
              <a:t> </a:t>
            </a:r>
            <a:r>
              <a:rPr lang="en-US" sz="2000" b="1" dirty="0"/>
              <a:t>O 4.4:</a:t>
            </a:r>
            <a:r>
              <a:rPr lang="en-US" sz="2000" dirty="0"/>
              <a:t> Apply Chebyshev’s theorem.</a:t>
            </a:r>
          </a:p>
          <a:p>
            <a:pPr marL="1025525" indent="-1025525"/>
            <a:r>
              <a:rPr lang="en-US" sz="2000" b="1" dirty="0"/>
              <a:t>L</a:t>
            </a:r>
            <a:r>
              <a:rPr lang="en-US" sz="100" b="1" dirty="0"/>
              <a:t> </a:t>
            </a:r>
            <a:r>
              <a:rPr lang="en-US" sz="2000" b="1" dirty="0"/>
              <a:t>O 4.5:</a:t>
            </a:r>
            <a:r>
              <a:rPr lang="en-US" sz="2000" dirty="0"/>
              <a:t> Apply the Empirical Rule and recognize outliers.</a:t>
            </a:r>
          </a:p>
          <a:p>
            <a:pPr marL="1025525" indent="-1025525"/>
            <a:r>
              <a:rPr lang="en-US" sz="2000" b="1" dirty="0"/>
              <a:t>L</a:t>
            </a:r>
            <a:r>
              <a:rPr lang="en-US" sz="100" b="1" dirty="0"/>
              <a:t> </a:t>
            </a:r>
            <a:r>
              <a:rPr lang="en-US" sz="2000" b="1" dirty="0"/>
              <a:t>O 4.6:</a:t>
            </a:r>
            <a:r>
              <a:rPr lang="en-US" sz="2000" dirty="0"/>
              <a:t> Transform a data set into standardized values.</a:t>
            </a:r>
          </a:p>
          <a:p>
            <a:pPr marL="1025525" indent="-1025525"/>
            <a:r>
              <a:rPr lang="en-US" sz="2000" b="1" dirty="0"/>
              <a:t>L</a:t>
            </a:r>
            <a:r>
              <a:rPr lang="en-US" sz="100" b="1" dirty="0"/>
              <a:t> </a:t>
            </a:r>
            <a:r>
              <a:rPr lang="en-US" sz="2000" b="1" dirty="0"/>
              <a:t>O 4.7:</a:t>
            </a:r>
            <a:r>
              <a:rPr lang="en-US" sz="2000" dirty="0"/>
              <a:t> Calculate quartiles and other percentiles.</a:t>
            </a:r>
          </a:p>
          <a:p>
            <a:pPr marL="1025525" indent="-1025525"/>
            <a:r>
              <a:rPr lang="en-US" sz="2000" b="1" dirty="0"/>
              <a:t>L</a:t>
            </a:r>
            <a:r>
              <a:rPr lang="en-US" sz="100" b="1" dirty="0"/>
              <a:t> </a:t>
            </a:r>
            <a:r>
              <a:rPr lang="en-US" sz="2000" b="1" dirty="0"/>
              <a:t>O 4.8:</a:t>
            </a:r>
            <a:r>
              <a:rPr lang="en-US" sz="2000" dirty="0"/>
              <a:t> Make and interpret box plots.</a:t>
            </a:r>
          </a:p>
          <a:p>
            <a:pPr marL="914400" indent="-914400"/>
            <a:r>
              <a:rPr lang="en-US" sz="2000" b="1" dirty="0"/>
              <a:t>L</a:t>
            </a:r>
            <a:r>
              <a:rPr lang="en-US" sz="100" b="1" dirty="0"/>
              <a:t> </a:t>
            </a:r>
            <a:r>
              <a:rPr lang="en-US" sz="2000" b="1" dirty="0"/>
              <a:t>O 4.9:</a:t>
            </a:r>
            <a:r>
              <a:rPr lang="en-US" sz="2000" dirty="0"/>
              <a:t> Calculate and interpret a correlation coefficient and covariance.</a:t>
            </a:r>
          </a:p>
          <a:p>
            <a:pPr marL="1090613" indent="-1090613"/>
            <a:r>
              <a:rPr lang="en-US" sz="2000" b="1" dirty="0"/>
              <a:t>L</a:t>
            </a:r>
            <a:r>
              <a:rPr lang="en-US" sz="100" b="1" dirty="0"/>
              <a:t> </a:t>
            </a:r>
            <a:r>
              <a:rPr lang="en-US" sz="2000" b="1" dirty="0"/>
              <a:t>O 4.10:</a:t>
            </a:r>
            <a:r>
              <a:rPr lang="en-US" sz="2000" dirty="0"/>
              <a:t> Calculate the mean and standard deviation from grouped data.</a:t>
            </a:r>
          </a:p>
          <a:p>
            <a:pPr marL="1025525" indent="-1025525"/>
            <a:r>
              <a:rPr lang="en-US" sz="2000" b="1" dirty="0"/>
              <a:t>L</a:t>
            </a:r>
            <a:r>
              <a:rPr lang="en-US" sz="100" b="1" dirty="0"/>
              <a:t> </a:t>
            </a:r>
            <a:r>
              <a:rPr lang="en-US" sz="2000" b="1" dirty="0"/>
              <a:t>O 4.11:</a:t>
            </a:r>
            <a:r>
              <a:rPr lang="en-US" sz="2000" dirty="0"/>
              <a:t> Assess skewness and kurtosis in a sample.</a:t>
            </a:r>
            <a:endParaRPr lang="en-IN" sz="2000" dirty="0"/>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2</a:t>
            </a:fld>
            <a:endParaRPr lang="en-US" dirty="0"/>
          </a:p>
        </p:txBody>
      </p:sp>
    </p:spTree>
    <p:extLst>
      <p:ext uri="{BB962C8B-B14F-4D97-AF65-F5344CB8AC3E}">
        <p14:creationId xmlns:p14="http://schemas.microsoft.com/office/powerpoint/2010/main" val="4506256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IN" sz="3600" dirty="0"/>
              <a:t>Numerical Description </a:t>
            </a:r>
            <a:r>
              <a:rPr lang="en-IN" sz="1000" b="0" dirty="0"/>
              <a:t>1</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36000" y="57510"/>
            <a:ext cx="449580" cy="1202966"/>
          </a:xfrm>
        </p:spPr>
        <p:txBody>
          <a:bodyPr vert="vert" rIns="0"/>
          <a:lstStyle/>
          <a:p>
            <a:pPr marL="1025525" indent="-1025525"/>
            <a:r>
              <a:rPr lang="en-US" b="1" dirty="0"/>
              <a:t>L</a:t>
            </a:r>
            <a:r>
              <a:rPr lang="en-US" sz="100" b="1" dirty="0"/>
              <a:t>3</a:t>
            </a:r>
            <a:r>
              <a:rPr lang="en-US" b="1" dirty="0"/>
              <a:t>O 4.1</a:t>
            </a:r>
            <a:endParaRPr lang="en-IN" b="1" dirty="0"/>
          </a:p>
        </p:txBody>
      </p:sp>
      <p:sp>
        <p:nvSpPr>
          <p:cNvPr id="7" name="Content Placeholder 6"/>
          <p:cNvSpPr>
            <a:spLocks noGrp="1"/>
          </p:cNvSpPr>
          <p:nvPr>
            <p:ph sz="quarter" idx="14"/>
          </p:nvPr>
        </p:nvSpPr>
        <p:spPr>
          <a:xfrm>
            <a:off x="342900" y="1260475"/>
            <a:ext cx="8191500" cy="2168525"/>
          </a:xfrm>
        </p:spPr>
        <p:txBody>
          <a:bodyPr/>
          <a:lstStyle/>
          <a:p>
            <a:pPr marL="292608" indent="-292608">
              <a:buFont typeface="Arial" panose="020B0604020202020204" pitchFamily="34" charset="0"/>
              <a:buChar char="•"/>
            </a:pPr>
            <a:r>
              <a:rPr lang="en-US" dirty="0"/>
              <a:t>This chapter explains </a:t>
            </a:r>
            <a:r>
              <a:rPr lang="en-US" b="1" dirty="0"/>
              <a:t>numerical</a:t>
            </a:r>
            <a:r>
              <a:rPr lang="en-US" dirty="0"/>
              <a:t> descriptions of data. While visual displays of data can answer many questions, a more detailed numerical description is often needed.</a:t>
            </a:r>
          </a:p>
          <a:p>
            <a:pPr marL="292608" indent="-292608">
              <a:buFont typeface="Arial" panose="020B0604020202020204" pitchFamily="34" charset="0"/>
              <a:buChar char="•"/>
            </a:pPr>
            <a:r>
              <a:rPr lang="en-US" dirty="0"/>
              <a:t>We are interested in three key characteristics:</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1407798327"/>
              </p:ext>
            </p:extLst>
          </p:nvPr>
        </p:nvGraphicFramePr>
        <p:xfrm>
          <a:off x="419100" y="3774440"/>
          <a:ext cx="8382000" cy="2291080"/>
        </p:xfrm>
        <a:graphic>
          <a:graphicData uri="http://schemas.openxmlformats.org/drawingml/2006/table">
            <a:tbl>
              <a:tblPr firstRow="1" bandRow="1">
                <a:tableStyleId>{5C22544A-7EE6-4342-B048-85BDC9FD1C3A}</a:tableStyleId>
              </a:tblPr>
              <a:tblGrid>
                <a:gridCol w="1958340">
                  <a:extLst>
                    <a:ext uri="{9D8B030D-6E8A-4147-A177-3AD203B41FA5}">
                      <a16:colId xmlns:a16="http://schemas.microsoft.com/office/drawing/2014/main" val="1275712011"/>
                    </a:ext>
                  </a:extLst>
                </a:gridCol>
                <a:gridCol w="6423660">
                  <a:extLst>
                    <a:ext uri="{9D8B030D-6E8A-4147-A177-3AD203B41FA5}">
                      <a16:colId xmlns:a16="http://schemas.microsoft.com/office/drawing/2014/main" val="2102256323"/>
                    </a:ext>
                  </a:extLst>
                </a:gridCol>
              </a:tblGrid>
              <a:tr h="370840">
                <a:tc>
                  <a:txBody>
                    <a:bodyPr/>
                    <a:lstStyle/>
                    <a:p>
                      <a:r>
                        <a:rPr lang="en-US" dirty="0"/>
                        <a:t>Characteristic</a:t>
                      </a:r>
                    </a:p>
                  </a:txBody>
                  <a:tcPr>
                    <a:solidFill>
                      <a:srgbClr val="C00000"/>
                    </a:solidFill>
                  </a:tcPr>
                </a:tc>
                <a:tc>
                  <a:txBody>
                    <a:bodyPr/>
                    <a:lstStyle/>
                    <a:p>
                      <a:r>
                        <a:rPr lang="en-US" dirty="0"/>
                        <a:t>Interpretation</a:t>
                      </a:r>
                    </a:p>
                  </a:txBody>
                  <a:tcPr>
                    <a:solidFill>
                      <a:srgbClr val="C00000"/>
                    </a:solidFill>
                  </a:tcPr>
                </a:tc>
                <a:extLst>
                  <a:ext uri="{0D108BD9-81ED-4DB2-BD59-A6C34878D82A}">
                    <a16:rowId xmlns:a16="http://schemas.microsoft.com/office/drawing/2014/main" val="50077995"/>
                  </a:ext>
                </a:extLst>
              </a:tr>
              <a:tr h="370840">
                <a:tc>
                  <a:txBody>
                    <a:bodyPr/>
                    <a:lstStyle/>
                    <a:p>
                      <a:r>
                        <a:rPr lang="en-US" dirty="0"/>
                        <a:t>Center</a:t>
                      </a:r>
                    </a:p>
                  </a:txBody>
                  <a:tcPr/>
                </a:tc>
                <a:tc>
                  <a:txBody>
                    <a:bodyPr/>
                    <a:lstStyle/>
                    <a:p>
                      <a:r>
                        <a:rPr lang="en-US" dirty="0"/>
                        <a:t>Where are the data values concentrated? What seem to be typical or middle data values? Is there central tendency?</a:t>
                      </a:r>
                    </a:p>
                  </a:txBody>
                  <a:tcPr/>
                </a:tc>
                <a:extLst>
                  <a:ext uri="{0D108BD9-81ED-4DB2-BD59-A6C34878D82A}">
                    <a16:rowId xmlns:a16="http://schemas.microsoft.com/office/drawing/2014/main" val="3779308270"/>
                  </a:ext>
                </a:extLst>
              </a:tr>
              <a:tr h="370840">
                <a:tc>
                  <a:txBody>
                    <a:bodyPr/>
                    <a:lstStyle/>
                    <a:p>
                      <a:r>
                        <a:rPr lang="en-US" dirty="0"/>
                        <a:t>Variability</a:t>
                      </a:r>
                    </a:p>
                  </a:txBody>
                  <a:tcPr/>
                </a:tc>
                <a:tc>
                  <a:txBody>
                    <a:bodyPr/>
                    <a:lstStyle/>
                    <a:p>
                      <a:r>
                        <a:rPr lang="en-US" dirty="0"/>
                        <a:t>How much dispersion is there in the data? How spread out are the data values? Are there unusual values?</a:t>
                      </a:r>
                    </a:p>
                  </a:txBody>
                  <a:tcPr/>
                </a:tc>
                <a:extLst>
                  <a:ext uri="{0D108BD9-81ED-4DB2-BD59-A6C34878D82A}">
                    <a16:rowId xmlns:a16="http://schemas.microsoft.com/office/drawing/2014/main" val="2412677194"/>
                  </a:ext>
                </a:extLst>
              </a:tr>
              <a:tr h="370840">
                <a:tc>
                  <a:txBody>
                    <a:bodyPr/>
                    <a:lstStyle/>
                    <a:p>
                      <a:r>
                        <a:rPr lang="en-US" dirty="0"/>
                        <a:t>Shape</a:t>
                      </a:r>
                    </a:p>
                  </a:txBody>
                  <a:tcPr/>
                </a:tc>
                <a:tc>
                  <a:txBody>
                    <a:bodyPr/>
                    <a:lstStyle/>
                    <a:p>
                      <a:r>
                        <a:rPr lang="en-US" dirty="0"/>
                        <a:t>Are the data values distributed symmetrically? Skewed? Sharply peaked? Flat? Bimodal?</a:t>
                      </a:r>
                    </a:p>
                  </a:txBody>
                  <a:tcPr/>
                </a:tc>
                <a:extLst>
                  <a:ext uri="{0D108BD9-81ED-4DB2-BD59-A6C34878D82A}">
                    <a16:rowId xmlns:a16="http://schemas.microsoft.com/office/drawing/2014/main" val="3107084942"/>
                  </a:ext>
                </a:extLst>
              </a:tr>
            </a:tbl>
          </a:graphicData>
        </a:graphic>
      </p:graphicFrame>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3</a:t>
            </a:fld>
            <a:endParaRPr lang="en-US" dirty="0"/>
          </a:p>
        </p:txBody>
      </p:sp>
    </p:spTree>
    <p:extLst>
      <p:ext uri="{BB962C8B-B14F-4D97-AF65-F5344CB8AC3E}">
        <p14:creationId xmlns:p14="http://schemas.microsoft.com/office/powerpoint/2010/main" val="3241815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IN" sz="3600" dirty="0"/>
              <a:t>Numerical Description </a:t>
            </a:r>
            <a:r>
              <a:rPr lang="en-IN" sz="1000" b="0" dirty="0"/>
              <a:t>2</a:t>
            </a:r>
            <a:endParaRPr lang="en-US" sz="1000" dirty="0"/>
          </a:p>
        </p:txBody>
      </p:sp>
      <p:sp>
        <p:nvSpPr>
          <p:cNvPr id="3" name="Content Placeholder 2"/>
          <p:cNvSpPr>
            <a:spLocks noGrp="1"/>
          </p:cNvSpPr>
          <p:nvPr>
            <p:ph sz="quarter" idx="11"/>
          </p:nvPr>
        </p:nvSpPr>
        <p:spPr>
          <a:xfrm>
            <a:off x="8595360" y="55330"/>
            <a:ext cx="487680" cy="1209590"/>
          </a:xfrm>
        </p:spPr>
        <p:txBody>
          <a:bodyPr vert="vert" rIns="0"/>
          <a:lstStyle/>
          <a:p>
            <a:pPr marL="1025525" indent="-1025525"/>
            <a:r>
              <a:rPr lang="en-US" b="1" dirty="0"/>
              <a:t>L</a:t>
            </a:r>
            <a:r>
              <a:rPr lang="en-US" sz="100" b="1" dirty="0"/>
              <a:t> </a:t>
            </a:r>
            <a:r>
              <a:rPr lang="en-US" b="1" dirty="0"/>
              <a:t>O 4.1</a:t>
            </a:r>
            <a:endParaRPr lang="en-IN" b="1" dirty="0"/>
          </a:p>
        </p:txBody>
      </p:sp>
      <p:sp>
        <p:nvSpPr>
          <p:cNvPr id="4" name="Content Placeholder 3"/>
          <p:cNvSpPr>
            <a:spLocks noGrp="1"/>
          </p:cNvSpPr>
          <p:nvPr>
            <p:ph sz="quarter" idx="14"/>
          </p:nvPr>
        </p:nvSpPr>
        <p:spPr>
          <a:xfrm>
            <a:off x="342900" y="1180112"/>
            <a:ext cx="8458200" cy="1312784"/>
          </a:xfrm>
        </p:spPr>
        <p:txBody>
          <a:bodyPr/>
          <a:lstStyle/>
          <a:p>
            <a:r>
              <a:rPr lang="en-US" sz="1600" dirty="0"/>
              <a:t>Every year, J.D. Power and Associates issues its initial vehicle quality ratings. These ratings are of interest to consumers, dealers, and manufacturers. Table 4.2 shows defect rates tor 33 vehicle brands for model year 2022. Reported defect rates are based on a sample of vehicles within each brand. Numerical statistics can be used to summarize a data set like this.</a:t>
            </a:r>
          </a:p>
        </p:txBody>
      </p:sp>
      <p:sp>
        <p:nvSpPr>
          <p:cNvPr id="5" name="Content Placeholder 4"/>
          <p:cNvSpPr>
            <a:spLocks noGrp="1"/>
          </p:cNvSpPr>
          <p:nvPr>
            <p:ph sz="quarter" idx="15"/>
          </p:nvPr>
        </p:nvSpPr>
        <p:spPr>
          <a:xfrm>
            <a:off x="342900" y="2580904"/>
            <a:ext cx="1193292" cy="284216"/>
          </a:xfrm>
        </p:spPr>
        <p:txBody>
          <a:bodyPr tIns="0"/>
          <a:lstStyle/>
          <a:p>
            <a:r>
              <a:rPr lang="en-US" sz="1600" b="1" dirty="0"/>
              <a:t>Table 4.2:</a:t>
            </a:r>
          </a:p>
        </p:txBody>
      </p:sp>
      <p:sp>
        <p:nvSpPr>
          <p:cNvPr id="6" name="Content Placeholder 5"/>
          <p:cNvSpPr>
            <a:spLocks noGrp="1"/>
          </p:cNvSpPr>
          <p:nvPr>
            <p:ph sz="quarter" idx="16"/>
          </p:nvPr>
        </p:nvSpPr>
        <p:spPr>
          <a:xfrm>
            <a:off x="1409700" y="2548129"/>
            <a:ext cx="2308860" cy="259079"/>
          </a:xfrm>
        </p:spPr>
        <p:txBody>
          <a:bodyPr/>
          <a:lstStyle/>
          <a:p>
            <a:r>
              <a:rPr lang="en-US" sz="1400" b="1" dirty="0"/>
              <a:t>Defects per 100 Vehicles</a:t>
            </a:r>
          </a:p>
        </p:txBody>
      </p:sp>
      <p:pic>
        <p:nvPicPr>
          <p:cNvPr id="9" name="Picture 8">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740210" y="2584809"/>
            <a:ext cx="322461" cy="272077"/>
          </a:xfrm>
          <a:prstGeom prst="rect">
            <a:avLst/>
          </a:prstGeom>
        </p:spPr>
      </p:pic>
      <p:sp>
        <p:nvSpPr>
          <p:cNvPr id="7" name="Content Placeholder 6"/>
          <p:cNvSpPr>
            <a:spLocks noGrp="1"/>
          </p:cNvSpPr>
          <p:nvPr>
            <p:ph sz="quarter" idx="17"/>
          </p:nvPr>
        </p:nvSpPr>
        <p:spPr>
          <a:xfrm>
            <a:off x="4160520" y="2548129"/>
            <a:ext cx="1021080" cy="259079"/>
          </a:xfrm>
        </p:spPr>
        <p:txBody>
          <a:bodyPr/>
          <a:lstStyle/>
          <a:p>
            <a:r>
              <a:rPr lang="en-US" sz="1400" b="1" dirty="0">
                <a:solidFill>
                  <a:srgbClr val="A9131A"/>
                </a:solidFill>
              </a:rPr>
              <a:t>J</a:t>
            </a:r>
            <a:r>
              <a:rPr lang="en-US" sz="100" b="1" dirty="0">
                <a:solidFill>
                  <a:srgbClr val="A9131A"/>
                </a:solidFill>
              </a:rPr>
              <a:t> </a:t>
            </a:r>
            <a:r>
              <a:rPr lang="en-US" sz="1400" b="1" dirty="0">
                <a:solidFill>
                  <a:srgbClr val="A9131A"/>
                </a:solidFill>
              </a:rPr>
              <a:t>D</a:t>
            </a:r>
            <a:r>
              <a:rPr lang="en-US" sz="100" b="1" dirty="0">
                <a:solidFill>
                  <a:srgbClr val="A9131A"/>
                </a:solidFill>
              </a:rPr>
              <a:t> </a:t>
            </a:r>
            <a:r>
              <a:rPr lang="en-US" sz="1400" b="1" dirty="0">
                <a:solidFill>
                  <a:srgbClr val="A9131A"/>
                </a:solidFill>
              </a:rPr>
              <a:t>Power</a:t>
            </a:r>
          </a:p>
        </p:txBody>
      </p:sp>
      <p:graphicFrame>
        <p:nvGraphicFramePr>
          <p:cNvPr id="11" name="Table 10"/>
          <p:cNvGraphicFramePr>
            <a:graphicFrameLocks noGrp="1"/>
          </p:cNvGraphicFramePr>
          <p:nvPr>
            <p:extLst>
              <p:ext uri="{D42A27DB-BD31-4B8C-83A1-F6EECF244321}">
                <p14:modId xmlns:p14="http://schemas.microsoft.com/office/powerpoint/2010/main" val="2218805928"/>
              </p:ext>
            </p:extLst>
          </p:nvPr>
        </p:nvGraphicFramePr>
        <p:xfrm>
          <a:off x="419100" y="2880360"/>
          <a:ext cx="8115300" cy="3291840"/>
        </p:xfrm>
        <a:graphic>
          <a:graphicData uri="http://schemas.openxmlformats.org/drawingml/2006/table">
            <a:tbl>
              <a:tblPr firstRow="1" bandRow="1">
                <a:tableStyleId>{5C22544A-7EE6-4342-B048-85BDC9FD1C3A}</a:tableStyleId>
              </a:tblPr>
              <a:tblGrid>
                <a:gridCol w="1352550">
                  <a:extLst>
                    <a:ext uri="{9D8B030D-6E8A-4147-A177-3AD203B41FA5}">
                      <a16:colId xmlns:a16="http://schemas.microsoft.com/office/drawing/2014/main" val="1191715905"/>
                    </a:ext>
                  </a:extLst>
                </a:gridCol>
                <a:gridCol w="1352550">
                  <a:extLst>
                    <a:ext uri="{9D8B030D-6E8A-4147-A177-3AD203B41FA5}">
                      <a16:colId xmlns:a16="http://schemas.microsoft.com/office/drawing/2014/main" val="3269635588"/>
                    </a:ext>
                  </a:extLst>
                </a:gridCol>
                <a:gridCol w="1352550">
                  <a:extLst>
                    <a:ext uri="{9D8B030D-6E8A-4147-A177-3AD203B41FA5}">
                      <a16:colId xmlns:a16="http://schemas.microsoft.com/office/drawing/2014/main" val="1298543687"/>
                    </a:ext>
                  </a:extLst>
                </a:gridCol>
                <a:gridCol w="1352550">
                  <a:extLst>
                    <a:ext uri="{9D8B030D-6E8A-4147-A177-3AD203B41FA5}">
                      <a16:colId xmlns:a16="http://schemas.microsoft.com/office/drawing/2014/main" val="1272425621"/>
                    </a:ext>
                  </a:extLst>
                </a:gridCol>
                <a:gridCol w="1352550">
                  <a:extLst>
                    <a:ext uri="{9D8B030D-6E8A-4147-A177-3AD203B41FA5}">
                      <a16:colId xmlns:a16="http://schemas.microsoft.com/office/drawing/2014/main" val="1763354535"/>
                    </a:ext>
                  </a:extLst>
                </a:gridCol>
                <a:gridCol w="1352550">
                  <a:extLst>
                    <a:ext uri="{9D8B030D-6E8A-4147-A177-3AD203B41FA5}">
                      <a16:colId xmlns:a16="http://schemas.microsoft.com/office/drawing/2014/main" val="3649162091"/>
                    </a:ext>
                  </a:extLst>
                </a:gridCol>
              </a:tblGrid>
              <a:tr h="0">
                <a:tc>
                  <a:txBody>
                    <a:bodyPr/>
                    <a:lstStyle/>
                    <a:p>
                      <a:r>
                        <a:rPr lang="en-US" sz="1200" dirty="0"/>
                        <a:t>Brand</a:t>
                      </a:r>
                    </a:p>
                  </a:txBody>
                  <a:tcPr>
                    <a:solidFill>
                      <a:srgbClr val="C00000"/>
                    </a:solidFill>
                  </a:tcPr>
                </a:tc>
                <a:tc>
                  <a:txBody>
                    <a:bodyPr/>
                    <a:lstStyle/>
                    <a:p>
                      <a:pPr algn="ctr"/>
                      <a:r>
                        <a:rPr lang="en-US" sz="1200" dirty="0"/>
                        <a:t>Defects</a:t>
                      </a:r>
                    </a:p>
                  </a:txBody>
                  <a:tcPr>
                    <a:solidFill>
                      <a:srgbClr val="C00000"/>
                    </a:solidFill>
                  </a:tcPr>
                </a:tc>
                <a:tc>
                  <a:txBody>
                    <a:bodyPr/>
                    <a:lstStyle/>
                    <a:p>
                      <a:r>
                        <a:rPr lang="en-US" sz="1200" dirty="0"/>
                        <a:t>Brand</a:t>
                      </a:r>
                    </a:p>
                  </a:txBody>
                  <a:tcPr>
                    <a:solidFill>
                      <a:srgbClr val="C00000"/>
                    </a:solidFill>
                  </a:tcPr>
                </a:tc>
                <a:tc>
                  <a:txBody>
                    <a:bodyPr/>
                    <a:lstStyle/>
                    <a:p>
                      <a:pPr algn="ctr"/>
                      <a:r>
                        <a:rPr lang="en-US" sz="1200" dirty="0"/>
                        <a:t>Defects</a:t>
                      </a:r>
                    </a:p>
                  </a:txBody>
                  <a:tcPr>
                    <a:solidFill>
                      <a:srgbClr val="C00000"/>
                    </a:solidFill>
                  </a:tcPr>
                </a:tc>
                <a:tc>
                  <a:txBody>
                    <a:bodyPr/>
                    <a:lstStyle/>
                    <a:p>
                      <a:r>
                        <a:rPr lang="en-US" sz="1200" dirty="0"/>
                        <a:t>Brand</a:t>
                      </a:r>
                    </a:p>
                  </a:txBody>
                  <a:tcPr>
                    <a:solidFill>
                      <a:srgbClr val="C00000"/>
                    </a:solidFill>
                  </a:tcPr>
                </a:tc>
                <a:tc>
                  <a:txBody>
                    <a:bodyPr/>
                    <a:lstStyle/>
                    <a:p>
                      <a:pPr algn="ctr"/>
                      <a:r>
                        <a:rPr lang="en-US" sz="1200" dirty="0"/>
                        <a:t>Defects</a:t>
                      </a:r>
                    </a:p>
                  </a:txBody>
                  <a:tcPr>
                    <a:solidFill>
                      <a:srgbClr val="C00000"/>
                    </a:solidFill>
                  </a:tcPr>
                </a:tc>
                <a:extLst>
                  <a:ext uri="{0D108BD9-81ED-4DB2-BD59-A6C34878D82A}">
                    <a16:rowId xmlns:a16="http://schemas.microsoft.com/office/drawing/2014/main" val="131677524"/>
                  </a:ext>
                </a:extLst>
              </a:tr>
              <a:tr h="0">
                <a:tc>
                  <a:txBody>
                    <a:bodyPr/>
                    <a:lstStyle/>
                    <a:p>
                      <a:r>
                        <a:rPr lang="en-US" sz="1200" dirty="0"/>
                        <a:t>Acura</a:t>
                      </a:r>
                    </a:p>
                  </a:txBody>
                  <a:tcPr/>
                </a:tc>
                <a:tc>
                  <a:txBody>
                    <a:bodyPr/>
                    <a:lstStyle/>
                    <a:p>
                      <a:pPr marL="0" indent="0" algn="ctr"/>
                      <a:r>
                        <a:rPr lang="en-US" sz="1200" dirty="0"/>
                        <a:t>192</a:t>
                      </a:r>
                    </a:p>
                  </a:txBody>
                  <a:tcPr/>
                </a:tc>
                <a:tc>
                  <a:txBody>
                    <a:bodyPr/>
                    <a:lstStyle/>
                    <a:p>
                      <a:r>
                        <a:rPr lang="en-US" sz="1200" dirty="0"/>
                        <a:t>G</a:t>
                      </a:r>
                      <a:r>
                        <a:rPr lang="en-US" sz="100" dirty="0"/>
                        <a:t> </a:t>
                      </a:r>
                      <a:r>
                        <a:rPr lang="en-US" sz="1200" dirty="0"/>
                        <a:t>M</a:t>
                      </a:r>
                      <a:r>
                        <a:rPr lang="en-US" sz="100" dirty="0"/>
                        <a:t> </a:t>
                      </a:r>
                      <a:r>
                        <a:rPr lang="en-US" sz="1200" dirty="0"/>
                        <a:t>C</a:t>
                      </a:r>
                    </a:p>
                  </a:txBody>
                  <a:tcPr/>
                </a:tc>
                <a:tc>
                  <a:txBody>
                    <a:bodyPr/>
                    <a:lstStyle/>
                    <a:p>
                      <a:pPr marL="0" indent="0" algn="ctr"/>
                      <a:r>
                        <a:rPr lang="en-US" sz="1200" dirty="0"/>
                        <a:t>162</a:t>
                      </a:r>
                    </a:p>
                  </a:txBody>
                  <a:tcPr/>
                </a:tc>
                <a:tc>
                  <a:txBody>
                    <a:bodyPr/>
                    <a:lstStyle/>
                    <a:p>
                      <a:r>
                        <a:rPr lang="en-US" sz="1200" dirty="0"/>
                        <a:t>Mazda</a:t>
                      </a:r>
                    </a:p>
                  </a:txBody>
                  <a:tcPr/>
                </a:tc>
                <a:tc>
                  <a:txBody>
                    <a:bodyPr/>
                    <a:lstStyle/>
                    <a:p>
                      <a:pPr marL="0" indent="0" algn="ctr"/>
                      <a:r>
                        <a:rPr lang="en-US" sz="1200" dirty="0"/>
                        <a:t>180</a:t>
                      </a:r>
                    </a:p>
                  </a:txBody>
                  <a:tcPr/>
                </a:tc>
                <a:extLst>
                  <a:ext uri="{0D108BD9-81ED-4DB2-BD59-A6C34878D82A}">
                    <a16:rowId xmlns:a16="http://schemas.microsoft.com/office/drawing/2014/main" val="3618449494"/>
                  </a:ext>
                </a:extLst>
              </a:tr>
              <a:tr h="0">
                <a:tc>
                  <a:txBody>
                    <a:bodyPr/>
                    <a:lstStyle/>
                    <a:p>
                      <a:r>
                        <a:rPr lang="en-US" sz="1200" dirty="0"/>
                        <a:t>Alfa Romeo</a:t>
                      </a:r>
                    </a:p>
                  </a:txBody>
                  <a:tcPr/>
                </a:tc>
                <a:tc>
                  <a:txBody>
                    <a:bodyPr/>
                    <a:lstStyle/>
                    <a:p>
                      <a:pPr marL="0" indent="0" algn="ctr"/>
                      <a:r>
                        <a:rPr lang="en-US" sz="1200" dirty="0"/>
                        <a:t>211</a:t>
                      </a:r>
                    </a:p>
                  </a:txBody>
                  <a:tcPr/>
                </a:tc>
                <a:tc>
                  <a:txBody>
                    <a:bodyPr/>
                    <a:lstStyle/>
                    <a:p>
                      <a:r>
                        <a:rPr lang="en-US" sz="1200" dirty="0"/>
                        <a:t>Honda</a:t>
                      </a:r>
                    </a:p>
                  </a:txBody>
                  <a:tcPr/>
                </a:tc>
                <a:tc>
                  <a:txBody>
                    <a:bodyPr/>
                    <a:lstStyle/>
                    <a:p>
                      <a:pPr marL="0" indent="0" algn="ctr"/>
                      <a:r>
                        <a:rPr lang="en-US" sz="1200" dirty="0"/>
                        <a:t>183</a:t>
                      </a:r>
                    </a:p>
                  </a:txBody>
                  <a:tcPr/>
                </a:tc>
                <a:tc>
                  <a:txBody>
                    <a:bodyPr/>
                    <a:lstStyle/>
                    <a:p>
                      <a:r>
                        <a:rPr lang="en-US" sz="1200" dirty="0"/>
                        <a:t>Mercedes-Benz</a:t>
                      </a:r>
                    </a:p>
                  </a:txBody>
                  <a:tcPr/>
                </a:tc>
                <a:tc>
                  <a:txBody>
                    <a:bodyPr/>
                    <a:lstStyle/>
                    <a:p>
                      <a:pPr marL="0" indent="0" algn="ctr"/>
                      <a:r>
                        <a:rPr lang="en-US" sz="1200" dirty="0"/>
                        <a:t>189</a:t>
                      </a:r>
                    </a:p>
                  </a:txBody>
                  <a:tcPr/>
                </a:tc>
                <a:extLst>
                  <a:ext uri="{0D108BD9-81ED-4DB2-BD59-A6C34878D82A}">
                    <a16:rowId xmlns:a16="http://schemas.microsoft.com/office/drawing/2014/main" val="2133121065"/>
                  </a:ext>
                </a:extLst>
              </a:tr>
              <a:tr h="0">
                <a:tc>
                  <a:txBody>
                    <a:bodyPr/>
                    <a:lstStyle/>
                    <a:p>
                      <a:r>
                        <a:rPr lang="en-US" sz="1200" dirty="0"/>
                        <a:t>Audi</a:t>
                      </a:r>
                    </a:p>
                  </a:txBody>
                  <a:tcPr/>
                </a:tc>
                <a:tc>
                  <a:txBody>
                    <a:bodyPr/>
                    <a:lstStyle/>
                    <a:p>
                      <a:pPr marL="0" indent="0" algn="ctr"/>
                      <a:r>
                        <a:rPr lang="en-US" sz="1200" dirty="0"/>
                        <a:t>239</a:t>
                      </a:r>
                    </a:p>
                  </a:txBody>
                  <a:tcPr/>
                </a:tc>
                <a:tc>
                  <a:txBody>
                    <a:bodyPr/>
                    <a:lstStyle/>
                    <a:p>
                      <a:r>
                        <a:rPr lang="en-US" sz="1200" dirty="0"/>
                        <a:t>Hyundai</a:t>
                      </a:r>
                    </a:p>
                  </a:txBody>
                  <a:tcPr/>
                </a:tc>
                <a:tc>
                  <a:txBody>
                    <a:bodyPr/>
                    <a:lstStyle/>
                    <a:p>
                      <a:pPr marL="0" indent="0" algn="ctr"/>
                      <a:r>
                        <a:rPr lang="en-US" sz="1200" dirty="0"/>
                        <a:t>185</a:t>
                      </a:r>
                    </a:p>
                  </a:txBody>
                  <a:tcPr/>
                </a:tc>
                <a:tc>
                  <a:txBody>
                    <a:bodyPr/>
                    <a:lstStyle/>
                    <a:p>
                      <a:r>
                        <a:rPr lang="en-US" sz="1200" dirty="0"/>
                        <a:t>MINI</a:t>
                      </a:r>
                    </a:p>
                  </a:txBody>
                  <a:tcPr/>
                </a:tc>
                <a:tc>
                  <a:txBody>
                    <a:bodyPr/>
                    <a:lstStyle/>
                    <a:p>
                      <a:pPr marL="0" indent="0" algn="ctr"/>
                      <a:r>
                        <a:rPr lang="en-US" sz="1200" dirty="0"/>
                        <a:t>168</a:t>
                      </a:r>
                    </a:p>
                  </a:txBody>
                  <a:tcPr/>
                </a:tc>
                <a:extLst>
                  <a:ext uri="{0D108BD9-81ED-4DB2-BD59-A6C34878D82A}">
                    <a16:rowId xmlns:a16="http://schemas.microsoft.com/office/drawing/2014/main" val="1617094382"/>
                  </a:ext>
                </a:extLst>
              </a:tr>
              <a:tr h="0">
                <a:tc>
                  <a:txBody>
                    <a:bodyPr/>
                    <a:lstStyle/>
                    <a:p>
                      <a:r>
                        <a:rPr lang="en-US" sz="1200" dirty="0"/>
                        <a:t>B</a:t>
                      </a:r>
                      <a:r>
                        <a:rPr lang="en-US" sz="100" dirty="0"/>
                        <a:t> </a:t>
                      </a:r>
                      <a:r>
                        <a:rPr lang="en-US" sz="1200" dirty="0"/>
                        <a:t>M</a:t>
                      </a:r>
                      <a:r>
                        <a:rPr lang="en-US" sz="100" dirty="0"/>
                        <a:t> </a:t>
                      </a:r>
                      <a:r>
                        <a:rPr lang="en-US" sz="1200" dirty="0"/>
                        <a:t>W</a:t>
                      </a:r>
                    </a:p>
                  </a:txBody>
                  <a:tcPr/>
                </a:tc>
                <a:tc>
                  <a:txBody>
                    <a:bodyPr/>
                    <a:lstStyle/>
                    <a:p>
                      <a:pPr marL="0" indent="0" algn="ctr"/>
                      <a:r>
                        <a:rPr lang="en-US" sz="1200" dirty="0"/>
                        <a:t>165</a:t>
                      </a:r>
                    </a:p>
                  </a:txBody>
                  <a:tcPr/>
                </a:tc>
                <a:tc>
                  <a:txBody>
                    <a:bodyPr/>
                    <a:lstStyle/>
                    <a:p>
                      <a:r>
                        <a:rPr lang="en-US" sz="1200" dirty="0"/>
                        <a:t>Infiniti</a:t>
                      </a:r>
                    </a:p>
                  </a:txBody>
                  <a:tcPr/>
                </a:tc>
                <a:tc>
                  <a:txBody>
                    <a:bodyPr/>
                    <a:lstStyle/>
                    <a:p>
                      <a:pPr marL="0" indent="0" algn="ctr"/>
                      <a:r>
                        <a:rPr lang="en-US" sz="1200" dirty="0"/>
                        <a:t>204</a:t>
                      </a:r>
                    </a:p>
                  </a:txBody>
                  <a:tcPr/>
                </a:tc>
                <a:tc>
                  <a:txBody>
                    <a:bodyPr/>
                    <a:lstStyle/>
                    <a:p>
                      <a:r>
                        <a:rPr lang="en-US" sz="1200" dirty="0"/>
                        <a:t>Mitsubishi</a:t>
                      </a:r>
                    </a:p>
                  </a:txBody>
                  <a:tcPr/>
                </a:tc>
                <a:tc>
                  <a:txBody>
                    <a:bodyPr/>
                    <a:lstStyle/>
                    <a:p>
                      <a:pPr marL="0" indent="0" algn="ctr"/>
                      <a:r>
                        <a:rPr lang="en-US" sz="1200" dirty="0"/>
                        <a:t>226</a:t>
                      </a:r>
                    </a:p>
                  </a:txBody>
                  <a:tcPr/>
                </a:tc>
                <a:extLst>
                  <a:ext uri="{0D108BD9-81ED-4DB2-BD59-A6C34878D82A}">
                    <a16:rowId xmlns:a16="http://schemas.microsoft.com/office/drawing/2014/main" val="2578710344"/>
                  </a:ext>
                </a:extLst>
              </a:tr>
              <a:tr h="0">
                <a:tc>
                  <a:txBody>
                    <a:bodyPr/>
                    <a:lstStyle/>
                    <a:p>
                      <a:r>
                        <a:rPr lang="en-US" sz="1200" dirty="0"/>
                        <a:t>Buick</a:t>
                      </a:r>
                    </a:p>
                  </a:txBody>
                  <a:tcPr/>
                </a:tc>
                <a:tc>
                  <a:txBody>
                    <a:bodyPr/>
                    <a:lstStyle/>
                    <a:p>
                      <a:pPr marL="0" indent="0" algn="ctr"/>
                      <a:r>
                        <a:rPr lang="en-US" sz="1200" dirty="0"/>
                        <a:t>139</a:t>
                      </a:r>
                    </a:p>
                  </a:txBody>
                  <a:tcPr/>
                </a:tc>
                <a:tc>
                  <a:txBody>
                    <a:bodyPr/>
                    <a:lstStyle/>
                    <a:p>
                      <a:r>
                        <a:rPr lang="en-US" sz="1200" dirty="0"/>
                        <a:t>Jaguar</a:t>
                      </a:r>
                    </a:p>
                  </a:txBody>
                  <a:tcPr/>
                </a:tc>
                <a:tc>
                  <a:txBody>
                    <a:bodyPr/>
                    <a:lstStyle/>
                    <a:p>
                      <a:pPr marL="0" indent="0" algn="ctr"/>
                      <a:r>
                        <a:rPr lang="en-US" sz="1200" dirty="0"/>
                        <a:t>210</a:t>
                      </a:r>
                    </a:p>
                  </a:txBody>
                  <a:tcPr/>
                </a:tc>
                <a:tc>
                  <a:txBody>
                    <a:bodyPr/>
                    <a:lstStyle/>
                    <a:p>
                      <a:r>
                        <a:rPr lang="en-US" sz="1200" dirty="0"/>
                        <a:t>Nissan</a:t>
                      </a:r>
                    </a:p>
                  </a:txBody>
                  <a:tcPr/>
                </a:tc>
                <a:tc>
                  <a:txBody>
                    <a:bodyPr/>
                    <a:lstStyle/>
                    <a:p>
                      <a:pPr marL="0" indent="0" algn="ctr"/>
                      <a:r>
                        <a:rPr lang="en-US" sz="1200" dirty="0"/>
                        <a:t>167</a:t>
                      </a:r>
                    </a:p>
                  </a:txBody>
                  <a:tcPr/>
                </a:tc>
                <a:extLst>
                  <a:ext uri="{0D108BD9-81ED-4DB2-BD59-A6C34878D82A}">
                    <a16:rowId xmlns:a16="http://schemas.microsoft.com/office/drawing/2014/main" val="3262998510"/>
                  </a:ext>
                </a:extLst>
              </a:tr>
              <a:tr h="0">
                <a:tc>
                  <a:txBody>
                    <a:bodyPr/>
                    <a:lstStyle/>
                    <a:p>
                      <a:r>
                        <a:rPr lang="en-US" sz="1200" dirty="0"/>
                        <a:t>Cadillac</a:t>
                      </a:r>
                    </a:p>
                  </a:txBody>
                  <a:tcPr/>
                </a:tc>
                <a:tc>
                  <a:txBody>
                    <a:bodyPr/>
                    <a:lstStyle/>
                    <a:p>
                      <a:pPr marL="0" indent="0" algn="ctr"/>
                      <a:r>
                        <a:rPr lang="en-US" sz="1200" dirty="0"/>
                        <a:t>163</a:t>
                      </a:r>
                    </a:p>
                  </a:txBody>
                  <a:tcPr/>
                </a:tc>
                <a:tc>
                  <a:txBody>
                    <a:bodyPr/>
                    <a:lstStyle/>
                    <a:p>
                      <a:r>
                        <a:rPr lang="en-US" sz="1200" dirty="0"/>
                        <a:t>Jeep</a:t>
                      </a:r>
                    </a:p>
                  </a:txBody>
                  <a:tcPr/>
                </a:tc>
                <a:tc>
                  <a:txBody>
                    <a:bodyPr/>
                    <a:lstStyle/>
                    <a:p>
                      <a:pPr marL="0" indent="0" algn="ctr"/>
                      <a:r>
                        <a:rPr lang="en-US" sz="1200" dirty="0"/>
                        <a:t>199</a:t>
                      </a:r>
                    </a:p>
                  </a:txBody>
                  <a:tcPr/>
                </a:tc>
                <a:tc>
                  <a:txBody>
                    <a:bodyPr/>
                    <a:lstStyle/>
                    <a:p>
                      <a:r>
                        <a:rPr lang="en-US" sz="1200" dirty="0"/>
                        <a:t>Porsche</a:t>
                      </a:r>
                    </a:p>
                  </a:txBody>
                  <a:tcPr/>
                </a:tc>
                <a:tc>
                  <a:txBody>
                    <a:bodyPr/>
                    <a:lstStyle/>
                    <a:p>
                      <a:pPr marL="0" indent="0" algn="ctr"/>
                      <a:r>
                        <a:rPr lang="en-US" sz="1200" dirty="0"/>
                        <a:t>200</a:t>
                      </a:r>
                    </a:p>
                  </a:txBody>
                  <a:tcPr/>
                </a:tc>
                <a:extLst>
                  <a:ext uri="{0D108BD9-81ED-4DB2-BD59-A6C34878D82A}">
                    <a16:rowId xmlns:a16="http://schemas.microsoft.com/office/drawing/2014/main" val="1815194840"/>
                  </a:ext>
                </a:extLst>
              </a:tr>
              <a:tr h="0">
                <a:tc>
                  <a:txBody>
                    <a:bodyPr/>
                    <a:lstStyle/>
                    <a:p>
                      <a:r>
                        <a:rPr lang="en-US" sz="1200" dirty="0"/>
                        <a:t>Chevrolet</a:t>
                      </a:r>
                    </a:p>
                  </a:txBody>
                  <a:tcPr/>
                </a:tc>
                <a:tc>
                  <a:txBody>
                    <a:bodyPr/>
                    <a:lstStyle/>
                    <a:p>
                      <a:pPr marL="0" indent="0" algn="ctr"/>
                      <a:r>
                        <a:rPr lang="en-US" sz="1200" dirty="0"/>
                        <a:t>147</a:t>
                      </a:r>
                    </a:p>
                  </a:txBody>
                  <a:tcPr/>
                </a:tc>
                <a:tc>
                  <a:txBody>
                    <a:bodyPr/>
                    <a:lstStyle/>
                    <a:p>
                      <a:r>
                        <a:rPr lang="en-US" sz="1200" dirty="0"/>
                        <a:t>Kia</a:t>
                      </a:r>
                    </a:p>
                  </a:txBody>
                  <a:tcPr/>
                </a:tc>
                <a:tc>
                  <a:txBody>
                    <a:bodyPr/>
                    <a:lstStyle/>
                    <a:p>
                      <a:pPr marL="0" indent="0" algn="ctr"/>
                      <a:r>
                        <a:rPr lang="en-US" sz="1200" dirty="0"/>
                        <a:t>156</a:t>
                      </a:r>
                    </a:p>
                  </a:txBody>
                  <a:tcPr/>
                </a:tc>
                <a:tc>
                  <a:txBody>
                    <a:bodyPr/>
                    <a:lstStyle/>
                    <a:p>
                      <a:r>
                        <a:rPr lang="en-US" sz="1200" dirty="0"/>
                        <a:t>Ram</a:t>
                      </a:r>
                    </a:p>
                  </a:txBody>
                  <a:tcPr/>
                </a:tc>
                <a:tc>
                  <a:txBody>
                    <a:bodyPr/>
                    <a:lstStyle/>
                    <a:p>
                      <a:pPr marL="0" indent="0" algn="ctr"/>
                      <a:r>
                        <a:rPr lang="en-US" sz="1200" dirty="0"/>
                        <a:t>186</a:t>
                      </a:r>
                    </a:p>
                  </a:txBody>
                  <a:tcPr/>
                </a:tc>
                <a:extLst>
                  <a:ext uri="{0D108BD9-81ED-4DB2-BD59-A6C34878D82A}">
                    <a16:rowId xmlns:a16="http://schemas.microsoft.com/office/drawing/2014/main" val="3518361506"/>
                  </a:ext>
                </a:extLst>
              </a:tr>
              <a:tr h="0">
                <a:tc>
                  <a:txBody>
                    <a:bodyPr/>
                    <a:lstStyle/>
                    <a:p>
                      <a:r>
                        <a:rPr lang="en-US" sz="1200" dirty="0"/>
                        <a:t>Chrysler</a:t>
                      </a:r>
                    </a:p>
                  </a:txBody>
                  <a:tcPr/>
                </a:tc>
                <a:tc>
                  <a:txBody>
                    <a:bodyPr/>
                    <a:lstStyle/>
                    <a:p>
                      <a:pPr marL="0" indent="0" algn="ctr"/>
                      <a:r>
                        <a:rPr lang="en-US" sz="1200" dirty="0"/>
                        <a:t>265</a:t>
                      </a:r>
                    </a:p>
                  </a:txBody>
                  <a:tcPr/>
                </a:tc>
                <a:tc>
                  <a:txBody>
                    <a:bodyPr/>
                    <a:lstStyle/>
                    <a:p>
                      <a:r>
                        <a:rPr lang="en-US" sz="1200" dirty="0"/>
                        <a:t>Land Rover</a:t>
                      </a:r>
                    </a:p>
                  </a:txBody>
                  <a:tcPr/>
                </a:tc>
                <a:tc>
                  <a:txBody>
                    <a:bodyPr/>
                    <a:lstStyle/>
                    <a:p>
                      <a:pPr marL="0" indent="0" algn="ctr"/>
                      <a:r>
                        <a:rPr lang="en-US" sz="1200" dirty="0"/>
                        <a:t>193</a:t>
                      </a:r>
                    </a:p>
                  </a:txBody>
                  <a:tcPr/>
                </a:tc>
                <a:tc>
                  <a:txBody>
                    <a:bodyPr/>
                    <a:lstStyle/>
                    <a:p>
                      <a:r>
                        <a:rPr lang="en-US" sz="1200" dirty="0"/>
                        <a:t>Subaru</a:t>
                      </a:r>
                    </a:p>
                  </a:txBody>
                  <a:tcPr/>
                </a:tc>
                <a:tc>
                  <a:txBody>
                    <a:bodyPr/>
                    <a:lstStyle/>
                    <a:p>
                      <a:pPr marL="0" indent="0" algn="ctr"/>
                      <a:r>
                        <a:rPr lang="en-US" sz="1200" dirty="0"/>
                        <a:t>191</a:t>
                      </a:r>
                    </a:p>
                  </a:txBody>
                  <a:tcPr/>
                </a:tc>
                <a:extLst>
                  <a:ext uri="{0D108BD9-81ED-4DB2-BD59-A6C34878D82A}">
                    <a16:rowId xmlns:a16="http://schemas.microsoft.com/office/drawing/2014/main" val="376904284"/>
                  </a:ext>
                </a:extLst>
              </a:tr>
              <a:tr h="0">
                <a:tc>
                  <a:txBody>
                    <a:bodyPr/>
                    <a:lstStyle/>
                    <a:p>
                      <a:r>
                        <a:rPr lang="en-US" sz="1200" dirty="0"/>
                        <a:t>Dodge</a:t>
                      </a:r>
                    </a:p>
                  </a:txBody>
                  <a:tcPr/>
                </a:tc>
                <a:tc>
                  <a:txBody>
                    <a:bodyPr/>
                    <a:lstStyle/>
                    <a:p>
                      <a:pPr marL="0" indent="0" algn="ctr"/>
                      <a:r>
                        <a:rPr lang="en-US" sz="1200" dirty="0"/>
                        <a:t>143</a:t>
                      </a:r>
                    </a:p>
                  </a:txBody>
                  <a:tcPr/>
                </a:tc>
                <a:tc>
                  <a:txBody>
                    <a:bodyPr/>
                    <a:lstStyle/>
                    <a:p>
                      <a:r>
                        <a:rPr lang="en-US" sz="1200" dirty="0"/>
                        <a:t>Lexus</a:t>
                      </a:r>
                    </a:p>
                  </a:txBody>
                  <a:tcPr/>
                </a:tc>
                <a:tc>
                  <a:txBody>
                    <a:bodyPr/>
                    <a:lstStyle/>
                    <a:p>
                      <a:pPr marL="0" indent="0" algn="ctr"/>
                      <a:r>
                        <a:rPr lang="en-US" sz="1200" dirty="0"/>
                        <a:t>157</a:t>
                      </a:r>
                    </a:p>
                  </a:txBody>
                  <a:tcPr/>
                </a:tc>
                <a:tc>
                  <a:txBody>
                    <a:bodyPr/>
                    <a:lstStyle/>
                    <a:p>
                      <a:r>
                        <a:rPr lang="en-US" sz="1200" dirty="0"/>
                        <a:t>Toyota</a:t>
                      </a:r>
                    </a:p>
                  </a:txBody>
                  <a:tcPr/>
                </a:tc>
                <a:tc>
                  <a:txBody>
                    <a:bodyPr/>
                    <a:lstStyle/>
                    <a:p>
                      <a:pPr marL="0" indent="0" algn="ctr"/>
                      <a:r>
                        <a:rPr lang="en-US" sz="1200" dirty="0"/>
                        <a:t>172</a:t>
                      </a:r>
                    </a:p>
                  </a:txBody>
                  <a:tcPr/>
                </a:tc>
                <a:extLst>
                  <a:ext uri="{0D108BD9-81ED-4DB2-BD59-A6C34878D82A}">
                    <a16:rowId xmlns:a16="http://schemas.microsoft.com/office/drawing/2014/main" val="3159942375"/>
                  </a:ext>
                </a:extLst>
              </a:tr>
              <a:tr h="0">
                <a:tc>
                  <a:txBody>
                    <a:bodyPr/>
                    <a:lstStyle/>
                    <a:p>
                      <a:r>
                        <a:rPr lang="en-US" sz="1200" dirty="0"/>
                        <a:t>Ford</a:t>
                      </a:r>
                    </a:p>
                  </a:txBody>
                  <a:tcPr/>
                </a:tc>
                <a:tc>
                  <a:txBody>
                    <a:bodyPr/>
                    <a:lstStyle/>
                    <a:p>
                      <a:pPr marL="0" indent="0" algn="ctr"/>
                      <a:r>
                        <a:rPr lang="en-US" sz="1200" dirty="0"/>
                        <a:t>167</a:t>
                      </a:r>
                    </a:p>
                  </a:txBody>
                  <a:tcPr/>
                </a:tc>
                <a:tc>
                  <a:txBody>
                    <a:bodyPr/>
                    <a:lstStyle/>
                    <a:p>
                      <a:r>
                        <a:rPr lang="en-US" sz="1200" dirty="0"/>
                        <a:t>Lincoln</a:t>
                      </a:r>
                    </a:p>
                  </a:txBody>
                  <a:tcPr/>
                </a:tc>
                <a:tc>
                  <a:txBody>
                    <a:bodyPr/>
                    <a:lstStyle/>
                    <a:p>
                      <a:pPr marL="0" indent="0" algn="ctr"/>
                      <a:r>
                        <a:rPr lang="en-US" sz="1200" dirty="0"/>
                        <a:t>167</a:t>
                      </a:r>
                    </a:p>
                  </a:txBody>
                  <a:tcPr/>
                </a:tc>
                <a:tc>
                  <a:txBody>
                    <a:bodyPr/>
                    <a:lstStyle/>
                    <a:p>
                      <a:r>
                        <a:rPr lang="en-US" sz="1200" dirty="0"/>
                        <a:t>Volkswagen</a:t>
                      </a:r>
                    </a:p>
                  </a:txBody>
                  <a:tcPr/>
                </a:tc>
                <a:tc>
                  <a:txBody>
                    <a:bodyPr/>
                    <a:lstStyle/>
                    <a:p>
                      <a:pPr marL="0" indent="0" algn="ctr"/>
                      <a:r>
                        <a:rPr lang="en-US" sz="1200" dirty="0"/>
                        <a:t>230</a:t>
                      </a:r>
                    </a:p>
                  </a:txBody>
                  <a:tcPr/>
                </a:tc>
                <a:extLst>
                  <a:ext uri="{0D108BD9-81ED-4DB2-BD59-A6C34878D82A}">
                    <a16:rowId xmlns:a16="http://schemas.microsoft.com/office/drawing/2014/main" val="3429772191"/>
                  </a:ext>
                </a:extLst>
              </a:tr>
              <a:tr h="152400">
                <a:tc>
                  <a:txBody>
                    <a:bodyPr/>
                    <a:lstStyle/>
                    <a:p>
                      <a:r>
                        <a:rPr lang="en-US" sz="1200" dirty="0"/>
                        <a:t>Genesis</a:t>
                      </a:r>
                    </a:p>
                  </a:txBody>
                  <a:tcPr/>
                </a:tc>
                <a:tc>
                  <a:txBody>
                    <a:bodyPr/>
                    <a:lstStyle/>
                    <a:p>
                      <a:pPr marL="0" indent="0" algn="ctr"/>
                      <a:r>
                        <a:rPr lang="en-US" sz="1200" dirty="0"/>
                        <a:t>156</a:t>
                      </a:r>
                    </a:p>
                  </a:txBody>
                  <a:tcPr/>
                </a:tc>
                <a:tc>
                  <a:txBody>
                    <a:bodyPr/>
                    <a:lstStyle/>
                    <a:p>
                      <a:r>
                        <a:rPr lang="en-US" sz="1200" dirty="0"/>
                        <a:t>Maserati</a:t>
                      </a:r>
                    </a:p>
                  </a:txBody>
                  <a:tcPr/>
                </a:tc>
                <a:tc>
                  <a:txBody>
                    <a:bodyPr/>
                    <a:lstStyle/>
                    <a:p>
                      <a:pPr marL="0" indent="0" algn="ctr"/>
                      <a:r>
                        <a:rPr lang="en-US" sz="1200" dirty="0"/>
                        <a:t>255</a:t>
                      </a:r>
                    </a:p>
                  </a:txBody>
                  <a:tcPr/>
                </a:tc>
                <a:tc>
                  <a:txBody>
                    <a:bodyPr/>
                    <a:lstStyle/>
                    <a:p>
                      <a:r>
                        <a:rPr lang="en-US" sz="1200" dirty="0"/>
                        <a:t>Volvo</a:t>
                      </a:r>
                    </a:p>
                  </a:txBody>
                  <a:tcPr/>
                </a:tc>
                <a:tc>
                  <a:txBody>
                    <a:bodyPr/>
                    <a:lstStyle/>
                    <a:p>
                      <a:pPr marL="0" indent="0" algn="ctr"/>
                      <a:r>
                        <a:rPr lang="en-US" sz="1200" dirty="0"/>
                        <a:t>256</a:t>
                      </a:r>
                    </a:p>
                  </a:txBody>
                  <a:tcPr/>
                </a:tc>
                <a:extLst>
                  <a:ext uri="{0D108BD9-81ED-4DB2-BD59-A6C34878D82A}">
                    <a16:rowId xmlns:a16="http://schemas.microsoft.com/office/drawing/2014/main" val="2092006067"/>
                  </a:ext>
                </a:extLst>
              </a:tr>
            </a:tbl>
          </a:graphicData>
        </a:graphic>
      </p:graphicFrame>
      <p:sp>
        <p:nvSpPr>
          <p:cNvPr id="8" name="Content Placeholder 7"/>
          <p:cNvSpPr>
            <a:spLocks noGrp="1"/>
          </p:cNvSpPr>
          <p:nvPr>
            <p:ph sz="quarter" idx="18"/>
          </p:nvPr>
        </p:nvSpPr>
        <p:spPr>
          <a:xfrm>
            <a:off x="342900" y="6246495"/>
            <a:ext cx="8237220" cy="352425"/>
          </a:xfrm>
        </p:spPr>
        <p:txBody>
          <a:bodyPr tIns="0"/>
          <a:lstStyle/>
          <a:p>
            <a:r>
              <a:rPr lang="en-US" sz="1000" dirty="0"/>
              <a:t>Source: J.D. Power and Associates 2022 Initial Quality Study™. Ratings arc intended for educational purposes only and should not be used as a guide to consumer decisions. Tesla and Polestar brands are not shown because they did not meet the J.D. Power study criteria.</a:t>
            </a:r>
          </a:p>
        </p:txBody>
      </p:sp>
      <p:sp>
        <p:nvSpPr>
          <p:cNvPr id="10" name="Slide Number Placeholder 9"/>
          <p:cNvSpPr>
            <a:spLocks noGrp="1"/>
          </p:cNvSpPr>
          <p:nvPr>
            <p:ph type="sldNum" sz="quarter" idx="10"/>
          </p:nvPr>
        </p:nvSpPr>
        <p:spPr/>
        <p:txBody>
          <a:bodyPr/>
          <a:lstStyle/>
          <a:p>
            <a:fld id="{68151E55-6873-49E2-B8D5-2F265E6F1973}" type="slidenum">
              <a:rPr lang="en-US" smtClean="0"/>
              <a:t>4</a:t>
            </a:fld>
            <a:endParaRPr lang="en-US" dirty="0"/>
          </a:p>
        </p:txBody>
      </p:sp>
    </p:spTree>
    <p:extLst>
      <p:ext uri="{BB962C8B-B14F-4D97-AF65-F5344CB8AC3E}">
        <p14:creationId xmlns:p14="http://schemas.microsoft.com/office/powerpoint/2010/main" val="1206690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IN" sz="3600" dirty="0"/>
              <a:t>Numerical Data Example </a:t>
            </a:r>
            <a:r>
              <a:rPr lang="en-IN" sz="1000" b="0" dirty="0"/>
              <a:t>1</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36000" y="57509"/>
            <a:ext cx="449580" cy="1314091"/>
          </a:xfrm>
        </p:spPr>
        <p:txBody>
          <a:bodyPr vert="vert" rIns="0"/>
          <a:lstStyle/>
          <a:p>
            <a:pPr marL="1025525" indent="-1025525"/>
            <a:r>
              <a:rPr lang="en-US" b="1" dirty="0"/>
              <a:t>L</a:t>
            </a:r>
            <a:r>
              <a:rPr lang="en-US" sz="100" b="1" dirty="0"/>
              <a:t> </a:t>
            </a:r>
            <a:r>
              <a:rPr lang="en-US" b="1" dirty="0"/>
              <a:t>O 4.1</a:t>
            </a:r>
            <a:endParaRPr lang="en-IN" b="1" dirty="0"/>
          </a:p>
        </p:txBody>
      </p:sp>
      <p:sp>
        <p:nvSpPr>
          <p:cNvPr id="7" name="Content Placeholder 6"/>
          <p:cNvSpPr>
            <a:spLocks noGrp="1"/>
          </p:cNvSpPr>
          <p:nvPr>
            <p:ph sz="quarter" idx="14"/>
          </p:nvPr>
        </p:nvSpPr>
        <p:spPr>
          <a:xfrm>
            <a:off x="342900" y="1260475"/>
            <a:ext cx="8191500" cy="1970405"/>
          </a:xfrm>
        </p:spPr>
        <p:txBody>
          <a:bodyPr/>
          <a:lstStyle/>
          <a:p>
            <a:pPr marL="292608" indent="-292608">
              <a:buFont typeface="Arial" panose="020B0604020202020204" pitchFamily="34" charset="0"/>
              <a:buChar char="•"/>
            </a:pPr>
            <a:r>
              <a:rPr lang="en-US" sz="1800" dirty="0"/>
              <a:t>The underlying measurement scale is continuous (For example, if 4 defects were found in 3 vehicles, the defect rate would be 1.333333, or 133 defects per 100 vehicles).</a:t>
            </a:r>
          </a:p>
          <a:p>
            <a:pPr marL="292608" indent="-292608">
              <a:buFont typeface="Arial" panose="020B0604020202020204" pitchFamily="34" charset="0"/>
              <a:buChar char="•"/>
            </a:pPr>
            <a:r>
              <a:rPr lang="en-US" sz="1800" dirty="0"/>
              <a:t>Defect rates would vary from year to year and perhaps even within a given model year, so the timing of the study could affect the results.</a:t>
            </a:r>
          </a:p>
          <a:p>
            <a:pPr marL="292608" indent="-292608">
              <a:buFont typeface="Arial" panose="020B0604020202020204" pitchFamily="34" charset="0"/>
              <a:buChar char="•"/>
            </a:pPr>
            <a:r>
              <a:rPr lang="en-US" sz="1800" dirty="0"/>
              <a:t>A good first step is to sort the data, as shown.</a:t>
            </a:r>
            <a:endParaRPr lang="en-IN" sz="1800" dirty="0"/>
          </a:p>
        </p:txBody>
      </p:sp>
      <p:graphicFrame>
        <p:nvGraphicFramePr>
          <p:cNvPr id="8" name="Table 7"/>
          <p:cNvGraphicFramePr>
            <a:graphicFrameLocks noGrp="1"/>
          </p:cNvGraphicFramePr>
          <p:nvPr>
            <p:extLst>
              <p:ext uri="{D42A27DB-BD31-4B8C-83A1-F6EECF244321}">
                <p14:modId xmlns:p14="http://schemas.microsoft.com/office/powerpoint/2010/main" val="523562639"/>
              </p:ext>
            </p:extLst>
          </p:nvPr>
        </p:nvGraphicFramePr>
        <p:xfrm>
          <a:off x="419100" y="3276600"/>
          <a:ext cx="8115300" cy="3291840"/>
        </p:xfrm>
        <a:graphic>
          <a:graphicData uri="http://schemas.openxmlformats.org/drawingml/2006/table">
            <a:tbl>
              <a:tblPr firstRow="1" bandRow="1">
                <a:tableStyleId>{5C22544A-7EE6-4342-B048-85BDC9FD1C3A}</a:tableStyleId>
              </a:tblPr>
              <a:tblGrid>
                <a:gridCol w="1352550">
                  <a:extLst>
                    <a:ext uri="{9D8B030D-6E8A-4147-A177-3AD203B41FA5}">
                      <a16:colId xmlns:a16="http://schemas.microsoft.com/office/drawing/2014/main" val="1191715905"/>
                    </a:ext>
                  </a:extLst>
                </a:gridCol>
                <a:gridCol w="1352550">
                  <a:extLst>
                    <a:ext uri="{9D8B030D-6E8A-4147-A177-3AD203B41FA5}">
                      <a16:colId xmlns:a16="http://schemas.microsoft.com/office/drawing/2014/main" val="3269635588"/>
                    </a:ext>
                  </a:extLst>
                </a:gridCol>
                <a:gridCol w="1352550">
                  <a:extLst>
                    <a:ext uri="{9D8B030D-6E8A-4147-A177-3AD203B41FA5}">
                      <a16:colId xmlns:a16="http://schemas.microsoft.com/office/drawing/2014/main" val="1298543687"/>
                    </a:ext>
                  </a:extLst>
                </a:gridCol>
                <a:gridCol w="1352550">
                  <a:extLst>
                    <a:ext uri="{9D8B030D-6E8A-4147-A177-3AD203B41FA5}">
                      <a16:colId xmlns:a16="http://schemas.microsoft.com/office/drawing/2014/main" val="1272425621"/>
                    </a:ext>
                  </a:extLst>
                </a:gridCol>
                <a:gridCol w="1352550">
                  <a:extLst>
                    <a:ext uri="{9D8B030D-6E8A-4147-A177-3AD203B41FA5}">
                      <a16:colId xmlns:a16="http://schemas.microsoft.com/office/drawing/2014/main" val="1763354535"/>
                    </a:ext>
                  </a:extLst>
                </a:gridCol>
                <a:gridCol w="1352550">
                  <a:extLst>
                    <a:ext uri="{9D8B030D-6E8A-4147-A177-3AD203B41FA5}">
                      <a16:colId xmlns:a16="http://schemas.microsoft.com/office/drawing/2014/main" val="3649162091"/>
                    </a:ext>
                  </a:extLst>
                </a:gridCol>
              </a:tblGrid>
              <a:tr h="0">
                <a:tc>
                  <a:txBody>
                    <a:bodyPr/>
                    <a:lstStyle/>
                    <a:p>
                      <a:r>
                        <a:rPr lang="en-US" sz="1200" dirty="0"/>
                        <a:t>Brand</a:t>
                      </a:r>
                    </a:p>
                  </a:txBody>
                  <a:tcPr>
                    <a:solidFill>
                      <a:srgbClr val="C00000"/>
                    </a:solidFill>
                  </a:tcPr>
                </a:tc>
                <a:tc>
                  <a:txBody>
                    <a:bodyPr/>
                    <a:lstStyle/>
                    <a:p>
                      <a:pPr algn="ctr"/>
                      <a:r>
                        <a:rPr lang="en-US" sz="1200" dirty="0"/>
                        <a:t>Defects</a:t>
                      </a:r>
                    </a:p>
                  </a:txBody>
                  <a:tcPr>
                    <a:solidFill>
                      <a:srgbClr val="C00000"/>
                    </a:solidFill>
                  </a:tcPr>
                </a:tc>
                <a:tc>
                  <a:txBody>
                    <a:bodyPr/>
                    <a:lstStyle/>
                    <a:p>
                      <a:r>
                        <a:rPr lang="en-US" sz="1200" dirty="0"/>
                        <a:t>Brand</a:t>
                      </a:r>
                    </a:p>
                  </a:txBody>
                  <a:tcPr>
                    <a:solidFill>
                      <a:srgbClr val="C00000"/>
                    </a:solidFill>
                  </a:tcPr>
                </a:tc>
                <a:tc>
                  <a:txBody>
                    <a:bodyPr/>
                    <a:lstStyle/>
                    <a:p>
                      <a:pPr algn="ctr"/>
                      <a:r>
                        <a:rPr lang="en-US" sz="1200" dirty="0"/>
                        <a:t>Defects</a:t>
                      </a:r>
                    </a:p>
                  </a:txBody>
                  <a:tcPr>
                    <a:solidFill>
                      <a:srgbClr val="C00000"/>
                    </a:solidFill>
                  </a:tcPr>
                </a:tc>
                <a:tc>
                  <a:txBody>
                    <a:bodyPr/>
                    <a:lstStyle/>
                    <a:p>
                      <a:r>
                        <a:rPr lang="en-US" sz="1200" dirty="0"/>
                        <a:t>Brand</a:t>
                      </a:r>
                    </a:p>
                  </a:txBody>
                  <a:tcPr>
                    <a:solidFill>
                      <a:srgbClr val="C00000"/>
                    </a:solidFill>
                  </a:tcPr>
                </a:tc>
                <a:tc>
                  <a:txBody>
                    <a:bodyPr/>
                    <a:lstStyle/>
                    <a:p>
                      <a:pPr algn="ctr"/>
                      <a:r>
                        <a:rPr lang="en-US" sz="1200" dirty="0"/>
                        <a:t>Defects</a:t>
                      </a:r>
                    </a:p>
                  </a:txBody>
                  <a:tcPr>
                    <a:solidFill>
                      <a:srgbClr val="C00000"/>
                    </a:solidFill>
                  </a:tcPr>
                </a:tc>
                <a:extLst>
                  <a:ext uri="{0D108BD9-81ED-4DB2-BD59-A6C34878D82A}">
                    <a16:rowId xmlns:a16="http://schemas.microsoft.com/office/drawing/2014/main" val="131677524"/>
                  </a:ext>
                </a:extLst>
              </a:tr>
              <a:tr h="0">
                <a:tc>
                  <a:txBody>
                    <a:bodyPr/>
                    <a:lstStyle/>
                    <a:p>
                      <a:r>
                        <a:rPr lang="en-US" sz="1200" dirty="0"/>
                        <a:t>Buick</a:t>
                      </a:r>
                    </a:p>
                  </a:txBody>
                  <a:tcPr/>
                </a:tc>
                <a:tc>
                  <a:txBody>
                    <a:bodyPr/>
                    <a:lstStyle/>
                    <a:p>
                      <a:pPr marL="0" indent="0" algn="ctr"/>
                      <a:r>
                        <a:rPr lang="en-US" sz="1200" dirty="0"/>
                        <a:t>139</a:t>
                      </a:r>
                    </a:p>
                  </a:txBody>
                  <a:tcPr/>
                </a:tc>
                <a:tc>
                  <a:txBody>
                    <a:bodyPr/>
                    <a:lstStyle/>
                    <a:p>
                      <a:r>
                        <a:rPr lang="en-US" sz="1200" dirty="0"/>
                        <a:t>Nissan</a:t>
                      </a:r>
                    </a:p>
                  </a:txBody>
                  <a:tcPr/>
                </a:tc>
                <a:tc>
                  <a:txBody>
                    <a:bodyPr/>
                    <a:lstStyle/>
                    <a:p>
                      <a:pPr marL="0" indent="0" algn="ctr"/>
                      <a:r>
                        <a:rPr lang="en-US" sz="1200" dirty="0"/>
                        <a:t>167</a:t>
                      </a:r>
                    </a:p>
                  </a:txBody>
                  <a:tcPr/>
                </a:tc>
                <a:tc>
                  <a:txBody>
                    <a:bodyPr/>
                    <a:lstStyle/>
                    <a:p>
                      <a:r>
                        <a:rPr lang="en-US" sz="1200" dirty="0"/>
                        <a:t>Jeep</a:t>
                      </a:r>
                    </a:p>
                  </a:txBody>
                  <a:tcPr/>
                </a:tc>
                <a:tc>
                  <a:txBody>
                    <a:bodyPr/>
                    <a:lstStyle/>
                    <a:p>
                      <a:pPr marL="0" indent="0" algn="ctr"/>
                      <a:r>
                        <a:rPr lang="en-US" sz="1200" dirty="0"/>
                        <a:t>199</a:t>
                      </a:r>
                    </a:p>
                  </a:txBody>
                  <a:tcPr/>
                </a:tc>
                <a:extLst>
                  <a:ext uri="{0D108BD9-81ED-4DB2-BD59-A6C34878D82A}">
                    <a16:rowId xmlns:a16="http://schemas.microsoft.com/office/drawing/2014/main" val="3618449494"/>
                  </a:ext>
                </a:extLst>
              </a:tr>
              <a:tr h="0">
                <a:tc>
                  <a:txBody>
                    <a:bodyPr/>
                    <a:lstStyle/>
                    <a:p>
                      <a:r>
                        <a:rPr lang="en-US" sz="1200" dirty="0"/>
                        <a:t>Dodge</a:t>
                      </a:r>
                    </a:p>
                  </a:txBody>
                  <a:tcPr/>
                </a:tc>
                <a:tc>
                  <a:txBody>
                    <a:bodyPr/>
                    <a:lstStyle/>
                    <a:p>
                      <a:pPr marL="0" indent="0" algn="ctr"/>
                      <a:r>
                        <a:rPr lang="en-US" sz="1200" dirty="0"/>
                        <a:t>143</a:t>
                      </a:r>
                    </a:p>
                  </a:txBody>
                  <a:tcPr/>
                </a:tc>
                <a:tc>
                  <a:txBody>
                    <a:bodyPr/>
                    <a:lstStyle/>
                    <a:p>
                      <a:r>
                        <a:rPr lang="en-US" sz="1200" dirty="0"/>
                        <a:t>MINI</a:t>
                      </a:r>
                    </a:p>
                  </a:txBody>
                  <a:tcPr/>
                </a:tc>
                <a:tc>
                  <a:txBody>
                    <a:bodyPr/>
                    <a:lstStyle/>
                    <a:p>
                      <a:pPr marL="0" indent="0" algn="ctr"/>
                      <a:r>
                        <a:rPr lang="en-US" sz="1200" dirty="0"/>
                        <a:t>168</a:t>
                      </a:r>
                    </a:p>
                  </a:txBody>
                  <a:tcPr/>
                </a:tc>
                <a:tc>
                  <a:txBody>
                    <a:bodyPr/>
                    <a:lstStyle/>
                    <a:p>
                      <a:r>
                        <a:rPr lang="en-US" sz="1200" dirty="0"/>
                        <a:t>Porsche</a:t>
                      </a:r>
                    </a:p>
                  </a:txBody>
                  <a:tcPr/>
                </a:tc>
                <a:tc>
                  <a:txBody>
                    <a:bodyPr/>
                    <a:lstStyle/>
                    <a:p>
                      <a:pPr marL="0" indent="0" algn="ctr"/>
                      <a:r>
                        <a:rPr lang="en-US" sz="1200" dirty="0"/>
                        <a:t>200</a:t>
                      </a:r>
                    </a:p>
                  </a:txBody>
                  <a:tcPr/>
                </a:tc>
                <a:extLst>
                  <a:ext uri="{0D108BD9-81ED-4DB2-BD59-A6C34878D82A}">
                    <a16:rowId xmlns:a16="http://schemas.microsoft.com/office/drawing/2014/main" val="2133121065"/>
                  </a:ext>
                </a:extLst>
              </a:tr>
              <a:tr h="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Chevrolet</a:t>
                      </a:r>
                    </a:p>
                  </a:txBody>
                  <a:tcPr/>
                </a:tc>
                <a:tc>
                  <a:txBody>
                    <a:bodyPr/>
                    <a:lstStyle/>
                    <a:p>
                      <a:pPr marL="0" indent="0" algn="ctr"/>
                      <a:r>
                        <a:rPr lang="en-US" sz="1200" dirty="0"/>
                        <a:t>147</a:t>
                      </a:r>
                    </a:p>
                  </a:txBody>
                  <a:tcPr/>
                </a:tc>
                <a:tc>
                  <a:txBody>
                    <a:bodyPr/>
                    <a:lstStyle/>
                    <a:p>
                      <a:r>
                        <a:rPr lang="en-US" sz="1200" dirty="0"/>
                        <a:t>Toyota</a:t>
                      </a:r>
                    </a:p>
                  </a:txBody>
                  <a:tcPr/>
                </a:tc>
                <a:tc>
                  <a:txBody>
                    <a:bodyPr/>
                    <a:lstStyle/>
                    <a:p>
                      <a:pPr marL="0" indent="0" algn="ctr"/>
                      <a:r>
                        <a:rPr lang="en-US" sz="1200" dirty="0"/>
                        <a:t>172</a:t>
                      </a:r>
                    </a:p>
                  </a:txBody>
                  <a:tcPr/>
                </a:tc>
                <a:tc>
                  <a:txBody>
                    <a:bodyPr/>
                    <a:lstStyle/>
                    <a:p>
                      <a:r>
                        <a:rPr lang="en-US" sz="1200" dirty="0"/>
                        <a:t>Infiniti</a:t>
                      </a:r>
                    </a:p>
                  </a:txBody>
                  <a:tcPr/>
                </a:tc>
                <a:tc>
                  <a:txBody>
                    <a:bodyPr/>
                    <a:lstStyle/>
                    <a:p>
                      <a:pPr marL="0" indent="0" algn="ctr"/>
                      <a:r>
                        <a:rPr lang="en-US" sz="1200" dirty="0"/>
                        <a:t>204</a:t>
                      </a:r>
                    </a:p>
                  </a:txBody>
                  <a:tcPr/>
                </a:tc>
                <a:extLst>
                  <a:ext uri="{0D108BD9-81ED-4DB2-BD59-A6C34878D82A}">
                    <a16:rowId xmlns:a16="http://schemas.microsoft.com/office/drawing/2014/main" val="1617094382"/>
                  </a:ext>
                </a:extLst>
              </a:tr>
              <a:tr h="0">
                <a:tc>
                  <a:txBody>
                    <a:bodyPr/>
                    <a:lstStyle/>
                    <a:p>
                      <a:r>
                        <a:rPr lang="en-US" sz="1200" dirty="0"/>
                        <a:t>Genesis</a:t>
                      </a:r>
                    </a:p>
                  </a:txBody>
                  <a:tcPr/>
                </a:tc>
                <a:tc>
                  <a:txBody>
                    <a:bodyPr/>
                    <a:lstStyle/>
                    <a:p>
                      <a:pPr marL="0" indent="0" algn="ctr"/>
                      <a:r>
                        <a:rPr lang="en-US" sz="1200" dirty="0"/>
                        <a:t>156</a:t>
                      </a:r>
                    </a:p>
                  </a:txBody>
                  <a:tcPr/>
                </a:tc>
                <a:tc>
                  <a:txBody>
                    <a:bodyPr/>
                    <a:lstStyle/>
                    <a:p>
                      <a:r>
                        <a:rPr lang="en-US" sz="1200" dirty="0"/>
                        <a:t>Mazda</a:t>
                      </a:r>
                    </a:p>
                  </a:txBody>
                  <a:tcPr/>
                </a:tc>
                <a:tc>
                  <a:txBody>
                    <a:bodyPr/>
                    <a:lstStyle/>
                    <a:p>
                      <a:pPr marL="0" indent="0" algn="ctr"/>
                      <a:r>
                        <a:rPr lang="en-US" sz="1200" dirty="0"/>
                        <a:t>180</a:t>
                      </a:r>
                    </a:p>
                  </a:txBody>
                  <a:tcPr/>
                </a:tc>
                <a:tc>
                  <a:txBody>
                    <a:bodyPr/>
                    <a:lstStyle/>
                    <a:p>
                      <a:r>
                        <a:rPr lang="en-US" sz="1200" dirty="0"/>
                        <a:t>Jaguar</a:t>
                      </a:r>
                    </a:p>
                  </a:txBody>
                  <a:tcPr/>
                </a:tc>
                <a:tc>
                  <a:txBody>
                    <a:bodyPr/>
                    <a:lstStyle/>
                    <a:p>
                      <a:pPr marL="0" indent="0" algn="ctr"/>
                      <a:r>
                        <a:rPr lang="en-US" sz="1200" dirty="0"/>
                        <a:t>210</a:t>
                      </a:r>
                    </a:p>
                  </a:txBody>
                  <a:tcPr/>
                </a:tc>
                <a:extLst>
                  <a:ext uri="{0D108BD9-81ED-4DB2-BD59-A6C34878D82A}">
                    <a16:rowId xmlns:a16="http://schemas.microsoft.com/office/drawing/2014/main" val="2578710344"/>
                  </a:ext>
                </a:extLst>
              </a:tr>
              <a:tr h="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Kia</a:t>
                      </a:r>
                    </a:p>
                  </a:txBody>
                  <a:tcPr/>
                </a:tc>
                <a:tc>
                  <a:txBody>
                    <a:bodyPr/>
                    <a:lstStyle/>
                    <a:p>
                      <a:pPr marL="0" indent="0" algn="ctr"/>
                      <a:r>
                        <a:rPr lang="en-US" sz="1200" dirty="0"/>
                        <a:t>156</a:t>
                      </a:r>
                    </a:p>
                  </a:txBody>
                  <a:tcPr/>
                </a:tc>
                <a:tc>
                  <a:txBody>
                    <a:bodyPr/>
                    <a:lstStyle/>
                    <a:p>
                      <a:r>
                        <a:rPr lang="en-US" sz="1200" dirty="0"/>
                        <a:t>Honda</a:t>
                      </a:r>
                    </a:p>
                  </a:txBody>
                  <a:tcPr/>
                </a:tc>
                <a:tc>
                  <a:txBody>
                    <a:bodyPr/>
                    <a:lstStyle/>
                    <a:p>
                      <a:pPr marL="0" indent="0" algn="ctr"/>
                      <a:r>
                        <a:rPr lang="en-US" sz="1200" dirty="0"/>
                        <a:t>183</a:t>
                      </a:r>
                    </a:p>
                  </a:txBody>
                  <a:tcPr/>
                </a:tc>
                <a:tc>
                  <a:txBody>
                    <a:bodyPr/>
                    <a:lstStyle/>
                    <a:p>
                      <a:r>
                        <a:rPr lang="en-US" sz="1200" dirty="0"/>
                        <a:t>Alfa Romeo</a:t>
                      </a:r>
                    </a:p>
                  </a:txBody>
                  <a:tcPr/>
                </a:tc>
                <a:tc>
                  <a:txBody>
                    <a:bodyPr/>
                    <a:lstStyle/>
                    <a:p>
                      <a:pPr marL="0" indent="0" algn="ctr"/>
                      <a:r>
                        <a:rPr lang="en-US" sz="1200" dirty="0"/>
                        <a:t>211</a:t>
                      </a:r>
                    </a:p>
                  </a:txBody>
                  <a:tcPr/>
                </a:tc>
                <a:extLst>
                  <a:ext uri="{0D108BD9-81ED-4DB2-BD59-A6C34878D82A}">
                    <a16:rowId xmlns:a16="http://schemas.microsoft.com/office/drawing/2014/main" val="3262998510"/>
                  </a:ext>
                </a:extLst>
              </a:tr>
              <a:tr h="0">
                <a:tc>
                  <a:txBody>
                    <a:bodyPr/>
                    <a:lstStyle/>
                    <a:p>
                      <a:r>
                        <a:rPr lang="en-US" sz="1200" dirty="0"/>
                        <a:t>Lexus</a:t>
                      </a:r>
                    </a:p>
                  </a:txBody>
                  <a:tcPr/>
                </a:tc>
                <a:tc>
                  <a:txBody>
                    <a:bodyPr/>
                    <a:lstStyle/>
                    <a:p>
                      <a:pPr marL="0" indent="0" algn="ctr"/>
                      <a:r>
                        <a:rPr lang="en-US" sz="1200" dirty="0"/>
                        <a:t>157</a:t>
                      </a:r>
                    </a:p>
                  </a:txBody>
                  <a:tcPr/>
                </a:tc>
                <a:tc>
                  <a:txBody>
                    <a:bodyPr/>
                    <a:lstStyle/>
                    <a:p>
                      <a:r>
                        <a:rPr lang="en-US" sz="1200" dirty="0"/>
                        <a:t>Hyundai</a:t>
                      </a:r>
                    </a:p>
                  </a:txBody>
                  <a:tcPr/>
                </a:tc>
                <a:tc>
                  <a:txBody>
                    <a:bodyPr/>
                    <a:lstStyle/>
                    <a:p>
                      <a:pPr marL="0" indent="0" algn="ctr"/>
                      <a:r>
                        <a:rPr lang="en-US" sz="1200" dirty="0"/>
                        <a:t>185</a:t>
                      </a:r>
                    </a:p>
                  </a:txBody>
                  <a:tcPr/>
                </a:tc>
                <a:tc>
                  <a:txBody>
                    <a:bodyPr/>
                    <a:lstStyle/>
                    <a:p>
                      <a:r>
                        <a:rPr lang="en-US" sz="1200" dirty="0"/>
                        <a:t>Mitsubishi</a:t>
                      </a:r>
                    </a:p>
                  </a:txBody>
                  <a:tcPr/>
                </a:tc>
                <a:tc>
                  <a:txBody>
                    <a:bodyPr/>
                    <a:lstStyle/>
                    <a:p>
                      <a:pPr marL="0" indent="0" algn="ctr"/>
                      <a:r>
                        <a:rPr lang="en-US" sz="1200" dirty="0"/>
                        <a:t>226</a:t>
                      </a:r>
                    </a:p>
                  </a:txBody>
                  <a:tcPr/>
                </a:tc>
                <a:extLst>
                  <a:ext uri="{0D108BD9-81ED-4DB2-BD59-A6C34878D82A}">
                    <a16:rowId xmlns:a16="http://schemas.microsoft.com/office/drawing/2014/main" val="1815194840"/>
                  </a:ext>
                </a:extLst>
              </a:tr>
              <a:tr h="0">
                <a:tc>
                  <a:txBody>
                    <a:bodyPr/>
                    <a:lstStyle/>
                    <a:p>
                      <a:r>
                        <a:rPr lang="en-US" sz="1200" dirty="0"/>
                        <a:t>G</a:t>
                      </a:r>
                      <a:r>
                        <a:rPr lang="en-US" sz="100" dirty="0"/>
                        <a:t> </a:t>
                      </a:r>
                      <a:r>
                        <a:rPr lang="en-US" sz="1200" dirty="0"/>
                        <a:t>M</a:t>
                      </a:r>
                      <a:r>
                        <a:rPr lang="en-US" sz="100" dirty="0"/>
                        <a:t> </a:t>
                      </a:r>
                      <a:r>
                        <a:rPr lang="en-US" sz="1200" dirty="0"/>
                        <a:t>C</a:t>
                      </a:r>
                    </a:p>
                  </a:txBody>
                  <a:tcPr/>
                </a:tc>
                <a:tc>
                  <a:txBody>
                    <a:bodyPr/>
                    <a:lstStyle/>
                    <a:p>
                      <a:pPr marL="0" indent="0" algn="ctr"/>
                      <a:r>
                        <a:rPr lang="en-US" sz="1200" dirty="0"/>
                        <a:t>162</a:t>
                      </a:r>
                    </a:p>
                  </a:txBody>
                  <a:tcPr/>
                </a:tc>
                <a:tc>
                  <a:txBody>
                    <a:bodyPr/>
                    <a:lstStyle/>
                    <a:p>
                      <a:r>
                        <a:rPr lang="en-US" sz="1200" dirty="0"/>
                        <a:t>Ram</a:t>
                      </a:r>
                    </a:p>
                  </a:txBody>
                  <a:tcPr/>
                </a:tc>
                <a:tc>
                  <a:txBody>
                    <a:bodyPr/>
                    <a:lstStyle/>
                    <a:p>
                      <a:pPr marL="0" indent="0" algn="ctr"/>
                      <a:r>
                        <a:rPr lang="en-US" sz="1200" dirty="0"/>
                        <a:t>186</a:t>
                      </a:r>
                    </a:p>
                  </a:txBody>
                  <a:tcPr/>
                </a:tc>
                <a:tc>
                  <a:txBody>
                    <a:bodyPr/>
                    <a:lstStyle/>
                    <a:p>
                      <a:r>
                        <a:rPr lang="en-US" sz="1200" dirty="0"/>
                        <a:t>Volkswagen</a:t>
                      </a:r>
                    </a:p>
                  </a:txBody>
                  <a:tcPr/>
                </a:tc>
                <a:tc>
                  <a:txBody>
                    <a:bodyPr/>
                    <a:lstStyle/>
                    <a:p>
                      <a:pPr marL="0" indent="0" algn="ctr"/>
                      <a:r>
                        <a:rPr lang="en-US" sz="1200" dirty="0"/>
                        <a:t>230</a:t>
                      </a:r>
                    </a:p>
                  </a:txBody>
                  <a:tcPr/>
                </a:tc>
                <a:extLst>
                  <a:ext uri="{0D108BD9-81ED-4DB2-BD59-A6C34878D82A}">
                    <a16:rowId xmlns:a16="http://schemas.microsoft.com/office/drawing/2014/main" val="3518361506"/>
                  </a:ext>
                </a:extLst>
              </a:tr>
              <a:tr h="0">
                <a:tc>
                  <a:txBody>
                    <a:bodyPr/>
                    <a:lstStyle/>
                    <a:p>
                      <a:r>
                        <a:rPr lang="en-US" sz="1200" dirty="0"/>
                        <a:t>Cadillac</a:t>
                      </a:r>
                    </a:p>
                  </a:txBody>
                  <a:tcPr/>
                </a:tc>
                <a:tc>
                  <a:txBody>
                    <a:bodyPr/>
                    <a:lstStyle/>
                    <a:p>
                      <a:pPr marL="0" indent="0" algn="ctr"/>
                      <a:r>
                        <a:rPr lang="en-US" sz="1200" dirty="0"/>
                        <a:t>163</a:t>
                      </a:r>
                    </a:p>
                  </a:txBody>
                  <a:tcPr/>
                </a:tc>
                <a:tc>
                  <a:txBody>
                    <a:bodyPr/>
                    <a:lstStyle/>
                    <a:p>
                      <a:r>
                        <a:rPr lang="en-US" sz="1200" dirty="0"/>
                        <a:t>Mercedes-Benz</a:t>
                      </a:r>
                    </a:p>
                  </a:txBody>
                  <a:tcPr/>
                </a:tc>
                <a:tc>
                  <a:txBody>
                    <a:bodyPr/>
                    <a:lstStyle/>
                    <a:p>
                      <a:pPr marL="0" indent="0" algn="ctr"/>
                      <a:r>
                        <a:rPr lang="en-US" sz="1200" dirty="0"/>
                        <a:t>189</a:t>
                      </a:r>
                    </a:p>
                  </a:txBody>
                  <a:tcPr/>
                </a:tc>
                <a:tc>
                  <a:txBody>
                    <a:bodyPr/>
                    <a:lstStyle/>
                    <a:p>
                      <a:r>
                        <a:rPr lang="en-US" sz="1200" dirty="0"/>
                        <a:t>Audi</a:t>
                      </a:r>
                    </a:p>
                  </a:txBody>
                  <a:tcPr/>
                </a:tc>
                <a:tc>
                  <a:txBody>
                    <a:bodyPr/>
                    <a:lstStyle/>
                    <a:p>
                      <a:pPr marL="0" indent="0" algn="ctr"/>
                      <a:r>
                        <a:rPr lang="en-US" sz="1200" dirty="0"/>
                        <a:t>239</a:t>
                      </a:r>
                    </a:p>
                  </a:txBody>
                  <a:tcPr/>
                </a:tc>
                <a:extLst>
                  <a:ext uri="{0D108BD9-81ED-4DB2-BD59-A6C34878D82A}">
                    <a16:rowId xmlns:a16="http://schemas.microsoft.com/office/drawing/2014/main" val="376904284"/>
                  </a:ext>
                </a:extLst>
              </a:tr>
              <a:tr h="0">
                <a:tc>
                  <a:txBody>
                    <a:bodyPr/>
                    <a:lstStyle/>
                    <a:p>
                      <a:r>
                        <a:rPr lang="en-US" sz="1200" dirty="0"/>
                        <a:t>B</a:t>
                      </a:r>
                      <a:r>
                        <a:rPr lang="en-US" sz="100" dirty="0"/>
                        <a:t> </a:t>
                      </a:r>
                      <a:r>
                        <a:rPr lang="en-US" sz="1200" dirty="0"/>
                        <a:t>M</a:t>
                      </a:r>
                      <a:r>
                        <a:rPr lang="en-US" sz="100" dirty="0"/>
                        <a:t> </a:t>
                      </a:r>
                      <a:r>
                        <a:rPr lang="en-US" sz="1200" dirty="0"/>
                        <a:t>W</a:t>
                      </a:r>
                    </a:p>
                  </a:txBody>
                  <a:tcPr/>
                </a:tc>
                <a:tc>
                  <a:txBody>
                    <a:bodyPr/>
                    <a:lstStyle/>
                    <a:p>
                      <a:pPr marL="0" indent="0" algn="ctr"/>
                      <a:r>
                        <a:rPr lang="en-US" sz="1200" dirty="0"/>
                        <a:t>165</a:t>
                      </a:r>
                    </a:p>
                  </a:txBody>
                  <a:tcPr/>
                </a:tc>
                <a:tc>
                  <a:txBody>
                    <a:bodyPr/>
                    <a:lstStyle/>
                    <a:p>
                      <a:r>
                        <a:rPr lang="en-US" sz="1200" dirty="0"/>
                        <a:t>Subaru</a:t>
                      </a:r>
                    </a:p>
                  </a:txBody>
                  <a:tcPr/>
                </a:tc>
                <a:tc>
                  <a:txBody>
                    <a:bodyPr/>
                    <a:lstStyle/>
                    <a:p>
                      <a:pPr marL="0" indent="0" algn="ctr"/>
                      <a:r>
                        <a:rPr lang="en-US" sz="1200" dirty="0"/>
                        <a:t>191</a:t>
                      </a:r>
                    </a:p>
                  </a:txBody>
                  <a:tcPr/>
                </a:tc>
                <a:tc>
                  <a:txBody>
                    <a:bodyPr/>
                    <a:lstStyle/>
                    <a:p>
                      <a:r>
                        <a:rPr lang="en-US" sz="1200" dirty="0"/>
                        <a:t>Maserati</a:t>
                      </a:r>
                    </a:p>
                  </a:txBody>
                  <a:tcPr/>
                </a:tc>
                <a:tc>
                  <a:txBody>
                    <a:bodyPr/>
                    <a:lstStyle/>
                    <a:p>
                      <a:pPr marL="0" indent="0" algn="ctr"/>
                      <a:r>
                        <a:rPr lang="en-US" sz="1200" dirty="0"/>
                        <a:t>255</a:t>
                      </a:r>
                    </a:p>
                  </a:txBody>
                  <a:tcPr/>
                </a:tc>
                <a:extLst>
                  <a:ext uri="{0D108BD9-81ED-4DB2-BD59-A6C34878D82A}">
                    <a16:rowId xmlns:a16="http://schemas.microsoft.com/office/drawing/2014/main" val="3159942375"/>
                  </a:ext>
                </a:extLst>
              </a:tr>
              <a:tr h="0">
                <a:tc>
                  <a:txBody>
                    <a:bodyPr/>
                    <a:lstStyle/>
                    <a:p>
                      <a:r>
                        <a:rPr lang="en-US" sz="1200" dirty="0"/>
                        <a:t>Ford</a:t>
                      </a:r>
                    </a:p>
                  </a:txBody>
                  <a:tcPr/>
                </a:tc>
                <a:tc>
                  <a:txBody>
                    <a:bodyPr/>
                    <a:lstStyle/>
                    <a:p>
                      <a:pPr marL="0" indent="0" algn="ctr"/>
                      <a:r>
                        <a:rPr lang="en-US" sz="1200" dirty="0"/>
                        <a:t>167</a:t>
                      </a:r>
                    </a:p>
                  </a:txBody>
                  <a:tcPr/>
                </a:tc>
                <a:tc>
                  <a:txBody>
                    <a:bodyPr/>
                    <a:lstStyle/>
                    <a:p>
                      <a:r>
                        <a:rPr lang="en-US" sz="1200" dirty="0"/>
                        <a:t>Acura</a:t>
                      </a:r>
                    </a:p>
                  </a:txBody>
                  <a:tcPr/>
                </a:tc>
                <a:tc>
                  <a:txBody>
                    <a:bodyPr/>
                    <a:lstStyle/>
                    <a:p>
                      <a:pPr marL="0" indent="0" algn="ctr"/>
                      <a:r>
                        <a:rPr lang="en-US" sz="1200" dirty="0"/>
                        <a:t>192</a:t>
                      </a:r>
                    </a:p>
                  </a:txBody>
                  <a:tcPr/>
                </a:tc>
                <a:tc>
                  <a:txBody>
                    <a:bodyPr/>
                    <a:lstStyle/>
                    <a:p>
                      <a:r>
                        <a:rPr lang="en-US" sz="1200" dirty="0"/>
                        <a:t>Volvo</a:t>
                      </a:r>
                    </a:p>
                  </a:txBody>
                  <a:tcPr/>
                </a:tc>
                <a:tc>
                  <a:txBody>
                    <a:bodyPr/>
                    <a:lstStyle/>
                    <a:p>
                      <a:pPr marL="0" indent="0" algn="ctr"/>
                      <a:r>
                        <a:rPr lang="en-US" sz="1200" dirty="0"/>
                        <a:t>256</a:t>
                      </a:r>
                    </a:p>
                  </a:txBody>
                  <a:tcPr/>
                </a:tc>
                <a:extLst>
                  <a:ext uri="{0D108BD9-81ED-4DB2-BD59-A6C34878D82A}">
                    <a16:rowId xmlns:a16="http://schemas.microsoft.com/office/drawing/2014/main" val="3429772191"/>
                  </a:ext>
                </a:extLst>
              </a:tr>
              <a:tr h="152400">
                <a:tc>
                  <a:txBody>
                    <a:bodyPr/>
                    <a:lstStyle/>
                    <a:p>
                      <a:r>
                        <a:rPr lang="en-US" sz="1200" dirty="0"/>
                        <a:t>Lincoln</a:t>
                      </a:r>
                    </a:p>
                  </a:txBody>
                  <a:tcPr/>
                </a:tc>
                <a:tc>
                  <a:txBody>
                    <a:bodyPr/>
                    <a:lstStyle/>
                    <a:p>
                      <a:pPr marL="0" indent="0" algn="ctr"/>
                      <a:r>
                        <a:rPr lang="en-US" sz="1200" dirty="0"/>
                        <a:t>167</a:t>
                      </a:r>
                    </a:p>
                  </a:txBody>
                  <a:tcPr/>
                </a:tc>
                <a:tc>
                  <a:txBody>
                    <a:bodyPr/>
                    <a:lstStyle/>
                    <a:p>
                      <a:r>
                        <a:rPr lang="en-US" sz="1200" dirty="0"/>
                        <a:t>Land Rover</a:t>
                      </a:r>
                    </a:p>
                  </a:txBody>
                  <a:tcPr/>
                </a:tc>
                <a:tc>
                  <a:txBody>
                    <a:bodyPr/>
                    <a:lstStyle/>
                    <a:p>
                      <a:pPr marL="0" indent="0" algn="ctr"/>
                      <a:r>
                        <a:rPr lang="en-US" sz="1200" dirty="0"/>
                        <a:t>193</a:t>
                      </a:r>
                    </a:p>
                  </a:txBody>
                  <a:tcPr/>
                </a:tc>
                <a:tc>
                  <a:txBody>
                    <a:bodyPr/>
                    <a:lstStyle/>
                    <a:p>
                      <a:r>
                        <a:rPr lang="en-US" sz="1200" dirty="0"/>
                        <a:t>Chrysler</a:t>
                      </a:r>
                    </a:p>
                  </a:txBody>
                  <a:tcPr/>
                </a:tc>
                <a:tc>
                  <a:txBody>
                    <a:bodyPr/>
                    <a:lstStyle/>
                    <a:p>
                      <a:pPr marL="0" indent="0" algn="ctr"/>
                      <a:r>
                        <a:rPr lang="en-US" sz="1200" dirty="0"/>
                        <a:t>265</a:t>
                      </a:r>
                    </a:p>
                  </a:txBody>
                  <a:tcPr/>
                </a:tc>
                <a:extLst>
                  <a:ext uri="{0D108BD9-81ED-4DB2-BD59-A6C34878D82A}">
                    <a16:rowId xmlns:a16="http://schemas.microsoft.com/office/drawing/2014/main" val="2092006067"/>
                  </a:ext>
                </a:extLst>
              </a:tr>
            </a:tbl>
          </a:graphicData>
        </a:graphic>
      </p:graphicFrame>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5</a:t>
            </a:fld>
            <a:endParaRPr lang="en-US" dirty="0"/>
          </a:p>
        </p:txBody>
      </p:sp>
    </p:spTree>
    <p:extLst>
      <p:ext uri="{BB962C8B-B14F-4D97-AF65-F5344CB8AC3E}">
        <p14:creationId xmlns:p14="http://schemas.microsoft.com/office/powerpoint/2010/main" val="440497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IN" sz="3600" dirty="0"/>
              <a:t>Numerical Data Example </a:t>
            </a:r>
            <a:r>
              <a:rPr lang="en-IN" sz="1000" b="0" dirty="0"/>
              <a:t>2</a:t>
            </a:r>
            <a:endParaRPr lang="en-IN" sz="1000" dirty="0"/>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36000" y="57509"/>
            <a:ext cx="449580" cy="1817011"/>
          </a:xfrm>
        </p:spPr>
        <p:txBody>
          <a:bodyPr vert="vert" rIns="0"/>
          <a:lstStyle/>
          <a:p>
            <a:pPr marL="1025525" indent="-1025525"/>
            <a:r>
              <a:rPr lang="en-US" b="1" dirty="0"/>
              <a:t>L</a:t>
            </a:r>
            <a:r>
              <a:rPr lang="en-US" sz="100" b="1" dirty="0"/>
              <a:t> </a:t>
            </a:r>
            <a:r>
              <a:rPr lang="en-US" b="1" dirty="0"/>
              <a:t>O 4.1</a:t>
            </a:r>
            <a:endParaRPr lang="en-IN" b="1" dirty="0"/>
          </a:p>
        </p:txBody>
      </p:sp>
      <p:sp>
        <p:nvSpPr>
          <p:cNvPr id="7" name="Content Placeholder 6"/>
          <p:cNvSpPr>
            <a:spLocks noGrp="1"/>
          </p:cNvSpPr>
          <p:nvPr>
            <p:ph sz="quarter" idx="14"/>
          </p:nvPr>
        </p:nvSpPr>
        <p:spPr>
          <a:xfrm>
            <a:off x="342900" y="1260475"/>
            <a:ext cx="8191500" cy="2823845"/>
          </a:xfrm>
        </p:spPr>
        <p:txBody>
          <a:bodyPr/>
          <a:lstStyle/>
          <a:p>
            <a:pPr marL="292608" indent="-292608">
              <a:buFont typeface="Arial" panose="020B0604020202020204" pitchFamily="34" charset="0"/>
              <a:buChar char="•"/>
            </a:pPr>
            <a:r>
              <a:rPr lang="en-US" dirty="0"/>
              <a:t>The sorted data reveal a wide range of data values, from 139 (Buick) to 265 (Chrysler). This suggests a high degree of variability.</a:t>
            </a:r>
          </a:p>
          <a:p>
            <a:pPr marL="292608" indent="-292608">
              <a:buFont typeface="Arial" panose="020B0604020202020204" pitchFamily="34" charset="0"/>
              <a:buChar char="•"/>
            </a:pPr>
            <a:r>
              <a:rPr lang="en-US" dirty="0"/>
              <a:t>The next visual step is a histogram. The modal class (largest frequency) between 150 and 170 reveals the </a:t>
            </a:r>
            <a:r>
              <a:rPr lang="en-US" i="1" dirty="0"/>
              <a:t>center</a:t>
            </a:r>
            <a:r>
              <a:rPr lang="en-US" dirty="0"/>
              <a:t>. The </a:t>
            </a:r>
            <a:r>
              <a:rPr lang="en-US" i="1" dirty="0"/>
              <a:t>shape</a:t>
            </a:r>
            <a:r>
              <a:rPr lang="en-US" dirty="0"/>
              <a:t> of the histogram is right-skewed (most data on the left, longer right tail).</a:t>
            </a:r>
            <a:endParaRPr lang="en-IN" dirty="0"/>
          </a:p>
        </p:txBody>
      </p:sp>
      <p:pic>
        <p:nvPicPr>
          <p:cNvPr id="4" name="Picture 3" descr="A histogram that plots the frequency of defects per 100 vehicles."/>
          <p:cNvPicPr>
            <a:picLocks noChangeAspect="1"/>
          </p:cNvPicPr>
          <p:nvPr/>
        </p:nvPicPr>
        <p:blipFill>
          <a:blip r:embed="rId2"/>
          <a:stretch>
            <a:fillRect/>
          </a:stretch>
        </p:blipFill>
        <p:spPr>
          <a:xfrm>
            <a:off x="3058795" y="4348632"/>
            <a:ext cx="3206288" cy="1761377"/>
          </a:xfrm>
          <a:prstGeom prst="rect">
            <a:avLst/>
          </a:prstGeom>
        </p:spPr>
      </p:pic>
      <p:sp>
        <p:nvSpPr>
          <p:cNvPr id="8" name="Text Placeholder 8"/>
          <p:cNvSpPr>
            <a:spLocks noGrp="1"/>
          </p:cNvSpPr>
          <p:nvPr>
            <p:ph type="body" sz="quarter" idx="12"/>
          </p:nvPr>
        </p:nvSpPr>
        <p:spPr>
          <a:xfrm>
            <a:off x="3049524" y="6309359"/>
            <a:ext cx="3153156" cy="236221"/>
          </a:xfrm>
        </p:spPr>
        <p:txBody>
          <a:bodyPr anchor="ctr"/>
          <a:lstStyle/>
          <a:p>
            <a:r>
              <a:rPr lang="en-US" sz="1200" dirty="0">
                <a:hlinkClick r:id="rId3" action="ppaction://hlinksldjump"/>
              </a:rPr>
              <a:t>Access the text alternative for slide images.</a:t>
            </a:r>
            <a:endParaRPr lang="en-IN" sz="1200" dirty="0">
              <a:hlinkClick r:id="rId3" action="ppaction://hlinksldjump"/>
            </a:endParaRP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6</a:t>
            </a:fld>
            <a:endParaRPr lang="en-US" dirty="0"/>
          </a:p>
        </p:txBody>
      </p:sp>
    </p:spTree>
    <p:extLst>
      <p:ext uri="{BB962C8B-B14F-4D97-AF65-F5344CB8AC3E}">
        <p14:creationId xmlns:p14="http://schemas.microsoft.com/office/powerpoint/2010/main" val="2141169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8AC801AA-0E0B-E145-06D3-AE83D7523929}"/>
              </a:ext>
            </a:extLst>
          </p:cNvPr>
          <p:cNvSpPr>
            <a:spLocks noGrp="1"/>
          </p:cNvSpPr>
          <p:nvPr>
            <p:ph type="title"/>
          </p:nvPr>
        </p:nvSpPr>
        <p:spPr>
          <a:xfrm>
            <a:off x="342900" y="203543"/>
            <a:ext cx="8191500" cy="770293"/>
          </a:xfrm>
        </p:spPr>
        <p:txBody>
          <a:bodyPr>
            <a:normAutofit/>
          </a:bodyPr>
          <a:lstStyle/>
          <a:p>
            <a:r>
              <a:rPr lang="en-US" sz="3600" dirty="0"/>
              <a:t>Measures of Center</a:t>
            </a:r>
          </a:p>
        </p:txBody>
      </p:sp>
      <p:sp>
        <p:nvSpPr>
          <p:cNvPr id="17" name="Content Placeholder 2">
            <a:extLst>
              <a:ext uri="{FF2B5EF4-FFF2-40B4-BE49-F238E27FC236}">
                <a16:creationId xmlns:a16="http://schemas.microsoft.com/office/drawing/2014/main" id="{7CED25AA-1F5F-88E1-8485-C18E7C957D0E}"/>
              </a:ext>
            </a:extLst>
          </p:cNvPr>
          <p:cNvSpPr>
            <a:spLocks noGrp="1"/>
          </p:cNvSpPr>
          <p:nvPr>
            <p:ph sz="quarter" idx="11"/>
          </p:nvPr>
        </p:nvSpPr>
        <p:spPr>
          <a:xfrm>
            <a:off x="8595360" y="55330"/>
            <a:ext cx="487680" cy="1222752"/>
          </a:xfrm>
        </p:spPr>
        <p:txBody>
          <a:bodyPr vert="vert" rIns="0"/>
          <a:lstStyle/>
          <a:p>
            <a:pPr marL="1025525" indent="-1025525"/>
            <a:r>
              <a:rPr lang="en-US" b="1" dirty="0"/>
              <a:t>L</a:t>
            </a:r>
            <a:r>
              <a:rPr lang="en-US" sz="100" b="1" dirty="0"/>
              <a:t> </a:t>
            </a:r>
            <a:r>
              <a:rPr lang="en-US" b="1" dirty="0"/>
              <a:t>O 4.2</a:t>
            </a:r>
            <a:endParaRPr lang="en-IN" b="1" dirty="0"/>
          </a:p>
        </p:txBody>
      </p:sp>
      <p:sp>
        <p:nvSpPr>
          <p:cNvPr id="18" name="Content Placeholder 3">
            <a:extLst>
              <a:ext uri="{FF2B5EF4-FFF2-40B4-BE49-F238E27FC236}">
                <a16:creationId xmlns:a16="http://schemas.microsoft.com/office/drawing/2014/main" id="{6CA5A4CF-2FE6-80CC-0FA0-C60F92562088}"/>
              </a:ext>
            </a:extLst>
          </p:cNvPr>
          <p:cNvSpPr>
            <a:spLocks noGrp="1"/>
          </p:cNvSpPr>
          <p:nvPr>
            <p:ph sz="quarter" idx="14"/>
          </p:nvPr>
        </p:nvSpPr>
        <p:spPr>
          <a:xfrm>
            <a:off x="342900" y="1046782"/>
            <a:ext cx="8191500" cy="627515"/>
          </a:xfrm>
        </p:spPr>
        <p:txBody>
          <a:bodyPr/>
          <a:lstStyle/>
          <a:p>
            <a:pPr>
              <a:spcBef>
                <a:spcPts val="500"/>
              </a:spcBef>
            </a:pPr>
            <a:r>
              <a:rPr lang="en-US" sz="1600" b="1" dirty="0"/>
              <a:t>Table 4.4:</a:t>
            </a:r>
          </a:p>
          <a:p>
            <a:pPr>
              <a:spcBef>
                <a:spcPts val="500"/>
              </a:spcBef>
            </a:pPr>
            <a:r>
              <a:rPr lang="en-US" sz="1600" b="1" dirty="0"/>
              <a:t>Six Measures of Center.</a:t>
            </a:r>
          </a:p>
        </p:txBody>
      </p:sp>
      <p:graphicFrame>
        <p:nvGraphicFramePr>
          <p:cNvPr id="27" name="Table 26">
            <a:extLst>
              <a:ext uri="{FF2B5EF4-FFF2-40B4-BE49-F238E27FC236}">
                <a16:creationId xmlns:a16="http://schemas.microsoft.com/office/drawing/2014/main" id="{7A4112BF-D927-13CC-5901-83B5B500A0D9}"/>
              </a:ext>
            </a:extLst>
          </p:cNvPr>
          <p:cNvGraphicFramePr>
            <a:graphicFrameLocks noGrp="1"/>
          </p:cNvGraphicFramePr>
          <p:nvPr>
            <p:extLst>
              <p:ext uri="{D42A27DB-BD31-4B8C-83A1-F6EECF244321}">
                <p14:modId xmlns:p14="http://schemas.microsoft.com/office/powerpoint/2010/main" val="3604291686"/>
              </p:ext>
            </p:extLst>
          </p:nvPr>
        </p:nvGraphicFramePr>
        <p:xfrm>
          <a:off x="447075" y="1746680"/>
          <a:ext cx="7851973" cy="4433804"/>
        </p:xfrm>
        <a:graphic>
          <a:graphicData uri="http://schemas.openxmlformats.org/drawingml/2006/table">
            <a:tbl>
              <a:tblPr firstRow="1" bandRow="1">
                <a:tableStyleId>{5C22544A-7EE6-4342-B048-85BDC9FD1C3A}</a:tableStyleId>
              </a:tblPr>
              <a:tblGrid>
                <a:gridCol w="1358576">
                  <a:extLst>
                    <a:ext uri="{9D8B030D-6E8A-4147-A177-3AD203B41FA5}">
                      <a16:colId xmlns:a16="http://schemas.microsoft.com/office/drawing/2014/main" val="2088101142"/>
                    </a:ext>
                  </a:extLst>
                </a:gridCol>
                <a:gridCol w="1537913">
                  <a:extLst>
                    <a:ext uri="{9D8B030D-6E8A-4147-A177-3AD203B41FA5}">
                      <a16:colId xmlns:a16="http://schemas.microsoft.com/office/drawing/2014/main" val="1203900760"/>
                    </a:ext>
                  </a:extLst>
                </a:gridCol>
                <a:gridCol w="1621975">
                  <a:extLst>
                    <a:ext uri="{9D8B030D-6E8A-4147-A177-3AD203B41FA5}">
                      <a16:colId xmlns:a16="http://schemas.microsoft.com/office/drawing/2014/main" val="4069217364"/>
                    </a:ext>
                  </a:extLst>
                </a:gridCol>
                <a:gridCol w="1412112">
                  <a:extLst>
                    <a:ext uri="{9D8B030D-6E8A-4147-A177-3AD203B41FA5}">
                      <a16:colId xmlns:a16="http://schemas.microsoft.com/office/drawing/2014/main" val="2539265915"/>
                    </a:ext>
                  </a:extLst>
                </a:gridCol>
                <a:gridCol w="1921397">
                  <a:extLst>
                    <a:ext uri="{9D8B030D-6E8A-4147-A177-3AD203B41FA5}">
                      <a16:colId xmlns:a16="http://schemas.microsoft.com/office/drawing/2014/main" val="1105619866"/>
                    </a:ext>
                  </a:extLst>
                </a:gridCol>
              </a:tblGrid>
              <a:tr h="347128">
                <a:tc>
                  <a:txBody>
                    <a:bodyPr/>
                    <a:lstStyle/>
                    <a:p>
                      <a:endParaRPr lang="en-IN" sz="1600" dirty="0"/>
                    </a:p>
                  </a:txBody>
                  <a:tcPr/>
                </a:tc>
                <a:tc>
                  <a:txBody>
                    <a:bodyPr/>
                    <a:lstStyle/>
                    <a:p>
                      <a:endParaRPr lang="en-IN" sz="1600" dirty="0"/>
                    </a:p>
                  </a:txBody>
                  <a:tcPr/>
                </a:tc>
                <a:tc>
                  <a:txBody>
                    <a:bodyPr/>
                    <a:lstStyle/>
                    <a:p>
                      <a:endParaRPr lang="en-IN" sz="1600"/>
                    </a:p>
                  </a:txBody>
                  <a:tcPr/>
                </a:tc>
                <a:tc>
                  <a:txBody>
                    <a:bodyPr/>
                    <a:lstStyle/>
                    <a:p>
                      <a:endParaRPr lang="en-IN" sz="1600"/>
                    </a:p>
                  </a:txBody>
                  <a:tcPr/>
                </a:tc>
                <a:tc>
                  <a:txBody>
                    <a:bodyPr/>
                    <a:lstStyle/>
                    <a:p>
                      <a:endParaRPr lang="en-IN" sz="1600"/>
                    </a:p>
                  </a:txBody>
                  <a:tcPr/>
                </a:tc>
                <a:extLst>
                  <a:ext uri="{0D108BD9-81ED-4DB2-BD59-A6C34878D82A}">
                    <a16:rowId xmlns:a16="http://schemas.microsoft.com/office/drawing/2014/main" val="3335336359"/>
                  </a:ext>
                </a:extLst>
              </a:tr>
              <a:tr h="650985">
                <a:tc>
                  <a:txBody>
                    <a:bodyPr/>
                    <a:lstStyle/>
                    <a:p>
                      <a:endParaRPr lang="en-IN" sz="1600"/>
                    </a:p>
                  </a:txBody>
                  <a:tcPr/>
                </a:tc>
                <a:tc>
                  <a:txBody>
                    <a:bodyPr/>
                    <a:lstStyle/>
                    <a:p>
                      <a:endParaRPr lang="en-IN" sz="1600" dirty="0"/>
                    </a:p>
                  </a:txBody>
                  <a:tcPr/>
                </a:tc>
                <a:tc>
                  <a:txBody>
                    <a:bodyPr/>
                    <a:lstStyle/>
                    <a:p>
                      <a:endParaRPr lang="en-IN" sz="1600" dirty="0"/>
                    </a:p>
                  </a:txBody>
                  <a:tcPr/>
                </a:tc>
                <a:tc>
                  <a:txBody>
                    <a:bodyPr/>
                    <a:lstStyle/>
                    <a:p>
                      <a:endParaRPr lang="en-IN" sz="1600"/>
                    </a:p>
                  </a:txBody>
                  <a:tcPr/>
                </a:tc>
                <a:tc>
                  <a:txBody>
                    <a:bodyPr/>
                    <a:lstStyle/>
                    <a:p>
                      <a:endParaRPr lang="en-IN" sz="1600" dirty="0"/>
                    </a:p>
                  </a:txBody>
                  <a:tcPr/>
                </a:tc>
                <a:extLst>
                  <a:ext uri="{0D108BD9-81ED-4DB2-BD59-A6C34878D82A}">
                    <a16:rowId xmlns:a16="http://schemas.microsoft.com/office/drawing/2014/main" val="2478984743"/>
                  </a:ext>
                </a:extLst>
              </a:tr>
              <a:tr h="706381">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extLst>
                  <a:ext uri="{0D108BD9-81ED-4DB2-BD59-A6C34878D82A}">
                    <a16:rowId xmlns:a16="http://schemas.microsoft.com/office/drawing/2014/main" val="831826973"/>
                  </a:ext>
                </a:extLst>
              </a:tr>
              <a:tr h="706381">
                <a:tc>
                  <a:txBody>
                    <a:bodyPr/>
                    <a:lstStyle/>
                    <a:p>
                      <a:endParaRPr lang="en-IN" sz="1600" dirty="0"/>
                    </a:p>
                  </a:txBody>
                  <a:tcPr/>
                </a:tc>
                <a:tc>
                  <a:txBody>
                    <a:bodyPr/>
                    <a:lstStyle/>
                    <a:p>
                      <a:endParaRPr lang="en-IN" sz="1600"/>
                    </a:p>
                  </a:txBody>
                  <a:tcPr/>
                </a:tc>
                <a:tc>
                  <a:txBody>
                    <a:bodyPr/>
                    <a:lstStyle/>
                    <a:p>
                      <a:endParaRPr lang="en-IN" sz="1600" dirty="0"/>
                    </a:p>
                  </a:txBody>
                  <a:tcPr/>
                </a:tc>
                <a:tc>
                  <a:txBody>
                    <a:bodyPr/>
                    <a:lstStyle/>
                    <a:p>
                      <a:endParaRPr lang="en-IN" sz="1600"/>
                    </a:p>
                  </a:txBody>
                  <a:tcPr/>
                </a:tc>
                <a:tc>
                  <a:txBody>
                    <a:bodyPr/>
                    <a:lstStyle/>
                    <a:p>
                      <a:endParaRPr lang="en-IN" sz="1600" dirty="0"/>
                    </a:p>
                  </a:txBody>
                  <a:tcPr/>
                </a:tc>
                <a:extLst>
                  <a:ext uri="{0D108BD9-81ED-4DB2-BD59-A6C34878D82A}">
                    <a16:rowId xmlns:a16="http://schemas.microsoft.com/office/drawing/2014/main" val="4255965991"/>
                  </a:ext>
                </a:extLst>
              </a:tr>
              <a:tr h="594999">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a:p>
                  </a:txBody>
                  <a:tcPr/>
                </a:tc>
                <a:extLst>
                  <a:ext uri="{0D108BD9-81ED-4DB2-BD59-A6C34878D82A}">
                    <a16:rowId xmlns:a16="http://schemas.microsoft.com/office/drawing/2014/main" val="30502859"/>
                  </a:ext>
                </a:extLst>
              </a:tr>
              <a:tr h="649422">
                <a:tc>
                  <a:txBody>
                    <a:bodyPr/>
                    <a:lstStyle/>
                    <a:p>
                      <a:endParaRPr lang="en-IN" sz="160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extLst>
                  <a:ext uri="{0D108BD9-81ED-4DB2-BD59-A6C34878D82A}">
                    <a16:rowId xmlns:a16="http://schemas.microsoft.com/office/drawing/2014/main" val="4162219815"/>
                  </a:ext>
                </a:extLst>
              </a:tr>
              <a:tr h="778508">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extLst>
                  <a:ext uri="{0D108BD9-81ED-4DB2-BD59-A6C34878D82A}">
                    <a16:rowId xmlns:a16="http://schemas.microsoft.com/office/drawing/2014/main" val="3851347124"/>
                  </a:ext>
                </a:extLst>
              </a:tr>
            </a:tbl>
          </a:graphicData>
        </a:graphic>
      </p:graphicFrame>
      <p:graphicFrame>
        <p:nvGraphicFramePr>
          <p:cNvPr id="29" name="Object 28">
            <a:extLst>
              <a:ext uri="{FF2B5EF4-FFF2-40B4-BE49-F238E27FC236}">
                <a16:creationId xmlns:a16="http://schemas.microsoft.com/office/drawing/2014/main" id="{1A74C7F9-4958-7CD4-0EBE-3B6F9E002AB9}"/>
              </a:ext>
            </a:extLst>
          </p:cNvPr>
          <p:cNvGraphicFramePr>
            <a:graphicFrameLocks noChangeAspect="1"/>
          </p:cNvGraphicFramePr>
          <p:nvPr>
            <p:extLst>
              <p:ext uri="{D42A27DB-BD31-4B8C-83A1-F6EECF244321}">
                <p14:modId xmlns:p14="http://schemas.microsoft.com/office/powerpoint/2010/main" val="3800370369"/>
              </p:ext>
            </p:extLst>
          </p:nvPr>
        </p:nvGraphicFramePr>
        <p:xfrm>
          <a:off x="605551" y="1817688"/>
          <a:ext cx="555625" cy="171450"/>
        </p:xfrm>
        <a:graphic>
          <a:graphicData uri="http://schemas.openxmlformats.org/presentationml/2006/ole">
            <mc:AlternateContent xmlns:mc="http://schemas.openxmlformats.org/markup-compatibility/2006">
              <mc:Choice xmlns:v="urn:schemas-microsoft-com:vml" Requires="v">
                <p:oleObj name="Equation" r:id="rId2" imgW="571320" imgH="177480" progId="Equation.DSMT4">
                  <p:embed/>
                </p:oleObj>
              </mc:Choice>
              <mc:Fallback>
                <p:oleObj name="Equation" r:id="rId2" imgW="571320" imgH="177480" progId="Equation.DSMT4">
                  <p:embed/>
                  <p:pic>
                    <p:nvPicPr>
                      <p:cNvPr id="29" name="Object 28">
                        <a:extLst>
                          <a:ext uri="{FF2B5EF4-FFF2-40B4-BE49-F238E27FC236}">
                            <a16:creationId xmlns:a16="http://schemas.microsoft.com/office/drawing/2014/main" id="{1A74C7F9-4958-7CD4-0EBE-3B6F9E002AB9}"/>
                          </a:ext>
                        </a:extLst>
                      </p:cNvPr>
                      <p:cNvPicPr/>
                      <p:nvPr/>
                    </p:nvPicPr>
                    <p:blipFill>
                      <a:blip r:embed="rId3"/>
                      <a:stretch>
                        <a:fillRect/>
                      </a:stretch>
                    </p:blipFill>
                    <p:spPr>
                      <a:xfrm>
                        <a:off x="605551" y="1817688"/>
                        <a:ext cx="555625" cy="171450"/>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FF119089-C18D-CCE3-CD34-8B2B324EE1FB}"/>
              </a:ext>
            </a:extLst>
          </p:cNvPr>
          <p:cNvGraphicFramePr>
            <a:graphicFrameLocks noChangeAspect="1"/>
          </p:cNvGraphicFramePr>
          <p:nvPr>
            <p:extLst>
              <p:ext uri="{D42A27DB-BD31-4B8C-83A1-F6EECF244321}">
                <p14:modId xmlns:p14="http://schemas.microsoft.com/office/powerpoint/2010/main" val="3795795922"/>
              </p:ext>
            </p:extLst>
          </p:nvPr>
        </p:nvGraphicFramePr>
        <p:xfrm>
          <a:off x="1944649" y="1815302"/>
          <a:ext cx="603999" cy="172571"/>
        </p:xfrm>
        <a:graphic>
          <a:graphicData uri="http://schemas.openxmlformats.org/presentationml/2006/ole">
            <mc:AlternateContent xmlns:mc="http://schemas.openxmlformats.org/markup-compatibility/2006">
              <mc:Choice xmlns:v="urn:schemas-microsoft-com:vml" Requires="v">
                <p:oleObj name="Equation" r:id="rId4" imgW="622080" imgH="177480" progId="Equation.DSMT4">
                  <p:embed/>
                </p:oleObj>
              </mc:Choice>
              <mc:Fallback>
                <p:oleObj name="Equation" r:id="rId4" imgW="622080" imgH="177480" progId="Equation.DSMT4">
                  <p:embed/>
                  <p:pic>
                    <p:nvPicPr>
                      <p:cNvPr id="30" name="Object 29">
                        <a:extLst>
                          <a:ext uri="{FF2B5EF4-FFF2-40B4-BE49-F238E27FC236}">
                            <a16:creationId xmlns:a16="http://schemas.microsoft.com/office/drawing/2014/main" id="{FF119089-C18D-CCE3-CD34-8B2B324EE1FB}"/>
                          </a:ext>
                        </a:extLst>
                      </p:cNvPr>
                      <p:cNvPicPr/>
                      <p:nvPr/>
                    </p:nvPicPr>
                    <p:blipFill>
                      <a:blip r:embed="rId5"/>
                      <a:stretch>
                        <a:fillRect/>
                      </a:stretch>
                    </p:blipFill>
                    <p:spPr>
                      <a:xfrm>
                        <a:off x="1944649" y="1815302"/>
                        <a:ext cx="603999" cy="172571"/>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99B77DE9-8441-CF66-B49A-7FD6554F4F89}"/>
              </a:ext>
            </a:extLst>
          </p:cNvPr>
          <p:cNvGraphicFramePr>
            <a:graphicFrameLocks noChangeAspect="1"/>
          </p:cNvGraphicFramePr>
          <p:nvPr>
            <p:extLst>
              <p:ext uri="{D42A27DB-BD31-4B8C-83A1-F6EECF244321}">
                <p14:modId xmlns:p14="http://schemas.microsoft.com/office/powerpoint/2010/main" val="1428816355"/>
              </p:ext>
            </p:extLst>
          </p:nvPr>
        </p:nvGraphicFramePr>
        <p:xfrm>
          <a:off x="3533775" y="1827213"/>
          <a:ext cx="457200" cy="173037"/>
        </p:xfrm>
        <a:graphic>
          <a:graphicData uri="http://schemas.openxmlformats.org/presentationml/2006/ole">
            <mc:AlternateContent xmlns:mc="http://schemas.openxmlformats.org/markup-compatibility/2006">
              <mc:Choice xmlns:v="urn:schemas-microsoft-com:vml" Requires="v">
                <p:oleObj name="Equation" r:id="rId6" imgW="469800" imgH="177480" progId="Equation.DSMT4">
                  <p:embed/>
                </p:oleObj>
              </mc:Choice>
              <mc:Fallback>
                <p:oleObj name="Equation" r:id="rId6" imgW="469800" imgH="177480" progId="Equation.DSMT4">
                  <p:embed/>
                  <p:pic>
                    <p:nvPicPr>
                      <p:cNvPr id="31" name="Object 30">
                        <a:extLst>
                          <a:ext uri="{FF2B5EF4-FFF2-40B4-BE49-F238E27FC236}">
                            <a16:creationId xmlns:a16="http://schemas.microsoft.com/office/drawing/2014/main" id="{99B77DE9-8441-CF66-B49A-7FD6554F4F89}"/>
                          </a:ext>
                        </a:extLst>
                      </p:cNvPr>
                      <p:cNvPicPr/>
                      <p:nvPr/>
                    </p:nvPicPr>
                    <p:blipFill>
                      <a:blip r:embed="rId7"/>
                      <a:stretch>
                        <a:fillRect/>
                      </a:stretch>
                    </p:blipFill>
                    <p:spPr>
                      <a:xfrm>
                        <a:off x="3533775" y="1827213"/>
                        <a:ext cx="457200" cy="173037"/>
                      </a:xfrm>
                      <a:prstGeom prst="rect">
                        <a:avLst/>
                      </a:prstGeom>
                    </p:spPr>
                  </p:pic>
                </p:oleObj>
              </mc:Fallback>
            </mc:AlternateContent>
          </a:graphicData>
        </a:graphic>
      </p:graphicFrame>
      <p:graphicFrame>
        <p:nvGraphicFramePr>
          <p:cNvPr id="32" name="Object 31">
            <a:extLst>
              <a:ext uri="{FF2B5EF4-FFF2-40B4-BE49-F238E27FC236}">
                <a16:creationId xmlns:a16="http://schemas.microsoft.com/office/drawing/2014/main" id="{5B458949-251E-7430-BEA4-84C739C79DDE}"/>
              </a:ext>
            </a:extLst>
          </p:cNvPr>
          <p:cNvGraphicFramePr>
            <a:graphicFrameLocks noChangeAspect="1"/>
          </p:cNvGraphicFramePr>
          <p:nvPr>
            <p:extLst>
              <p:ext uri="{D42A27DB-BD31-4B8C-83A1-F6EECF244321}">
                <p14:modId xmlns:p14="http://schemas.microsoft.com/office/powerpoint/2010/main" val="2249651503"/>
              </p:ext>
            </p:extLst>
          </p:nvPr>
        </p:nvGraphicFramePr>
        <p:xfrm>
          <a:off x="5080000" y="1801813"/>
          <a:ext cx="284163" cy="171450"/>
        </p:xfrm>
        <a:graphic>
          <a:graphicData uri="http://schemas.openxmlformats.org/presentationml/2006/ole">
            <mc:AlternateContent xmlns:mc="http://schemas.openxmlformats.org/markup-compatibility/2006">
              <mc:Choice xmlns:v="urn:schemas-microsoft-com:vml" Requires="v">
                <p:oleObj name="Equation" r:id="rId8" imgW="291960" imgH="177480" progId="Equation.DSMT4">
                  <p:embed/>
                </p:oleObj>
              </mc:Choice>
              <mc:Fallback>
                <p:oleObj name="Equation" r:id="rId8" imgW="291960" imgH="177480" progId="Equation.DSMT4">
                  <p:embed/>
                  <p:pic>
                    <p:nvPicPr>
                      <p:cNvPr id="32" name="Object 31">
                        <a:extLst>
                          <a:ext uri="{FF2B5EF4-FFF2-40B4-BE49-F238E27FC236}">
                            <a16:creationId xmlns:a16="http://schemas.microsoft.com/office/drawing/2014/main" id="{5B458949-251E-7430-BEA4-84C739C79DDE}"/>
                          </a:ext>
                        </a:extLst>
                      </p:cNvPr>
                      <p:cNvPicPr/>
                      <p:nvPr/>
                    </p:nvPicPr>
                    <p:blipFill>
                      <a:blip r:embed="rId9"/>
                      <a:stretch>
                        <a:fillRect/>
                      </a:stretch>
                    </p:blipFill>
                    <p:spPr>
                      <a:xfrm>
                        <a:off x="5080000" y="1801813"/>
                        <a:ext cx="284163" cy="171450"/>
                      </a:xfrm>
                      <a:prstGeom prst="rect">
                        <a:avLst/>
                      </a:prstGeom>
                    </p:spPr>
                  </p:pic>
                </p:oleObj>
              </mc:Fallback>
            </mc:AlternateContent>
          </a:graphicData>
        </a:graphic>
      </p:graphicFrame>
      <p:graphicFrame>
        <p:nvGraphicFramePr>
          <p:cNvPr id="33" name="Object 32">
            <a:extLst>
              <a:ext uri="{FF2B5EF4-FFF2-40B4-BE49-F238E27FC236}">
                <a16:creationId xmlns:a16="http://schemas.microsoft.com/office/drawing/2014/main" id="{85755B57-2085-0580-1CE0-A78BEA9A5E27}"/>
              </a:ext>
            </a:extLst>
          </p:cNvPr>
          <p:cNvGraphicFramePr>
            <a:graphicFrameLocks noChangeAspect="1"/>
          </p:cNvGraphicFramePr>
          <p:nvPr>
            <p:extLst>
              <p:ext uri="{D42A27DB-BD31-4B8C-83A1-F6EECF244321}">
                <p14:modId xmlns:p14="http://schemas.microsoft.com/office/powerpoint/2010/main" val="3973460031"/>
              </p:ext>
            </p:extLst>
          </p:nvPr>
        </p:nvGraphicFramePr>
        <p:xfrm>
          <a:off x="6497638" y="1801813"/>
          <a:ext cx="328612" cy="177800"/>
        </p:xfrm>
        <a:graphic>
          <a:graphicData uri="http://schemas.openxmlformats.org/presentationml/2006/ole">
            <mc:AlternateContent xmlns:mc="http://schemas.openxmlformats.org/markup-compatibility/2006">
              <mc:Choice xmlns:v="urn:schemas-microsoft-com:vml" Requires="v">
                <p:oleObj name="Equation" r:id="rId10" imgW="279360" imgH="152280" progId="Equation.DSMT4">
                  <p:embed/>
                </p:oleObj>
              </mc:Choice>
              <mc:Fallback>
                <p:oleObj name="Equation" r:id="rId10" imgW="279360" imgH="152280" progId="Equation.DSMT4">
                  <p:embed/>
                  <p:pic>
                    <p:nvPicPr>
                      <p:cNvPr id="33" name="Object 32">
                        <a:extLst>
                          <a:ext uri="{FF2B5EF4-FFF2-40B4-BE49-F238E27FC236}">
                            <a16:creationId xmlns:a16="http://schemas.microsoft.com/office/drawing/2014/main" id="{85755B57-2085-0580-1CE0-A78BEA9A5E27}"/>
                          </a:ext>
                        </a:extLst>
                      </p:cNvPr>
                      <p:cNvPicPr/>
                      <p:nvPr/>
                    </p:nvPicPr>
                    <p:blipFill>
                      <a:blip r:embed="rId11"/>
                      <a:stretch>
                        <a:fillRect/>
                      </a:stretch>
                    </p:blipFill>
                    <p:spPr>
                      <a:xfrm>
                        <a:off x="6497638" y="1801813"/>
                        <a:ext cx="328612" cy="177800"/>
                      </a:xfrm>
                      <a:prstGeom prst="rect">
                        <a:avLst/>
                      </a:prstGeom>
                    </p:spPr>
                  </p:pic>
                </p:oleObj>
              </mc:Fallback>
            </mc:AlternateContent>
          </a:graphicData>
        </a:graphic>
      </p:graphicFrame>
      <p:graphicFrame>
        <p:nvGraphicFramePr>
          <p:cNvPr id="34" name="Object 33">
            <a:extLst>
              <a:ext uri="{FF2B5EF4-FFF2-40B4-BE49-F238E27FC236}">
                <a16:creationId xmlns:a16="http://schemas.microsoft.com/office/drawing/2014/main" id="{BC66639C-71C5-B774-6ACC-F7F6F4DA29A9}"/>
              </a:ext>
            </a:extLst>
          </p:cNvPr>
          <p:cNvGraphicFramePr>
            <a:graphicFrameLocks noChangeAspect="1"/>
          </p:cNvGraphicFramePr>
          <p:nvPr>
            <p:extLst>
              <p:ext uri="{D42A27DB-BD31-4B8C-83A1-F6EECF244321}">
                <p14:modId xmlns:p14="http://schemas.microsoft.com/office/powerpoint/2010/main" val="613347040"/>
              </p:ext>
            </p:extLst>
          </p:nvPr>
        </p:nvGraphicFramePr>
        <p:xfrm>
          <a:off x="591577" y="2168965"/>
          <a:ext cx="382122" cy="172571"/>
        </p:xfrm>
        <a:graphic>
          <a:graphicData uri="http://schemas.openxmlformats.org/presentationml/2006/ole">
            <mc:AlternateContent xmlns:mc="http://schemas.openxmlformats.org/markup-compatibility/2006">
              <mc:Choice xmlns:v="urn:schemas-microsoft-com:vml" Requires="v">
                <p:oleObj name="Equation" r:id="rId12" imgW="393480" imgH="177480" progId="Equation.DSMT4">
                  <p:embed/>
                </p:oleObj>
              </mc:Choice>
              <mc:Fallback>
                <p:oleObj name="Equation" r:id="rId12" imgW="393480" imgH="177480" progId="Equation.DSMT4">
                  <p:embed/>
                  <p:pic>
                    <p:nvPicPr>
                      <p:cNvPr id="34" name="Object 33">
                        <a:extLst>
                          <a:ext uri="{FF2B5EF4-FFF2-40B4-BE49-F238E27FC236}">
                            <a16:creationId xmlns:a16="http://schemas.microsoft.com/office/drawing/2014/main" id="{BC66639C-71C5-B774-6ACC-F7F6F4DA29A9}"/>
                          </a:ext>
                        </a:extLst>
                      </p:cNvPr>
                      <p:cNvPicPr/>
                      <p:nvPr/>
                    </p:nvPicPr>
                    <p:blipFill>
                      <a:blip r:embed="rId13"/>
                      <a:stretch>
                        <a:fillRect/>
                      </a:stretch>
                    </p:blipFill>
                    <p:spPr>
                      <a:xfrm>
                        <a:off x="591577" y="2168965"/>
                        <a:ext cx="382122" cy="172571"/>
                      </a:xfrm>
                      <a:prstGeom prst="rect">
                        <a:avLst/>
                      </a:prstGeom>
                    </p:spPr>
                  </p:pic>
                </p:oleObj>
              </mc:Fallback>
            </mc:AlternateContent>
          </a:graphicData>
        </a:graphic>
      </p:graphicFrame>
      <p:graphicFrame>
        <p:nvGraphicFramePr>
          <p:cNvPr id="35" name="Object 34">
            <a:extLst>
              <a:ext uri="{FF2B5EF4-FFF2-40B4-BE49-F238E27FC236}">
                <a16:creationId xmlns:a16="http://schemas.microsoft.com/office/drawing/2014/main" id="{F4EE91EF-91B1-940E-735F-611DDE7E8C38}"/>
              </a:ext>
            </a:extLst>
          </p:cNvPr>
          <p:cNvGraphicFramePr>
            <a:graphicFrameLocks noChangeAspect="1"/>
          </p:cNvGraphicFramePr>
          <p:nvPr>
            <p:extLst>
              <p:ext uri="{D42A27DB-BD31-4B8C-83A1-F6EECF244321}">
                <p14:modId xmlns:p14="http://schemas.microsoft.com/office/powerpoint/2010/main" val="2248757614"/>
              </p:ext>
            </p:extLst>
          </p:nvPr>
        </p:nvGraphicFramePr>
        <p:xfrm>
          <a:off x="1916730" y="2128878"/>
          <a:ext cx="551857" cy="507112"/>
        </p:xfrm>
        <a:graphic>
          <a:graphicData uri="http://schemas.openxmlformats.org/presentationml/2006/ole">
            <mc:AlternateContent xmlns:mc="http://schemas.openxmlformats.org/markup-compatibility/2006">
              <mc:Choice xmlns:v="urn:schemas-microsoft-com:vml" Requires="v">
                <p:oleObj name="Equation" r:id="rId14" imgW="469800" imgH="431640" progId="Equation.DSMT4">
                  <p:embed/>
                </p:oleObj>
              </mc:Choice>
              <mc:Fallback>
                <p:oleObj name="Equation" r:id="rId14" imgW="469800" imgH="431640" progId="Equation.DSMT4">
                  <p:embed/>
                  <p:pic>
                    <p:nvPicPr>
                      <p:cNvPr id="35" name="Object 34">
                        <a:extLst>
                          <a:ext uri="{FF2B5EF4-FFF2-40B4-BE49-F238E27FC236}">
                            <a16:creationId xmlns:a16="http://schemas.microsoft.com/office/drawing/2014/main" id="{F4EE91EF-91B1-940E-735F-611DDE7E8C38}"/>
                          </a:ext>
                        </a:extLst>
                      </p:cNvPr>
                      <p:cNvPicPr/>
                      <p:nvPr/>
                    </p:nvPicPr>
                    <p:blipFill>
                      <a:blip r:embed="rId15"/>
                      <a:stretch>
                        <a:fillRect/>
                      </a:stretch>
                    </p:blipFill>
                    <p:spPr>
                      <a:xfrm>
                        <a:off x="1916730" y="2128878"/>
                        <a:ext cx="551857" cy="507112"/>
                      </a:xfrm>
                      <a:prstGeom prst="rect">
                        <a:avLst/>
                      </a:prstGeom>
                    </p:spPr>
                  </p:pic>
                </p:oleObj>
              </mc:Fallback>
            </mc:AlternateContent>
          </a:graphicData>
        </a:graphic>
      </p:graphicFrame>
      <p:graphicFrame>
        <p:nvGraphicFramePr>
          <p:cNvPr id="36" name="Object 35">
            <a:extLst>
              <a:ext uri="{FF2B5EF4-FFF2-40B4-BE49-F238E27FC236}">
                <a16:creationId xmlns:a16="http://schemas.microsoft.com/office/drawing/2014/main" id="{08F2477C-7C75-347A-B71F-E9A07BC31B23}"/>
              </a:ext>
            </a:extLst>
          </p:cNvPr>
          <p:cNvGraphicFramePr>
            <a:graphicFrameLocks noChangeAspect="1"/>
          </p:cNvGraphicFramePr>
          <p:nvPr>
            <p:extLst>
              <p:ext uri="{D42A27DB-BD31-4B8C-83A1-F6EECF244321}">
                <p14:modId xmlns:p14="http://schemas.microsoft.com/office/powerpoint/2010/main" val="2216672064"/>
              </p:ext>
            </p:extLst>
          </p:nvPr>
        </p:nvGraphicFramePr>
        <p:xfrm>
          <a:off x="3454400" y="2185988"/>
          <a:ext cx="1301750" cy="206375"/>
        </p:xfrm>
        <a:graphic>
          <a:graphicData uri="http://schemas.openxmlformats.org/presentationml/2006/ole">
            <mc:AlternateContent xmlns:mc="http://schemas.openxmlformats.org/markup-compatibility/2006">
              <mc:Choice xmlns:v="urn:schemas-microsoft-com:vml" Requires="v">
                <p:oleObj name="Equation" r:id="rId16" imgW="1282680" imgH="203040" progId="Equation.DSMT4">
                  <p:embed/>
                </p:oleObj>
              </mc:Choice>
              <mc:Fallback>
                <p:oleObj name="Equation" r:id="rId16" imgW="1282680" imgH="203040" progId="Equation.DSMT4">
                  <p:embed/>
                  <p:pic>
                    <p:nvPicPr>
                      <p:cNvPr id="36" name="Object 35">
                        <a:extLst>
                          <a:ext uri="{FF2B5EF4-FFF2-40B4-BE49-F238E27FC236}">
                            <a16:creationId xmlns:a16="http://schemas.microsoft.com/office/drawing/2014/main" id="{08F2477C-7C75-347A-B71F-E9A07BC31B23}"/>
                          </a:ext>
                        </a:extLst>
                      </p:cNvPr>
                      <p:cNvPicPr/>
                      <p:nvPr/>
                    </p:nvPicPr>
                    <p:blipFill>
                      <a:blip r:embed="rId17"/>
                      <a:stretch>
                        <a:fillRect/>
                      </a:stretch>
                    </p:blipFill>
                    <p:spPr>
                      <a:xfrm>
                        <a:off x="3454400" y="2185988"/>
                        <a:ext cx="1301750" cy="206375"/>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50118732-DA71-DF75-8585-91D90A3AC635}"/>
              </a:ext>
            </a:extLst>
          </p:cNvPr>
          <p:cNvGraphicFramePr>
            <a:graphicFrameLocks noChangeAspect="1"/>
          </p:cNvGraphicFramePr>
          <p:nvPr>
            <p:extLst>
              <p:ext uri="{D42A27DB-BD31-4B8C-83A1-F6EECF244321}">
                <p14:modId xmlns:p14="http://schemas.microsoft.com/office/powerpoint/2010/main" val="2658960556"/>
              </p:ext>
            </p:extLst>
          </p:nvPr>
        </p:nvGraphicFramePr>
        <p:xfrm>
          <a:off x="5080249" y="2113133"/>
          <a:ext cx="1121711" cy="616325"/>
        </p:xfrm>
        <a:graphic>
          <a:graphicData uri="http://schemas.openxmlformats.org/presentationml/2006/ole">
            <mc:AlternateContent xmlns:mc="http://schemas.openxmlformats.org/markup-compatibility/2006">
              <mc:Choice xmlns:v="urn:schemas-microsoft-com:vml" Requires="v">
                <p:oleObj name="Equation" r:id="rId18" imgW="1155600" imgH="634680" progId="Equation.DSMT4">
                  <p:embed/>
                </p:oleObj>
              </mc:Choice>
              <mc:Fallback>
                <p:oleObj name="Equation" r:id="rId18" imgW="1155600" imgH="634680" progId="Equation.DSMT4">
                  <p:embed/>
                  <p:pic>
                    <p:nvPicPr>
                      <p:cNvPr id="37" name="Object 36">
                        <a:extLst>
                          <a:ext uri="{FF2B5EF4-FFF2-40B4-BE49-F238E27FC236}">
                            <a16:creationId xmlns:a16="http://schemas.microsoft.com/office/drawing/2014/main" id="{50118732-DA71-DF75-8585-91D90A3AC635}"/>
                          </a:ext>
                        </a:extLst>
                      </p:cNvPr>
                      <p:cNvPicPr/>
                      <p:nvPr/>
                    </p:nvPicPr>
                    <p:blipFill>
                      <a:blip r:embed="rId19"/>
                      <a:stretch>
                        <a:fillRect/>
                      </a:stretch>
                    </p:blipFill>
                    <p:spPr>
                      <a:xfrm>
                        <a:off x="5080249" y="2113133"/>
                        <a:ext cx="1121711" cy="616325"/>
                      </a:xfrm>
                      <a:prstGeom prst="rect">
                        <a:avLst/>
                      </a:prstGeom>
                    </p:spPr>
                  </p:pic>
                </p:oleObj>
              </mc:Fallback>
            </mc:AlternateContent>
          </a:graphicData>
        </a:graphic>
      </p:graphicFrame>
      <p:graphicFrame>
        <p:nvGraphicFramePr>
          <p:cNvPr id="38" name="Object 37">
            <a:extLst>
              <a:ext uri="{FF2B5EF4-FFF2-40B4-BE49-F238E27FC236}">
                <a16:creationId xmlns:a16="http://schemas.microsoft.com/office/drawing/2014/main" id="{BA9577D0-9925-4E56-D316-1981747F7FF9}"/>
              </a:ext>
            </a:extLst>
          </p:cNvPr>
          <p:cNvGraphicFramePr>
            <a:graphicFrameLocks noChangeAspect="1"/>
          </p:cNvGraphicFramePr>
          <p:nvPr>
            <p:extLst>
              <p:ext uri="{D42A27DB-BD31-4B8C-83A1-F6EECF244321}">
                <p14:modId xmlns:p14="http://schemas.microsoft.com/office/powerpoint/2010/main" val="3556936885"/>
              </p:ext>
            </p:extLst>
          </p:nvPr>
        </p:nvGraphicFramePr>
        <p:xfrm>
          <a:off x="6489177" y="2125786"/>
          <a:ext cx="1405220" cy="394448"/>
        </p:xfrm>
        <a:graphic>
          <a:graphicData uri="http://schemas.openxmlformats.org/presentationml/2006/ole">
            <mc:AlternateContent xmlns:mc="http://schemas.openxmlformats.org/markup-compatibility/2006">
              <mc:Choice xmlns:v="urn:schemas-microsoft-com:vml" Requires="v">
                <p:oleObj name="Equation" r:id="rId20" imgW="1447560" imgH="406080" progId="Equation.DSMT4">
                  <p:embed/>
                </p:oleObj>
              </mc:Choice>
              <mc:Fallback>
                <p:oleObj name="Equation" r:id="rId20" imgW="1447560" imgH="406080" progId="Equation.DSMT4">
                  <p:embed/>
                  <p:pic>
                    <p:nvPicPr>
                      <p:cNvPr id="38" name="Object 37">
                        <a:extLst>
                          <a:ext uri="{FF2B5EF4-FFF2-40B4-BE49-F238E27FC236}">
                            <a16:creationId xmlns:a16="http://schemas.microsoft.com/office/drawing/2014/main" id="{BA9577D0-9925-4E56-D316-1981747F7FF9}"/>
                          </a:ext>
                        </a:extLst>
                      </p:cNvPr>
                      <p:cNvPicPr/>
                      <p:nvPr/>
                    </p:nvPicPr>
                    <p:blipFill>
                      <a:blip r:embed="rId21"/>
                      <a:stretch>
                        <a:fillRect/>
                      </a:stretch>
                    </p:blipFill>
                    <p:spPr>
                      <a:xfrm>
                        <a:off x="6489177" y="2125786"/>
                        <a:ext cx="1405220" cy="394448"/>
                      </a:xfrm>
                      <a:prstGeom prst="rect">
                        <a:avLst/>
                      </a:prstGeom>
                    </p:spPr>
                  </p:pic>
                </p:oleObj>
              </mc:Fallback>
            </mc:AlternateContent>
          </a:graphicData>
        </a:graphic>
      </p:graphicFrame>
      <p:graphicFrame>
        <p:nvGraphicFramePr>
          <p:cNvPr id="39" name="Object 38">
            <a:extLst>
              <a:ext uri="{FF2B5EF4-FFF2-40B4-BE49-F238E27FC236}">
                <a16:creationId xmlns:a16="http://schemas.microsoft.com/office/drawing/2014/main" id="{90E3B6B6-29BD-D1F2-B630-3B2AEBB16167}"/>
              </a:ext>
            </a:extLst>
          </p:cNvPr>
          <p:cNvGraphicFramePr>
            <a:graphicFrameLocks noChangeAspect="1"/>
          </p:cNvGraphicFramePr>
          <p:nvPr>
            <p:extLst>
              <p:ext uri="{D42A27DB-BD31-4B8C-83A1-F6EECF244321}">
                <p14:modId xmlns:p14="http://schemas.microsoft.com/office/powerpoint/2010/main" val="473625065"/>
              </p:ext>
            </p:extLst>
          </p:nvPr>
        </p:nvGraphicFramePr>
        <p:xfrm>
          <a:off x="590384" y="2845515"/>
          <a:ext cx="505387" cy="172571"/>
        </p:xfrm>
        <a:graphic>
          <a:graphicData uri="http://schemas.openxmlformats.org/presentationml/2006/ole">
            <mc:AlternateContent xmlns:mc="http://schemas.openxmlformats.org/markup-compatibility/2006">
              <mc:Choice xmlns:v="urn:schemas-microsoft-com:vml" Requires="v">
                <p:oleObj name="Equation" r:id="rId22" imgW="520560" imgH="177480" progId="Equation.DSMT4">
                  <p:embed/>
                </p:oleObj>
              </mc:Choice>
              <mc:Fallback>
                <p:oleObj name="Equation" r:id="rId22" imgW="520560" imgH="177480" progId="Equation.DSMT4">
                  <p:embed/>
                  <p:pic>
                    <p:nvPicPr>
                      <p:cNvPr id="39" name="Object 38">
                        <a:extLst>
                          <a:ext uri="{FF2B5EF4-FFF2-40B4-BE49-F238E27FC236}">
                            <a16:creationId xmlns:a16="http://schemas.microsoft.com/office/drawing/2014/main" id="{90E3B6B6-29BD-D1F2-B630-3B2AEBB16167}"/>
                          </a:ext>
                        </a:extLst>
                      </p:cNvPr>
                      <p:cNvPicPr/>
                      <p:nvPr/>
                    </p:nvPicPr>
                    <p:blipFill>
                      <a:blip r:embed="rId23"/>
                      <a:stretch>
                        <a:fillRect/>
                      </a:stretch>
                    </p:blipFill>
                    <p:spPr>
                      <a:xfrm>
                        <a:off x="590384" y="2845515"/>
                        <a:ext cx="505387" cy="172571"/>
                      </a:xfrm>
                      <a:prstGeom prst="rect">
                        <a:avLst/>
                      </a:prstGeom>
                    </p:spPr>
                  </p:pic>
                </p:oleObj>
              </mc:Fallback>
            </mc:AlternateContent>
          </a:graphicData>
        </a:graphic>
      </p:graphicFrame>
      <p:graphicFrame>
        <p:nvGraphicFramePr>
          <p:cNvPr id="40" name="Object 39">
            <a:extLst>
              <a:ext uri="{FF2B5EF4-FFF2-40B4-BE49-F238E27FC236}">
                <a16:creationId xmlns:a16="http://schemas.microsoft.com/office/drawing/2014/main" id="{04FF7389-0C0E-86E3-C172-0DA6A1745A98}"/>
              </a:ext>
            </a:extLst>
          </p:cNvPr>
          <p:cNvGraphicFramePr>
            <a:graphicFrameLocks noChangeAspect="1"/>
          </p:cNvGraphicFramePr>
          <p:nvPr>
            <p:extLst>
              <p:ext uri="{D42A27DB-BD31-4B8C-83A1-F6EECF244321}">
                <p14:modId xmlns:p14="http://schemas.microsoft.com/office/powerpoint/2010/main" val="2522741831"/>
              </p:ext>
            </p:extLst>
          </p:nvPr>
        </p:nvGraphicFramePr>
        <p:xfrm>
          <a:off x="1900111" y="2810939"/>
          <a:ext cx="1084732" cy="460703"/>
        </p:xfrm>
        <a:graphic>
          <a:graphicData uri="http://schemas.openxmlformats.org/presentationml/2006/ole">
            <mc:AlternateContent xmlns:mc="http://schemas.openxmlformats.org/markup-compatibility/2006">
              <mc:Choice xmlns:v="urn:schemas-microsoft-com:vml" Requires="v">
                <p:oleObj name="Equation" r:id="rId24" imgW="1015920" imgH="431640" progId="Equation.DSMT4">
                  <p:embed/>
                </p:oleObj>
              </mc:Choice>
              <mc:Fallback>
                <p:oleObj name="Equation" r:id="rId24" imgW="1015920" imgH="431640" progId="Equation.DSMT4">
                  <p:embed/>
                  <p:pic>
                    <p:nvPicPr>
                      <p:cNvPr id="40" name="Object 39">
                        <a:extLst>
                          <a:ext uri="{FF2B5EF4-FFF2-40B4-BE49-F238E27FC236}">
                            <a16:creationId xmlns:a16="http://schemas.microsoft.com/office/drawing/2014/main" id="{04FF7389-0C0E-86E3-C172-0DA6A1745A98}"/>
                          </a:ext>
                        </a:extLst>
                      </p:cNvPr>
                      <p:cNvPicPr/>
                      <p:nvPr/>
                    </p:nvPicPr>
                    <p:blipFill>
                      <a:blip r:embed="rId25"/>
                      <a:stretch>
                        <a:fillRect/>
                      </a:stretch>
                    </p:blipFill>
                    <p:spPr>
                      <a:xfrm>
                        <a:off x="1900111" y="2810939"/>
                        <a:ext cx="1084732" cy="460703"/>
                      </a:xfrm>
                      <a:prstGeom prst="rect">
                        <a:avLst/>
                      </a:prstGeom>
                    </p:spPr>
                  </p:pic>
                </p:oleObj>
              </mc:Fallback>
            </mc:AlternateContent>
          </a:graphicData>
        </a:graphic>
      </p:graphicFrame>
      <p:graphicFrame>
        <p:nvGraphicFramePr>
          <p:cNvPr id="41" name="Object 40">
            <a:extLst>
              <a:ext uri="{FF2B5EF4-FFF2-40B4-BE49-F238E27FC236}">
                <a16:creationId xmlns:a16="http://schemas.microsoft.com/office/drawing/2014/main" id="{4EC30C02-8219-5E33-E9F4-7A9E2420175C}"/>
              </a:ext>
            </a:extLst>
          </p:cNvPr>
          <p:cNvGraphicFramePr>
            <a:graphicFrameLocks noChangeAspect="1"/>
          </p:cNvGraphicFramePr>
          <p:nvPr>
            <p:extLst>
              <p:ext uri="{D42A27DB-BD31-4B8C-83A1-F6EECF244321}">
                <p14:modId xmlns:p14="http://schemas.microsoft.com/office/powerpoint/2010/main" val="1532714913"/>
              </p:ext>
            </p:extLst>
          </p:nvPr>
        </p:nvGraphicFramePr>
        <p:xfrm>
          <a:off x="3409950" y="2838450"/>
          <a:ext cx="1184275" cy="207963"/>
        </p:xfrm>
        <a:graphic>
          <a:graphicData uri="http://schemas.openxmlformats.org/presentationml/2006/ole">
            <mc:AlternateContent xmlns:mc="http://schemas.openxmlformats.org/markup-compatibility/2006">
              <mc:Choice xmlns:v="urn:schemas-microsoft-com:vml" Requires="v">
                <p:oleObj name="Equation" r:id="rId26" imgW="1155600" imgH="203040" progId="Equation.DSMT4">
                  <p:embed/>
                </p:oleObj>
              </mc:Choice>
              <mc:Fallback>
                <p:oleObj name="Equation" r:id="rId26" imgW="1155600" imgH="203040" progId="Equation.DSMT4">
                  <p:embed/>
                  <p:pic>
                    <p:nvPicPr>
                      <p:cNvPr id="41" name="Object 40">
                        <a:extLst>
                          <a:ext uri="{FF2B5EF4-FFF2-40B4-BE49-F238E27FC236}">
                            <a16:creationId xmlns:a16="http://schemas.microsoft.com/office/drawing/2014/main" id="{4EC30C02-8219-5E33-E9F4-7A9E2420175C}"/>
                          </a:ext>
                        </a:extLst>
                      </p:cNvPr>
                      <p:cNvPicPr/>
                      <p:nvPr/>
                    </p:nvPicPr>
                    <p:blipFill>
                      <a:blip r:embed="rId27"/>
                      <a:stretch>
                        <a:fillRect/>
                      </a:stretch>
                    </p:blipFill>
                    <p:spPr>
                      <a:xfrm>
                        <a:off x="3409950" y="2838450"/>
                        <a:ext cx="1184275" cy="207963"/>
                      </a:xfrm>
                      <a:prstGeom prst="rect">
                        <a:avLst/>
                      </a:prstGeom>
                    </p:spPr>
                  </p:pic>
                </p:oleObj>
              </mc:Fallback>
            </mc:AlternateContent>
          </a:graphicData>
        </a:graphic>
      </p:graphicFrame>
      <p:graphicFrame>
        <p:nvGraphicFramePr>
          <p:cNvPr id="42" name="Object 41">
            <a:extLst>
              <a:ext uri="{FF2B5EF4-FFF2-40B4-BE49-F238E27FC236}">
                <a16:creationId xmlns:a16="http://schemas.microsoft.com/office/drawing/2014/main" id="{D3E34A97-CCB9-A6E6-1483-4091B7DBE75A}"/>
              </a:ext>
            </a:extLst>
          </p:cNvPr>
          <p:cNvGraphicFramePr>
            <a:graphicFrameLocks noChangeAspect="1"/>
          </p:cNvGraphicFramePr>
          <p:nvPr>
            <p:extLst>
              <p:ext uri="{D42A27DB-BD31-4B8C-83A1-F6EECF244321}">
                <p14:modId xmlns:p14="http://schemas.microsoft.com/office/powerpoint/2010/main" val="3804398852"/>
              </p:ext>
            </p:extLst>
          </p:nvPr>
        </p:nvGraphicFramePr>
        <p:xfrm>
          <a:off x="5064658" y="2796254"/>
          <a:ext cx="825875" cy="616325"/>
        </p:xfrm>
        <a:graphic>
          <a:graphicData uri="http://schemas.openxmlformats.org/presentationml/2006/ole">
            <mc:AlternateContent xmlns:mc="http://schemas.openxmlformats.org/markup-compatibility/2006">
              <mc:Choice xmlns:v="urn:schemas-microsoft-com:vml" Requires="v">
                <p:oleObj name="Equation" r:id="rId28" imgW="850680" imgH="634680" progId="Equation.DSMT4">
                  <p:embed/>
                </p:oleObj>
              </mc:Choice>
              <mc:Fallback>
                <p:oleObj name="Equation" r:id="rId28" imgW="850680" imgH="634680" progId="Equation.DSMT4">
                  <p:embed/>
                  <p:pic>
                    <p:nvPicPr>
                      <p:cNvPr id="42" name="Object 41">
                        <a:extLst>
                          <a:ext uri="{FF2B5EF4-FFF2-40B4-BE49-F238E27FC236}">
                            <a16:creationId xmlns:a16="http://schemas.microsoft.com/office/drawing/2014/main" id="{D3E34A97-CCB9-A6E6-1483-4091B7DBE75A}"/>
                          </a:ext>
                        </a:extLst>
                      </p:cNvPr>
                      <p:cNvPicPr/>
                      <p:nvPr/>
                    </p:nvPicPr>
                    <p:blipFill>
                      <a:blip r:embed="rId29"/>
                      <a:stretch>
                        <a:fillRect/>
                      </a:stretch>
                    </p:blipFill>
                    <p:spPr>
                      <a:xfrm>
                        <a:off x="5064658" y="2796254"/>
                        <a:ext cx="825875" cy="616325"/>
                      </a:xfrm>
                      <a:prstGeom prst="rect">
                        <a:avLst/>
                      </a:prstGeom>
                    </p:spPr>
                  </p:pic>
                </p:oleObj>
              </mc:Fallback>
            </mc:AlternateContent>
          </a:graphicData>
        </a:graphic>
      </p:graphicFrame>
      <p:graphicFrame>
        <p:nvGraphicFramePr>
          <p:cNvPr id="43" name="Object 42">
            <a:extLst>
              <a:ext uri="{FF2B5EF4-FFF2-40B4-BE49-F238E27FC236}">
                <a16:creationId xmlns:a16="http://schemas.microsoft.com/office/drawing/2014/main" id="{9A4288FF-6380-332E-C5B2-B7DF103D9883}"/>
              </a:ext>
            </a:extLst>
          </p:cNvPr>
          <p:cNvGraphicFramePr>
            <a:graphicFrameLocks noChangeAspect="1"/>
          </p:cNvGraphicFramePr>
          <p:nvPr>
            <p:extLst>
              <p:ext uri="{D42A27DB-BD31-4B8C-83A1-F6EECF244321}">
                <p14:modId xmlns:p14="http://schemas.microsoft.com/office/powerpoint/2010/main" val="2461010938"/>
              </p:ext>
            </p:extLst>
          </p:nvPr>
        </p:nvGraphicFramePr>
        <p:xfrm>
          <a:off x="6477303" y="2771602"/>
          <a:ext cx="1306608" cy="640977"/>
        </p:xfrm>
        <a:graphic>
          <a:graphicData uri="http://schemas.openxmlformats.org/presentationml/2006/ole">
            <mc:AlternateContent xmlns:mc="http://schemas.openxmlformats.org/markup-compatibility/2006">
              <mc:Choice xmlns:v="urn:schemas-microsoft-com:vml" Requires="v">
                <p:oleObj name="Equation" r:id="rId30" imgW="1346040" imgH="660240" progId="Equation.DSMT4">
                  <p:embed/>
                </p:oleObj>
              </mc:Choice>
              <mc:Fallback>
                <p:oleObj name="Equation" r:id="rId30" imgW="1346040" imgH="660240" progId="Equation.DSMT4">
                  <p:embed/>
                  <p:pic>
                    <p:nvPicPr>
                      <p:cNvPr id="43" name="Object 42">
                        <a:extLst>
                          <a:ext uri="{FF2B5EF4-FFF2-40B4-BE49-F238E27FC236}">
                            <a16:creationId xmlns:a16="http://schemas.microsoft.com/office/drawing/2014/main" id="{9A4288FF-6380-332E-C5B2-B7DF103D9883}"/>
                          </a:ext>
                        </a:extLst>
                      </p:cNvPr>
                      <p:cNvPicPr/>
                      <p:nvPr/>
                    </p:nvPicPr>
                    <p:blipFill>
                      <a:blip r:embed="rId31"/>
                      <a:stretch>
                        <a:fillRect/>
                      </a:stretch>
                    </p:blipFill>
                    <p:spPr>
                      <a:xfrm>
                        <a:off x="6477303" y="2771602"/>
                        <a:ext cx="1306608" cy="640977"/>
                      </a:xfrm>
                      <a:prstGeom prst="rect">
                        <a:avLst/>
                      </a:prstGeom>
                    </p:spPr>
                  </p:pic>
                </p:oleObj>
              </mc:Fallback>
            </mc:AlternateContent>
          </a:graphicData>
        </a:graphic>
      </p:graphicFrame>
      <p:graphicFrame>
        <p:nvGraphicFramePr>
          <p:cNvPr id="44" name="Object 43">
            <a:extLst>
              <a:ext uri="{FF2B5EF4-FFF2-40B4-BE49-F238E27FC236}">
                <a16:creationId xmlns:a16="http://schemas.microsoft.com/office/drawing/2014/main" id="{DDF35232-C8CD-A86D-C75D-0BE48C86CEDB}"/>
              </a:ext>
            </a:extLst>
          </p:cNvPr>
          <p:cNvGraphicFramePr>
            <a:graphicFrameLocks noChangeAspect="1"/>
          </p:cNvGraphicFramePr>
          <p:nvPr>
            <p:extLst>
              <p:ext uri="{D42A27DB-BD31-4B8C-83A1-F6EECF244321}">
                <p14:modId xmlns:p14="http://schemas.microsoft.com/office/powerpoint/2010/main" val="721467458"/>
              </p:ext>
            </p:extLst>
          </p:nvPr>
        </p:nvGraphicFramePr>
        <p:xfrm>
          <a:off x="585414" y="3555572"/>
          <a:ext cx="394448" cy="172571"/>
        </p:xfrm>
        <a:graphic>
          <a:graphicData uri="http://schemas.openxmlformats.org/presentationml/2006/ole">
            <mc:AlternateContent xmlns:mc="http://schemas.openxmlformats.org/markup-compatibility/2006">
              <mc:Choice xmlns:v="urn:schemas-microsoft-com:vml" Requires="v">
                <p:oleObj name="Equation" r:id="rId32" imgW="406080" imgH="177480" progId="Equation.DSMT4">
                  <p:embed/>
                </p:oleObj>
              </mc:Choice>
              <mc:Fallback>
                <p:oleObj name="Equation" r:id="rId32" imgW="406080" imgH="177480" progId="Equation.DSMT4">
                  <p:embed/>
                  <p:pic>
                    <p:nvPicPr>
                      <p:cNvPr id="44" name="Object 43">
                        <a:extLst>
                          <a:ext uri="{FF2B5EF4-FFF2-40B4-BE49-F238E27FC236}">
                            <a16:creationId xmlns:a16="http://schemas.microsoft.com/office/drawing/2014/main" id="{DDF35232-C8CD-A86D-C75D-0BE48C86CEDB}"/>
                          </a:ext>
                        </a:extLst>
                      </p:cNvPr>
                      <p:cNvPicPr/>
                      <p:nvPr/>
                    </p:nvPicPr>
                    <p:blipFill>
                      <a:blip r:embed="rId33"/>
                      <a:stretch>
                        <a:fillRect/>
                      </a:stretch>
                    </p:blipFill>
                    <p:spPr>
                      <a:xfrm>
                        <a:off x="585414" y="3555572"/>
                        <a:ext cx="394448" cy="172571"/>
                      </a:xfrm>
                      <a:prstGeom prst="rect">
                        <a:avLst/>
                      </a:prstGeom>
                    </p:spPr>
                  </p:pic>
                </p:oleObj>
              </mc:Fallback>
            </mc:AlternateContent>
          </a:graphicData>
        </a:graphic>
      </p:graphicFrame>
      <p:graphicFrame>
        <p:nvGraphicFramePr>
          <p:cNvPr id="45" name="Object 44">
            <a:extLst>
              <a:ext uri="{FF2B5EF4-FFF2-40B4-BE49-F238E27FC236}">
                <a16:creationId xmlns:a16="http://schemas.microsoft.com/office/drawing/2014/main" id="{B6B6EB4E-1C68-BE8A-BFD4-54E14431A0ED}"/>
              </a:ext>
            </a:extLst>
          </p:cNvPr>
          <p:cNvGraphicFramePr>
            <a:graphicFrameLocks noChangeAspect="1"/>
          </p:cNvGraphicFramePr>
          <p:nvPr>
            <p:extLst>
              <p:ext uri="{D42A27DB-BD31-4B8C-83A1-F6EECF244321}">
                <p14:modId xmlns:p14="http://schemas.microsoft.com/office/powerpoint/2010/main" val="2046019651"/>
              </p:ext>
            </p:extLst>
          </p:nvPr>
        </p:nvGraphicFramePr>
        <p:xfrm>
          <a:off x="1869775" y="3531539"/>
          <a:ext cx="1357746" cy="457667"/>
        </p:xfrm>
        <a:graphic>
          <a:graphicData uri="http://schemas.openxmlformats.org/presentationml/2006/ole">
            <mc:AlternateContent xmlns:mc="http://schemas.openxmlformats.org/markup-compatibility/2006">
              <mc:Choice xmlns:v="urn:schemas-microsoft-com:vml" Requires="v">
                <p:oleObj name="Equation" r:id="rId34" imgW="1282680" imgH="431640" progId="Equation.DSMT4">
                  <p:embed/>
                </p:oleObj>
              </mc:Choice>
              <mc:Fallback>
                <p:oleObj name="Equation" r:id="rId34" imgW="1282680" imgH="431640" progId="Equation.DSMT4">
                  <p:embed/>
                  <p:pic>
                    <p:nvPicPr>
                      <p:cNvPr id="45" name="Object 44">
                        <a:extLst>
                          <a:ext uri="{FF2B5EF4-FFF2-40B4-BE49-F238E27FC236}">
                            <a16:creationId xmlns:a16="http://schemas.microsoft.com/office/drawing/2014/main" id="{B6B6EB4E-1C68-BE8A-BFD4-54E14431A0ED}"/>
                          </a:ext>
                        </a:extLst>
                      </p:cNvPr>
                      <p:cNvPicPr/>
                      <p:nvPr/>
                    </p:nvPicPr>
                    <p:blipFill>
                      <a:blip r:embed="rId35"/>
                      <a:stretch>
                        <a:fillRect/>
                      </a:stretch>
                    </p:blipFill>
                    <p:spPr>
                      <a:xfrm>
                        <a:off x="1869775" y="3531539"/>
                        <a:ext cx="1357746" cy="457667"/>
                      </a:xfrm>
                      <a:prstGeom prst="rect">
                        <a:avLst/>
                      </a:prstGeom>
                    </p:spPr>
                  </p:pic>
                </p:oleObj>
              </mc:Fallback>
            </mc:AlternateContent>
          </a:graphicData>
        </a:graphic>
      </p:graphicFrame>
      <p:graphicFrame>
        <p:nvGraphicFramePr>
          <p:cNvPr id="46" name="Object 45">
            <a:extLst>
              <a:ext uri="{FF2B5EF4-FFF2-40B4-BE49-F238E27FC236}">
                <a16:creationId xmlns:a16="http://schemas.microsoft.com/office/drawing/2014/main" id="{6CD9C2CF-17E6-9393-6D58-42405E714519}"/>
              </a:ext>
            </a:extLst>
          </p:cNvPr>
          <p:cNvGraphicFramePr>
            <a:graphicFrameLocks noChangeAspect="1"/>
          </p:cNvGraphicFramePr>
          <p:nvPr>
            <p:extLst>
              <p:ext uri="{D42A27DB-BD31-4B8C-83A1-F6EECF244321}">
                <p14:modId xmlns:p14="http://schemas.microsoft.com/office/powerpoint/2010/main" val="2025987790"/>
              </p:ext>
            </p:extLst>
          </p:nvPr>
        </p:nvGraphicFramePr>
        <p:xfrm>
          <a:off x="3403600" y="3582988"/>
          <a:ext cx="1392238" cy="196850"/>
        </p:xfrm>
        <a:graphic>
          <a:graphicData uri="http://schemas.openxmlformats.org/presentationml/2006/ole">
            <mc:AlternateContent xmlns:mc="http://schemas.openxmlformats.org/markup-compatibility/2006">
              <mc:Choice xmlns:v="urn:schemas-microsoft-com:vml" Requires="v">
                <p:oleObj name="Equation" r:id="rId36" imgW="1434960" imgH="203040" progId="Equation.DSMT4">
                  <p:embed/>
                </p:oleObj>
              </mc:Choice>
              <mc:Fallback>
                <p:oleObj name="Equation" r:id="rId36" imgW="1434960" imgH="203040" progId="Equation.DSMT4">
                  <p:embed/>
                  <p:pic>
                    <p:nvPicPr>
                      <p:cNvPr id="46" name="Object 45">
                        <a:extLst>
                          <a:ext uri="{FF2B5EF4-FFF2-40B4-BE49-F238E27FC236}">
                            <a16:creationId xmlns:a16="http://schemas.microsoft.com/office/drawing/2014/main" id="{6CD9C2CF-17E6-9393-6D58-42405E714519}"/>
                          </a:ext>
                        </a:extLst>
                      </p:cNvPr>
                      <p:cNvPicPr/>
                      <p:nvPr/>
                    </p:nvPicPr>
                    <p:blipFill>
                      <a:blip r:embed="rId37"/>
                      <a:stretch>
                        <a:fillRect/>
                      </a:stretch>
                    </p:blipFill>
                    <p:spPr>
                      <a:xfrm>
                        <a:off x="3403600" y="3582988"/>
                        <a:ext cx="1392238" cy="196850"/>
                      </a:xfrm>
                      <a:prstGeom prst="rect">
                        <a:avLst/>
                      </a:prstGeom>
                    </p:spPr>
                  </p:pic>
                </p:oleObj>
              </mc:Fallback>
            </mc:AlternateContent>
          </a:graphicData>
        </a:graphic>
      </p:graphicFrame>
      <p:graphicFrame>
        <p:nvGraphicFramePr>
          <p:cNvPr id="47" name="Object 46">
            <a:extLst>
              <a:ext uri="{FF2B5EF4-FFF2-40B4-BE49-F238E27FC236}">
                <a16:creationId xmlns:a16="http://schemas.microsoft.com/office/drawing/2014/main" id="{9E58734D-B3E2-CA34-0594-2EE6336BAEFB}"/>
              </a:ext>
            </a:extLst>
          </p:cNvPr>
          <p:cNvGraphicFramePr>
            <a:graphicFrameLocks noChangeAspect="1"/>
          </p:cNvGraphicFramePr>
          <p:nvPr>
            <p:extLst>
              <p:ext uri="{D42A27DB-BD31-4B8C-83A1-F6EECF244321}">
                <p14:modId xmlns:p14="http://schemas.microsoft.com/office/powerpoint/2010/main" val="268081175"/>
              </p:ext>
            </p:extLst>
          </p:nvPr>
        </p:nvGraphicFramePr>
        <p:xfrm>
          <a:off x="5064658" y="3527126"/>
          <a:ext cx="1299885" cy="582708"/>
        </p:xfrm>
        <a:graphic>
          <a:graphicData uri="http://schemas.openxmlformats.org/presentationml/2006/ole">
            <mc:AlternateContent xmlns:mc="http://schemas.openxmlformats.org/markup-compatibility/2006">
              <mc:Choice xmlns:v="urn:schemas-microsoft-com:vml" Requires="v">
                <p:oleObj name="Equation" r:id="rId38" imgW="1473120" imgH="660240" progId="Equation.DSMT4">
                  <p:embed/>
                </p:oleObj>
              </mc:Choice>
              <mc:Fallback>
                <p:oleObj name="Equation" r:id="rId38" imgW="1473120" imgH="660240" progId="Equation.DSMT4">
                  <p:embed/>
                  <p:pic>
                    <p:nvPicPr>
                      <p:cNvPr id="47" name="Object 46">
                        <a:extLst>
                          <a:ext uri="{FF2B5EF4-FFF2-40B4-BE49-F238E27FC236}">
                            <a16:creationId xmlns:a16="http://schemas.microsoft.com/office/drawing/2014/main" id="{9E58734D-B3E2-CA34-0594-2EE6336BAEFB}"/>
                          </a:ext>
                        </a:extLst>
                      </p:cNvPr>
                      <p:cNvPicPr/>
                      <p:nvPr/>
                    </p:nvPicPr>
                    <p:blipFill>
                      <a:blip r:embed="rId39"/>
                      <a:stretch>
                        <a:fillRect/>
                      </a:stretch>
                    </p:blipFill>
                    <p:spPr>
                      <a:xfrm>
                        <a:off x="5064658" y="3527126"/>
                        <a:ext cx="1299885" cy="582708"/>
                      </a:xfrm>
                      <a:prstGeom prst="rect">
                        <a:avLst/>
                      </a:prstGeom>
                    </p:spPr>
                  </p:pic>
                </p:oleObj>
              </mc:Fallback>
            </mc:AlternateContent>
          </a:graphicData>
        </a:graphic>
      </p:graphicFrame>
      <p:graphicFrame>
        <p:nvGraphicFramePr>
          <p:cNvPr id="48" name="Object 47">
            <a:extLst>
              <a:ext uri="{FF2B5EF4-FFF2-40B4-BE49-F238E27FC236}">
                <a16:creationId xmlns:a16="http://schemas.microsoft.com/office/drawing/2014/main" id="{9E29F144-2480-08F9-19CE-1F368EEC47A6}"/>
              </a:ext>
            </a:extLst>
          </p:cNvPr>
          <p:cNvGraphicFramePr>
            <a:graphicFrameLocks noChangeAspect="1"/>
          </p:cNvGraphicFramePr>
          <p:nvPr>
            <p:extLst>
              <p:ext uri="{D42A27DB-BD31-4B8C-83A1-F6EECF244321}">
                <p14:modId xmlns:p14="http://schemas.microsoft.com/office/powerpoint/2010/main" val="2798736630"/>
              </p:ext>
            </p:extLst>
          </p:nvPr>
        </p:nvGraphicFramePr>
        <p:xfrm>
          <a:off x="6496534" y="3512390"/>
          <a:ext cx="1207659" cy="580606"/>
        </p:xfrm>
        <a:graphic>
          <a:graphicData uri="http://schemas.openxmlformats.org/presentationml/2006/ole">
            <mc:AlternateContent xmlns:mc="http://schemas.openxmlformats.org/markup-compatibility/2006">
              <mc:Choice xmlns:v="urn:schemas-microsoft-com:vml" Requires="v">
                <p:oleObj name="Equation" r:id="rId40" imgW="1320480" imgH="634680" progId="Equation.DSMT4">
                  <p:embed/>
                </p:oleObj>
              </mc:Choice>
              <mc:Fallback>
                <p:oleObj name="Equation" r:id="rId40" imgW="1320480" imgH="634680" progId="Equation.DSMT4">
                  <p:embed/>
                  <p:pic>
                    <p:nvPicPr>
                      <p:cNvPr id="48" name="Object 47">
                        <a:extLst>
                          <a:ext uri="{FF2B5EF4-FFF2-40B4-BE49-F238E27FC236}">
                            <a16:creationId xmlns:a16="http://schemas.microsoft.com/office/drawing/2014/main" id="{9E29F144-2480-08F9-19CE-1F368EEC47A6}"/>
                          </a:ext>
                        </a:extLst>
                      </p:cNvPr>
                      <p:cNvPicPr/>
                      <p:nvPr/>
                    </p:nvPicPr>
                    <p:blipFill>
                      <a:blip r:embed="rId41"/>
                      <a:stretch>
                        <a:fillRect/>
                      </a:stretch>
                    </p:blipFill>
                    <p:spPr>
                      <a:xfrm>
                        <a:off x="6496534" y="3512390"/>
                        <a:ext cx="1207659" cy="580606"/>
                      </a:xfrm>
                      <a:prstGeom prst="rect">
                        <a:avLst/>
                      </a:prstGeom>
                    </p:spPr>
                  </p:pic>
                </p:oleObj>
              </mc:Fallback>
            </mc:AlternateContent>
          </a:graphicData>
        </a:graphic>
      </p:graphicFrame>
      <p:graphicFrame>
        <p:nvGraphicFramePr>
          <p:cNvPr id="49" name="Object 48">
            <a:extLst>
              <a:ext uri="{FF2B5EF4-FFF2-40B4-BE49-F238E27FC236}">
                <a16:creationId xmlns:a16="http://schemas.microsoft.com/office/drawing/2014/main" id="{DFD80784-DBA8-DCE5-CF1C-36B9CDD7242C}"/>
              </a:ext>
            </a:extLst>
          </p:cNvPr>
          <p:cNvGraphicFramePr>
            <a:graphicFrameLocks noChangeAspect="1"/>
          </p:cNvGraphicFramePr>
          <p:nvPr>
            <p:extLst>
              <p:ext uri="{D42A27DB-BD31-4B8C-83A1-F6EECF244321}">
                <p14:modId xmlns:p14="http://schemas.microsoft.com/office/powerpoint/2010/main" val="1352208669"/>
              </p:ext>
            </p:extLst>
          </p:nvPr>
        </p:nvGraphicFramePr>
        <p:xfrm>
          <a:off x="580701" y="4170335"/>
          <a:ext cx="616325" cy="197224"/>
        </p:xfrm>
        <a:graphic>
          <a:graphicData uri="http://schemas.openxmlformats.org/presentationml/2006/ole">
            <mc:AlternateContent xmlns:mc="http://schemas.openxmlformats.org/markup-compatibility/2006">
              <mc:Choice xmlns:v="urn:schemas-microsoft-com:vml" Requires="v">
                <p:oleObj name="Equation" r:id="rId42" imgW="634680" imgH="203040" progId="Equation.DSMT4">
                  <p:embed/>
                </p:oleObj>
              </mc:Choice>
              <mc:Fallback>
                <p:oleObj name="Equation" r:id="rId42" imgW="634680" imgH="203040" progId="Equation.DSMT4">
                  <p:embed/>
                  <p:pic>
                    <p:nvPicPr>
                      <p:cNvPr id="49" name="Object 48">
                        <a:extLst>
                          <a:ext uri="{FF2B5EF4-FFF2-40B4-BE49-F238E27FC236}">
                            <a16:creationId xmlns:a16="http://schemas.microsoft.com/office/drawing/2014/main" id="{DFD80784-DBA8-DCE5-CF1C-36B9CDD7242C}"/>
                          </a:ext>
                        </a:extLst>
                      </p:cNvPr>
                      <p:cNvPicPr/>
                      <p:nvPr/>
                    </p:nvPicPr>
                    <p:blipFill>
                      <a:blip r:embed="rId43"/>
                      <a:stretch>
                        <a:fillRect/>
                      </a:stretch>
                    </p:blipFill>
                    <p:spPr>
                      <a:xfrm>
                        <a:off x="580701" y="4170335"/>
                        <a:ext cx="616325" cy="197224"/>
                      </a:xfrm>
                      <a:prstGeom prst="rect">
                        <a:avLst/>
                      </a:prstGeom>
                    </p:spPr>
                  </p:pic>
                </p:oleObj>
              </mc:Fallback>
            </mc:AlternateContent>
          </a:graphicData>
        </a:graphic>
      </p:graphicFrame>
      <p:graphicFrame>
        <p:nvGraphicFramePr>
          <p:cNvPr id="50" name="Object 49">
            <a:extLst>
              <a:ext uri="{FF2B5EF4-FFF2-40B4-BE49-F238E27FC236}">
                <a16:creationId xmlns:a16="http://schemas.microsoft.com/office/drawing/2014/main" id="{9D018D2C-517D-94EC-1F81-65E09F798542}"/>
              </a:ext>
            </a:extLst>
          </p:cNvPr>
          <p:cNvGraphicFramePr>
            <a:graphicFrameLocks noChangeAspect="1"/>
          </p:cNvGraphicFramePr>
          <p:nvPr>
            <p:extLst>
              <p:ext uri="{D42A27DB-BD31-4B8C-83A1-F6EECF244321}">
                <p14:modId xmlns:p14="http://schemas.microsoft.com/office/powerpoint/2010/main" val="4201982870"/>
              </p:ext>
            </p:extLst>
          </p:nvPr>
        </p:nvGraphicFramePr>
        <p:xfrm>
          <a:off x="1956296" y="4181010"/>
          <a:ext cx="806769" cy="462707"/>
        </p:xfrm>
        <a:graphic>
          <a:graphicData uri="http://schemas.openxmlformats.org/presentationml/2006/ole">
            <mc:AlternateContent xmlns:mc="http://schemas.openxmlformats.org/markup-compatibility/2006">
              <mc:Choice xmlns:v="urn:schemas-microsoft-com:vml" Requires="v">
                <p:oleObj name="Equation" r:id="rId44" imgW="685800" imgH="393480" progId="Equation.DSMT4">
                  <p:embed/>
                </p:oleObj>
              </mc:Choice>
              <mc:Fallback>
                <p:oleObj name="Equation" r:id="rId44" imgW="685800" imgH="393480" progId="Equation.DSMT4">
                  <p:embed/>
                  <p:pic>
                    <p:nvPicPr>
                      <p:cNvPr id="50" name="Object 49">
                        <a:extLst>
                          <a:ext uri="{FF2B5EF4-FFF2-40B4-BE49-F238E27FC236}">
                            <a16:creationId xmlns:a16="http://schemas.microsoft.com/office/drawing/2014/main" id="{9D018D2C-517D-94EC-1F81-65E09F798542}"/>
                          </a:ext>
                        </a:extLst>
                      </p:cNvPr>
                      <p:cNvPicPr/>
                      <p:nvPr/>
                    </p:nvPicPr>
                    <p:blipFill>
                      <a:blip r:embed="rId45"/>
                      <a:stretch>
                        <a:fillRect/>
                      </a:stretch>
                    </p:blipFill>
                    <p:spPr>
                      <a:xfrm>
                        <a:off x="1956296" y="4181010"/>
                        <a:ext cx="806769" cy="462707"/>
                      </a:xfrm>
                      <a:prstGeom prst="rect">
                        <a:avLst/>
                      </a:prstGeom>
                    </p:spPr>
                  </p:pic>
                </p:oleObj>
              </mc:Fallback>
            </mc:AlternateContent>
          </a:graphicData>
        </a:graphic>
      </p:graphicFrame>
      <p:graphicFrame>
        <p:nvGraphicFramePr>
          <p:cNvPr id="51" name="Object 50">
            <a:extLst>
              <a:ext uri="{FF2B5EF4-FFF2-40B4-BE49-F238E27FC236}">
                <a16:creationId xmlns:a16="http://schemas.microsoft.com/office/drawing/2014/main" id="{E88EE755-A62C-502F-856A-DA924C8BFCD6}"/>
              </a:ext>
            </a:extLst>
          </p:cNvPr>
          <p:cNvGraphicFramePr>
            <a:graphicFrameLocks noChangeAspect="1"/>
          </p:cNvGraphicFramePr>
          <p:nvPr>
            <p:extLst>
              <p:ext uri="{D42A27DB-BD31-4B8C-83A1-F6EECF244321}">
                <p14:modId xmlns:p14="http://schemas.microsoft.com/office/powerpoint/2010/main" val="1234927142"/>
              </p:ext>
            </p:extLst>
          </p:nvPr>
        </p:nvGraphicFramePr>
        <p:xfrm>
          <a:off x="3403600" y="4230688"/>
          <a:ext cx="1165225" cy="420687"/>
        </p:xfrm>
        <a:graphic>
          <a:graphicData uri="http://schemas.openxmlformats.org/presentationml/2006/ole">
            <mc:AlternateContent xmlns:mc="http://schemas.openxmlformats.org/markup-compatibility/2006">
              <mc:Choice xmlns:v="urn:schemas-microsoft-com:vml" Requires="v">
                <p:oleObj name="Equation" r:id="rId46" imgW="1193760" imgH="431640" progId="Equation.DSMT4">
                  <p:embed/>
                </p:oleObj>
              </mc:Choice>
              <mc:Fallback>
                <p:oleObj name="Equation" r:id="rId46" imgW="1193760" imgH="431640" progId="Equation.DSMT4">
                  <p:embed/>
                  <p:pic>
                    <p:nvPicPr>
                      <p:cNvPr id="51" name="Object 50">
                        <a:extLst>
                          <a:ext uri="{FF2B5EF4-FFF2-40B4-BE49-F238E27FC236}">
                            <a16:creationId xmlns:a16="http://schemas.microsoft.com/office/drawing/2014/main" id="{E88EE755-A62C-502F-856A-DA924C8BFCD6}"/>
                          </a:ext>
                        </a:extLst>
                      </p:cNvPr>
                      <p:cNvPicPr/>
                      <p:nvPr/>
                    </p:nvPicPr>
                    <p:blipFill>
                      <a:blip r:embed="rId47"/>
                      <a:stretch>
                        <a:fillRect/>
                      </a:stretch>
                    </p:blipFill>
                    <p:spPr>
                      <a:xfrm>
                        <a:off x="3403600" y="4230688"/>
                        <a:ext cx="1165225" cy="420687"/>
                      </a:xfrm>
                      <a:prstGeom prst="rect">
                        <a:avLst/>
                      </a:prstGeom>
                    </p:spPr>
                  </p:pic>
                </p:oleObj>
              </mc:Fallback>
            </mc:AlternateContent>
          </a:graphicData>
        </a:graphic>
      </p:graphicFrame>
      <p:graphicFrame>
        <p:nvGraphicFramePr>
          <p:cNvPr id="52" name="Object 51">
            <a:extLst>
              <a:ext uri="{FF2B5EF4-FFF2-40B4-BE49-F238E27FC236}">
                <a16:creationId xmlns:a16="http://schemas.microsoft.com/office/drawing/2014/main" id="{CB5D7CE7-9321-6CAB-9B85-3E0991628EC3}"/>
              </a:ext>
            </a:extLst>
          </p:cNvPr>
          <p:cNvGraphicFramePr>
            <a:graphicFrameLocks noChangeAspect="1"/>
          </p:cNvGraphicFramePr>
          <p:nvPr>
            <p:extLst>
              <p:ext uri="{D42A27DB-BD31-4B8C-83A1-F6EECF244321}">
                <p14:modId xmlns:p14="http://schemas.microsoft.com/office/powerpoint/2010/main" val="2361517573"/>
              </p:ext>
            </p:extLst>
          </p:nvPr>
        </p:nvGraphicFramePr>
        <p:xfrm>
          <a:off x="5064658" y="4186467"/>
          <a:ext cx="1066242" cy="359009"/>
        </p:xfrm>
        <a:graphic>
          <a:graphicData uri="http://schemas.openxmlformats.org/presentationml/2006/ole">
            <mc:AlternateContent xmlns:mc="http://schemas.openxmlformats.org/markup-compatibility/2006">
              <mc:Choice xmlns:v="urn:schemas-microsoft-com:vml" Requires="v">
                <p:oleObj name="Equation" r:id="rId48" imgW="1206360" imgH="406080" progId="Equation.DSMT4">
                  <p:embed/>
                </p:oleObj>
              </mc:Choice>
              <mc:Fallback>
                <p:oleObj name="Equation" r:id="rId48" imgW="1206360" imgH="406080" progId="Equation.DSMT4">
                  <p:embed/>
                  <p:pic>
                    <p:nvPicPr>
                      <p:cNvPr id="52" name="Object 51">
                        <a:extLst>
                          <a:ext uri="{FF2B5EF4-FFF2-40B4-BE49-F238E27FC236}">
                            <a16:creationId xmlns:a16="http://schemas.microsoft.com/office/drawing/2014/main" id="{CB5D7CE7-9321-6CAB-9B85-3E0991628EC3}"/>
                          </a:ext>
                        </a:extLst>
                      </p:cNvPr>
                      <p:cNvPicPr/>
                      <p:nvPr/>
                    </p:nvPicPr>
                    <p:blipFill>
                      <a:blip r:embed="rId49"/>
                      <a:stretch>
                        <a:fillRect/>
                      </a:stretch>
                    </p:blipFill>
                    <p:spPr>
                      <a:xfrm>
                        <a:off x="5064658" y="4186467"/>
                        <a:ext cx="1066242" cy="359009"/>
                      </a:xfrm>
                      <a:prstGeom prst="rect">
                        <a:avLst/>
                      </a:prstGeom>
                    </p:spPr>
                  </p:pic>
                </p:oleObj>
              </mc:Fallback>
            </mc:AlternateContent>
          </a:graphicData>
        </a:graphic>
      </p:graphicFrame>
      <p:graphicFrame>
        <p:nvGraphicFramePr>
          <p:cNvPr id="53" name="Object 52">
            <a:extLst>
              <a:ext uri="{FF2B5EF4-FFF2-40B4-BE49-F238E27FC236}">
                <a16:creationId xmlns:a16="http://schemas.microsoft.com/office/drawing/2014/main" id="{10E5CA5B-BCE0-A465-F606-A4013027EAC0}"/>
              </a:ext>
            </a:extLst>
          </p:cNvPr>
          <p:cNvGraphicFramePr>
            <a:graphicFrameLocks noChangeAspect="1"/>
          </p:cNvGraphicFramePr>
          <p:nvPr>
            <p:extLst>
              <p:ext uri="{D42A27DB-BD31-4B8C-83A1-F6EECF244321}">
                <p14:modId xmlns:p14="http://schemas.microsoft.com/office/powerpoint/2010/main" val="1788570603"/>
              </p:ext>
            </p:extLst>
          </p:nvPr>
        </p:nvGraphicFramePr>
        <p:xfrm>
          <a:off x="6489177" y="4175224"/>
          <a:ext cx="1252164" cy="569165"/>
        </p:xfrm>
        <a:graphic>
          <a:graphicData uri="http://schemas.openxmlformats.org/presentationml/2006/ole">
            <mc:AlternateContent xmlns:mc="http://schemas.openxmlformats.org/markup-compatibility/2006">
              <mc:Choice xmlns:v="urn:schemas-microsoft-com:vml" Requires="v">
                <p:oleObj name="Equation" r:id="rId50" imgW="1396800" imgH="634680" progId="Equation.DSMT4">
                  <p:embed/>
                </p:oleObj>
              </mc:Choice>
              <mc:Fallback>
                <p:oleObj name="Equation" r:id="rId50" imgW="1396800" imgH="634680" progId="Equation.DSMT4">
                  <p:embed/>
                  <p:pic>
                    <p:nvPicPr>
                      <p:cNvPr id="53" name="Object 52">
                        <a:extLst>
                          <a:ext uri="{FF2B5EF4-FFF2-40B4-BE49-F238E27FC236}">
                            <a16:creationId xmlns:a16="http://schemas.microsoft.com/office/drawing/2014/main" id="{10E5CA5B-BCE0-A465-F606-A4013027EAC0}"/>
                          </a:ext>
                        </a:extLst>
                      </p:cNvPr>
                      <p:cNvPicPr/>
                      <p:nvPr/>
                    </p:nvPicPr>
                    <p:blipFill>
                      <a:blip r:embed="rId51"/>
                      <a:stretch>
                        <a:fillRect/>
                      </a:stretch>
                    </p:blipFill>
                    <p:spPr>
                      <a:xfrm>
                        <a:off x="6489177" y="4175224"/>
                        <a:ext cx="1252164" cy="569165"/>
                      </a:xfrm>
                      <a:prstGeom prst="rect">
                        <a:avLst/>
                      </a:prstGeom>
                    </p:spPr>
                  </p:pic>
                </p:oleObj>
              </mc:Fallback>
            </mc:AlternateContent>
          </a:graphicData>
        </a:graphic>
      </p:graphicFrame>
      <p:graphicFrame>
        <p:nvGraphicFramePr>
          <p:cNvPr id="54" name="Object 53">
            <a:extLst>
              <a:ext uri="{FF2B5EF4-FFF2-40B4-BE49-F238E27FC236}">
                <a16:creationId xmlns:a16="http://schemas.microsoft.com/office/drawing/2014/main" id="{4935A9CF-5F2B-D21D-6325-EAA26FC45FDB}"/>
              </a:ext>
            </a:extLst>
          </p:cNvPr>
          <p:cNvGraphicFramePr>
            <a:graphicFrameLocks noChangeAspect="1"/>
          </p:cNvGraphicFramePr>
          <p:nvPr>
            <p:extLst>
              <p:ext uri="{D42A27DB-BD31-4B8C-83A1-F6EECF244321}">
                <p14:modId xmlns:p14="http://schemas.microsoft.com/office/powerpoint/2010/main" val="1244850181"/>
              </p:ext>
            </p:extLst>
          </p:nvPr>
        </p:nvGraphicFramePr>
        <p:xfrm>
          <a:off x="484188" y="4830763"/>
          <a:ext cx="1306512" cy="196850"/>
        </p:xfrm>
        <a:graphic>
          <a:graphicData uri="http://schemas.openxmlformats.org/presentationml/2006/ole">
            <mc:AlternateContent xmlns:mc="http://schemas.openxmlformats.org/markup-compatibility/2006">
              <mc:Choice xmlns:v="urn:schemas-microsoft-com:vml" Requires="v">
                <p:oleObj name="Equation" r:id="rId52" imgW="1346040" imgH="203040" progId="Equation.DSMT4">
                  <p:embed/>
                </p:oleObj>
              </mc:Choice>
              <mc:Fallback>
                <p:oleObj name="Equation" r:id="rId52" imgW="1346040" imgH="203040" progId="Equation.DSMT4">
                  <p:embed/>
                  <p:pic>
                    <p:nvPicPr>
                      <p:cNvPr id="54" name="Object 53">
                        <a:extLst>
                          <a:ext uri="{FF2B5EF4-FFF2-40B4-BE49-F238E27FC236}">
                            <a16:creationId xmlns:a16="http://schemas.microsoft.com/office/drawing/2014/main" id="{4935A9CF-5F2B-D21D-6325-EAA26FC45FDB}"/>
                          </a:ext>
                        </a:extLst>
                      </p:cNvPr>
                      <p:cNvPicPr/>
                      <p:nvPr/>
                    </p:nvPicPr>
                    <p:blipFill>
                      <a:blip r:embed="rId53"/>
                      <a:stretch>
                        <a:fillRect/>
                      </a:stretch>
                    </p:blipFill>
                    <p:spPr>
                      <a:xfrm>
                        <a:off x="484188" y="4830763"/>
                        <a:ext cx="1306512" cy="196850"/>
                      </a:xfrm>
                      <a:prstGeom prst="rect">
                        <a:avLst/>
                      </a:prstGeom>
                    </p:spPr>
                  </p:pic>
                </p:oleObj>
              </mc:Fallback>
            </mc:AlternateContent>
          </a:graphicData>
        </a:graphic>
      </p:graphicFrame>
      <p:graphicFrame>
        <p:nvGraphicFramePr>
          <p:cNvPr id="55" name="Object 54">
            <a:extLst>
              <a:ext uri="{FF2B5EF4-FFF2-40B4-BE49-F238E27FC236}">
                <a16:creationId xmlns:a16="http://schemas.microsoft.com/office/drawing/2014/main" id="{9D4E184A-FF8B-1D47-4208-4AF9CFC5A35A}"/>
              </a:ext>
            </a:extLst>
          </p:cNvPr>
          <p:cNvGraphicFramePr>
            <a:graphicFrameLocks noChangeAspect="1"/>
          </p:cNvGraphicFramePr>
          <p:nvPr>
            <p:extLst>
              <p:ext uri="{D42A27DB-BD31-4B8C-83A1-F6EECF244321}">
                <p14:modId xmlns:p14="http://schemas.microsoft.com/office/powerpoint/2010/main" val="341209049"/>
              </p:ext>
            </p:extLst>
          </p:nvPr>
        </p:nvGraphicFramePr>
        <p:xfrm>
          <a:off x="1900111" y="4843202"/>
          <a:ext cx="919141" cy="343047"/>
        </p:xfrm>
        <a:graphic>
          <a:graphicData uri="http://schemas.openxmlformats.org/presentationml/2006/ole">
            <mc:AlternateContent xmlns:mc="http://schemas.openxmlformats.org/markup-compatibility/2006">
              <mc:Choice xmlns:v="urn:schemas-microsoft-com:vml" Requires="v">
                <p:oleObj name="Equation" r:id="rId54" imgW="711000" imgH="266400" progId="Equation.DSMT4">
                  <p:embed/>
                </p:oleObj>
              </mc:Choice>
              <mc:Fallback>
                <p:oleObj name="Equation" r:id="rId54" imgW="711000" imgH="266400" progId="Equation.DSMT4">
                  <p:embed/>
                  <p:pic>
                    <p:nvPicPr>
                      <p:cNvPr id="55" name="Object 54">
                        <a:extLst>
                          <a:ext uri="{FF2B5EF4-FFF2-40B4-BE49-F238E27FC236}">
                            <a16:creationId xmlns:a16="http://schemas.microsoft.com/office/drawing/2014/main" id="{9D4E184A-FF8B-1D47-4208-4AF9CFC5A35A}"/>
                          </a:ext>
                        </a:extLst>
                      </p:cNvPr>
                      <p:cNvPicPr/>
                      <p:nvPr/>
                    </p:nvPicPr>
                    <p:blipFill>
                      <a:blip r:embed="rId55"/>
                      <a:stretch>
                        <a:fillRect/>
                      </a:stretch>
                    </p:blipFill>
                    <p:spPr>
                      <a:xfrm>
                        <a:off x="1900111" y="4843202"/>
                        <a:ext cx="919141" cy="343047"/>
                      </a:xfrm>
                      <a:prstGeom prst="rect">
                        <a:avLst/>
                      </a:prstGeom>
                    </p:spPr>
                  </p:pic>
                </p:oleObj>
              </mc:Fallback>
            </mc:AlternateContent>
          </a:graphicData>
        </a:graphic>
      </p:graphicFrame>
      <p:graphicFrame>
        <p:nvGraphicFramePr>
          <p:cNvPr id="56" name="Object 55">
            <a:extLst>
              <a:ext uri="{FF2B5EF4-FFF2-40B4-BE49-F238E27FC236}">
                <a16:creationId xmlns:a16="http://schemas.microsoft.com/office/drawing/2014/main" id="{B81CA7B3-B08E-60A9-0975-8E8C3E59D96A}"/>
              </a:ext>
            </a:extLst>
          </p:cNvPr>
          <p:cNvGraphicFramePr>
            <a:graphicFrameLocks noChangeAspect="1"/>
          </p:cNvGraphicFramePr>
          <p:nvPr>
            <p:extLst>
              <p:ext uri="{D42A27DB-BD31-4B8C-83A1-F6EECF244321}">
                <p14:modId xmlns:p14="http://schemas.microsoft.com/office/powerpoint/2010/main" val="185018336"/>
              </p:ext>
            </p:extLst>
          </p:nvPr>
        </p:nvGraphicFramePr>
        <p:xfrm>
          <a:off x="3416300" y="4889500"/>
          <a:ext cx="1268413" cy="198438"/>
        </p:xfrm>
        <a:graphic>
          <a:graphicData uri="http://schemas.openxmlformats.org/presentationml/2006/ole">
            <mc:AlternateContent xmlns:mc="http://schemas.openxmlformats.org/markup-compatibility/2006">
              <mc:Choice xmlns:v="urn:schemas-microsoft-com:vml" Requires="v">
                <p:oleObj name="Equation" r:id="rId56" imgW="1307880" imgH="203040" progId="Equation.DSMT4">
                  <p:embed/>
                </p:oleObj>
              </mc:Choice>
              <mc:Fallback>
                <p:oleObj name="Equation" r:id="rId56" imgW="1307880" imgH="203040" progId="Equation.DSMT4">
                  <p:embed/>
                  <p:pic>
                    <p:nvPicPr>
                      <p:cNvPr id="56" name="Object 55">
                        <a:extLst>
                          <a:ext uri="{FF2B5EF4-FFF2-40B4-BE49-F238E27FC236}">
                            <a16:creationId xmlns:a16="http://schemas.microsoft.com/office/drawing/2014/main" id="{B81CA7B3-B08E-60A9-0975-8E8C3E59D96A}"/>
                          </a:ext>
                        </a:extLst>
                      </p:cNvPr>
                      <p:cNvPicPr/>
                      <p:nvPr/>
                    </p:nvPicPr>
                    <p:blipFill>
                      <a:blip r:embed="rId57"/>
                      <a:stretch>
                        <a:fillRect/>
                      </a:stretch>
                    </p:blipFill>
                    <p:spPr>
                      <a:xfrm>
                        <a:off x="3416300" y="4889500"/>
                        <a:ext cx="1268413" cy="198438"/>
                      </a:xfrm>
                      <a:prstGeom prst="rect">
                        <a:avLst/>
                      </a:prstGeom>
                    </p:spPr>
                  </p:pic>
                </p:oleObj>
              </mc:Fallback>
            </mc:AlternateContent>
          </a:graphicData>
        </a:graphic>
      </p:graphicFrame>
      <p:graphicFrame>
        <p:nvGraphicFramePr>
          <p:cNvPr id="57" name="Object 56">
            <a:extLst>
              <a:ext uri="{FF2B5EF4-FFF2-40B4-BE49-F238E27FC236}">
                <a16:creationId xmlns:a16="http://schemas.microsoft.com/office/drawing/2014/main" id="{EFDC4272-555E-6225-76B2-0E6A8674E94E}"/>
              </a:ext>
            </a:extLst>
          </p:cNvPr>
          <p:cNvGraphicFramePr>
            <a:graphicFrameLocks noChangeAspect="1"/>
          </p:cNvGraphicFramePr>
          <p:nvPr>
            <p:extLst>
              <p:ext uri="{D42A27DB-BD31-4B8C-83A1-F6EECF244321}">
                <p14:modId xmlns:p14="http://schemas.microsoft.com/office/powerpoint/2010/main" val="861178070"/>
              </p:ext>
            </p:extLst>
          </p:nvPr>
        </p:nvGraphicFramePr>
        <p:xfrm>
          <a:off x="5067965" y="4787932"/>
          <a:ext cx="1048948" cy="580268"/>
        </p:xfrm>
        <a:graphic>
          <a:graphicData uri="http://schemas.openxmlformats.org/presentationml/2006/ole">
            <mc:AlternateContent xmlns:mc="http://schemas.openxmlformats.org/markup-compatibility/2006">
              <mc:Choice xmlns:v="urn:schemas-microsoft-com:vml" Requires="v">
                <p:oleObj name="Equation" r:id="rId58" imgW="1193760" imgH="660240" progId="Equation.DSMT4">
                  <p:embed/>
                </p:oleObj>
              </mc:Choice>
              <mc:Fallback>
                <p:oleObj name="Equation" r:id="rId58" imgW="1193760" imgH="660240" progId="Equation.DSMT4">
                  <p:embed/>
                  <p:pic>
                    <p:nvPicPr>
                      <p:cNvPr id="57" name="Object 56">
                        <a:extLst>
                          <a:ext uri="{FF2B5EF4-FFF2-40B4-BE49-F238E27FC236}">
                            <a16:creationId xmlns:a16="http://schemas.microsoft.com/office/drawing/2014/main" id="{EFDC4272-555E-6225-76B2-0E6A8674E94E}"/>
                          </a:ext>
                        </a:extLst>
                      </p:cNvPr>
                      <p:cNvPicPr/>
                      <p:nvPr/>
                    </p:nvPicPr>
                    <p:blipFill>
                      <a:blip r:embed="rId59"/>
                      <a:stretch>
                        <a:fillRect/>
                      </a:stretch>
                    </p:blipFill>
                    <p:spPr>
                      <a:xfrm>
                        <a:off x="5067965" y="4787932"/>
                        <a:ext cx="1048948" cy="580268"/>
                      </a:xfrm>
                      <a:prstGeom prst="rect">
                        <a:avLst/>
                      </a:prstGeom>
                    </p:spPr>
                  </p:pic>
                </p:oleObj>
              </mc:Fallback>
            </mc:AlternateContent>
          </a:graphicData>
        </a:graphic>
      </p:graphicFrame>
      <p:graphicFrame>
        <p:nvGraphicFramePr>
          <p:cNvPr id="58" name="Object 57">
            <a:extLst>
              <a:ext uri="{FF2B5EF4-FFF2-40B4-BE49-F238E27FC236}">
                <a16:creationId xmlns:a16="http://schemas.microsoft.com/office/drawing/2014/main" id="{9466DA29-F86E-9D40-A686-919C1461DCD7}"/>
              </a:ext>
            </a:extLst>
          </p:cNvPr>
          <p:cNvGraphicFramePr>
            <a:graphicFrameLocks noChangeAspect="1"/>
          </p:cNvGraphicFramePr>
          <p:nvPr>
            <p:extLst>
              <p:ext uri="{D42A27DB-BD31-4B8C-83A1-F6EECF244321}">
                <p14:modId xmlns:p14="http://schemas.microsoft.com/office/powerpoint/2010/main" val="1832709044"/>
              </p:ext>
            </p:extLst>
          </p:nvPr>
        </p:nvGraphicFramePr>
        <p:xfrm>
          <a:off x="6497108" y="4836506"/>
          <a:ext cx="1331261" cy="419101"/>
        </p:xfrm>
        <a:graphic>
          <a:graphicData uri="http://schemas.openxmlformats.org/presentationml/2006/ole">
            <mc:AlternateContent xmlns:mc="http://schemas.openxmlformats.org/markup-compatibility/2006">
              <mc:Choice xmlns:v="urn:schemas-microsoft-com:vml" Requires="v">
                <p:oleObj name="Equation" r:id="rId60" imgW="1371600" imgH="431640" progId="Equation.DSMT4">
                  <p:embed/>
                </p:oleObj>
              </mc:Choice>
              <mc:Fallback>
                <p:oleObj name="Equation" r:id="rId60" imgW="1371600" imgH="431640" progId="Equation.DSMT4">
                  <p:embed/>
                  <p:pic>
                    <p:nvPicPr>
                      <p:cNvPr id="58" name="Object 57">
                        <a:extLst>
                          <a:ext uri="{FF2B5EF4-FFF2-40B4-BE49-F238E27FC236}">
                            <a16:creationId xmlns:a16="http://schemas.microsoft.com/office/drawing/2014/main" id="{9466DA29-F86E-9D40-A686-919C1461DCD7}"/>
                          </a:ext>
                        </a:extLst>
                      </p:cNvPr>
                      <p:cNvPicPr/>
                      <p:nvPr/>
                    </p:nvPicPr>
                    <p:blipFill>
                      <a:blip r:embed="rId61"/>
                      <a:stretch>
                        <a:fillRect/>
                      </a:stretch>
                    </p:blipFill>
                    <p:spPr>
                      <a:xfrm>
                        <a:off x="6497108" y="4836506"/>
                        <a:ext cx="1331261" cy="419101"/>
                      </a:xfrm>
                      <a:prstGeom prst="rect">
                        <a:avLst/>
                      </a:prstGeom>
                    </p:spPr>
                  </p:pic>
                </p:oleObj>
              </mc:Fallback>
            </mc:AlternateContent>
          </a:graphicData>
        </a:graphic>
      </p:graphicFrame>
      <p:graphicFrame>
        <p:nvGraphicFramePr>
          <p:cNvPr id="59" name="Object 58">
            <a:extLst>
              <a:ext uri="{FF2B5EF4-FFF2-40B4-BE49-F238E27FC236}">
                <a16:creationId xmlns:a16="http://schemas.microsoft.com/office/drawing/2014/main" id="{AFD3232F-6E08-2B88-BAFB-D3778E68AF10}"/>
              </a:ext>
            </a:extLst>
          </p:cNvPr>
          <p:cNvGraphicFramePr>
            <a:graphicFrameLocks noChangeAspect="1"/>
          </p:cNvGraphicFramePr>
          <p:nvPr>
            <p:extLst>
              <p:ext uri="{D42A27DB-BD31-4B8C-83A1-F6EECF244321}">
                <p14:modId xmlns:p14="http://schemas.microsoft.com/office/powerpoint/2010/main" val="2957966677"/>
              </p:ext>
            </p:extLst>
          </p:nvPr>
        </p:nvGraphicFramePr>
        <p:xfrm>
          <a:off x="512730" y="5527915"/>
          <a:ext cx="949141" cy="172571"/>
        </p:xfrm>
        <a:graphic>
          <a:graphicData uri="http://schemas.openxmlformats.org/presentationml/2006/ole">
            <mc:AlternateContent xmlns:mc="http://schemas.openxmlformats.org/markup-compatibility/2006">
              <mc:Choice xmlns:v="urn:schemas-microsoft-com:vml" Requires="v">
                <p:oleObj name="Equation" r:id="rId62" imgW="977760" imgH="177480" progId="Equation.DSMT4">
                  <p:embed/>
                </p:oleObj>
              </mc:Choice>
              <mc:Fallback>
                <p:oleObj name="Equation" r:id="rId62" imgW="977760" imgH="177480" progId="Equation.DSMT4">
                  <p:embed/>
                  <p:pic>
                    <p:nvPicPr>
                      <p:cNvPr id="59" name="Object 58">
                        <a:extLst>
                          <a:ext uri="{FF2B5EF4-FFF2-40B4-BE49-F238E27FC236}">
                            <a16:creationId xmlns:a16="http://schemas.microsoft.com/office/drawing/2014/main" id="{AFD3232F-6E08-2B88-BAFB-D3778E68AF10}"/>
                          </a:ext>
                        </a:extLst>
                      </p:cNvPr>
                      <p:cNvPicPr/>
                      <p:nvPr/>
                    </p:nvPicPr>
                    <p:blipFill>
                      <a:blip r:embed="rId63"/>
                      <a:stretch>
                        <a:fillRect/>
                      </a:stretch>
                    </p:blipFill>
                    <p:spPr>
                      <a:xfrm>
                        <a:off x="512730" y="5527915"/>
                        <a:ext cx="949141" cy="172571"/>
                      </a:xfrm>
                      <a:prstGeom prst="rect">
                        <a:avLst/>
                      </a:prstGeom>
                    </p:spPr>
                  </p:pic>
                </p:oleObj>
              </mc:Fallback>
            </mc:AlternateContent>
          </a:graphicData>
        </a:graphic>
      </p:graphicFrame>
      <p:graphicFrame>
        <p:nvGraphicFramePr>
          <p:cNvPr id="60" name="Object 59">
            <a:extLst>
              <a:ext uri="{FF2B5EF4-FFF2-40B4-BE49-F238E27FC236}">
                <a16:creationId xmlns:a16="http://schemas.microsoft.com/office/drawing/2014/main" id="{A929312A-6978-81E2-7937-1755F20EAEBD}"/>
              </a:ext>
            </a:extLst>
          </p:cNvPr>
          <p:cNvGraphicFramePr>
            <a:graphicFrameLocks noChangeAspect="1"/>
          </p:cNvGraphicFramePr>
          <p:nvPr>
            <p:extLst>
              <p:ext uri="{D42A27DB-BD31-4B8C-83A1-F6EECF244321}">
                <p14:modId xmlns:p14="http://schemas.microsoft.com/office/powerpoint/2010/main" val="3466485114"/>
              </p:ext>
            </p:extLst>
          </p:nvPr>
        </p:nvGraphicFramePr>
        <p:xfrm>
          <a:off x="1860550" y="5437188"/>
          <a:ext cx="1476375" cy="717550"/>
        </p:xfrm>
        <a:graphic>
          <a:graphicData uri="http://schemas.openxmlformats.org/presentationml/2006/ole">
            <mc:AlternateContent xmlns:mc="http://schemas.openxmlformats.org/markup-compatibility/2006">
              <mc:Choice xmlns:v="urn:schemas-microsoft-com:vml" Requires="v">
                <p:oleObj name="Equation" r:id="rId64" imgW="1815840" imgH="888840" progId="Equation.DSMT4">
                  <p:embed/>
                </p:oleObj>
              </mc:Choice>
              <mc:Fallback>
                <p:oleObj name="Equation" r:id="rId64" imgW="1815840" imgH="888840" progId="Equation.DSMT4">
                  <p:embed/>
                  <p:pic>
                    <p:nvPicPr>
                      <p:cNvPr id="60" name="Object 59">
                        <a:extLst>
                          <a:ext uri="{FF2B5EF4-FFF2-40B4-BE49-F238E27FC236}">
                            <a16:creationId xmlns:a16="http://schemas.microsoft.com/office/drawing/2014/main" id="{A929312A-6978-81E2-7937-1755F20EAEBD}"/>
                          </a:ext>
                        </a:extLst>
                      </p:cNvPr>
                      <p:cNvPicPr/>
                      <p:nvPr/>
                    </p:nvPicPr>
                    <p:blipFill>
                      <a:blip r:embed="rId65"/>
                      <a:stretch>
                        <a:fillRect/>
                      </a:stretch>
                    </p:blipFill>
                    <p:spPr>
                      <a:xfrm>
                        <a:off x="1860550" y="5437188"/>
                        <a:ext cx="1476375" cy="717550"/>
                      </a:xfrm>
                      <a:prstGeom prst="rect">
                        <a:avLst/>
                      </a:prstGeom>
                    </p:spPr>
                  </p:pic>
                </p:oleObj>
              </mc:Fallback>
            </mc:AlternateContent>
          </a:graphicData>
        </a:graphic>
      </p:graphicFrame>
      <p:graphicFrame>
        <p:nvGraphicFramePr>
          <p:cNvPr id="61" name="Object 60">
            <a:extLst>
              <a:ext uri="{FF2B5EF4-FFF2-40B4-BE49-F238E27FC236}">
                <a16:creationId xmlns:a16="http://schemas.microsoft.com/office/drawing/2014/main" id="{3326C3BE-8F6B-30E7-76EF-9A324405F228}"/>
              </a:ext>
            </a:extLst>
          </p:cNvPr>
          <p:cNvGraphicFramePr>
            <a:graphicFrameLocks noChangeAspect="1"/>
          </p:cNvGraphicFramePr>
          <p:nvPr>
            <p:extLst>
              <p:ext uri="{D42A27DB-BD31-4B8C-83A1-F6EECF244321}">
                <p14:modId xmlns:p14="http://schemas.microsoft.com/office/powerpoint/2010/main" val="2725708622"/>
              </p:ext>
            </p:extLst>
          </p:nvPr>
        </p:nvGraphicFramePr>
        <p:xfrm>
          <a:off x="3416300" y="5516563"/>
          <a:ext cx="1366838" cy="419100"/>
        </p:xfrm>
        <a:graphic>
          <a:graphicData uri="http://schemas.openxmlformats.org/presentationml/2006/ole">
            <mc:AlternateContent xmlns:mc="http://schemas.openxmlformats.org/markup-compatibility/2006">
              <mc:Choice xmlns:v="urn:schemas-microsoft-com:vml" Requires="v">
                <p:oleObj name="Equation" r:id="rId66" imgW="1409400" imgH="431640" progId="Equation.DSMT4">
                  <p:embed/>
                </p:oleObj>
              </mc:Choice>
              <mc:Fallback>
                <p:oleObj name="Equation" r:id="rId66" imgW="1409400" imgH="431640" progId="Equation.DSMT4">
                  <p:embed/>
                  <p:pic>
                    <p:nvPicPr>
                      <p:cNvPr id="61" name="Object 60">
                        <a:extLst>
                          <a:ext uri="{FF2B5EF4-FFF2-40B4-BE49-F238E27FC236}">
                            <a16:creationId xmlns:a16="http://schemas.microsoft.com/office/drawing/2014/main" id="{3326C3BE-8F6B-30E7-76EF-9A324405F228}"/>
                          </a:ext>
                        </a:extLst>
                      </p:cNvPr>
                      <p:cNvPicPr/>
                      <p:nvPr/>
                    </p:nvPicPr>
                    <p:blipFill>
                      <a:blip r:embed="rId67"/>
                      <a:stretch>
                        <a:fillRect/>
                      </a:stretch>
                    </p:blipFill>
                    <p:spPr>
                      <a:xfrm>
                        <a:off x="3416300" y="5516563"/>
                        <a:ext cx="1366838" cy="419100"/>
                      </a:xfrm>
                      <a:prstGeom prst="rect">
                        <a:avLst/>
                      </a:prstGeom>
                    </p:spPr>
                  </p:pic>
                </p:oleObj>
              </mc:Fallback>
            </mc:AlternateContent>
          </a:graphicData>
        </a:graphic>
      </p:graphicFrame>
      <p:graphicFrame>
        <p:nvGraphicFramePr>
          <p:cNvPr id="62" name="Object 61">
            <a:extLst>
              <a:ext uri="{FF2B5EF4-FFF2-40B4-BE49-F238E27FC236}">
                <a16:creationId xmlns:a16="http://schemas.microsoft.com/office/drawing/2014/main" id="{1B13F8C5-F323-C2E0-535B-B5D57F7E6C78}"/>
              </a:ext>
            </a:extLst>
          </p:cNvPr>
          <p:cNvGraphicFramePr>
            <a:graphicFrameLocks noChangeAspect="1"/>
          </p:cNvGraphicFramePr>
          <p:nvPr>
            <p:extLst>
              <p:ext uri="{D42A27DB-BD31-4B8C-83A1-F6EECF244321}">
                <p14:modId xmlns:p14="http://schemas.microsoft.com/office/powerpoint/2010/main" val="4084076415"/>
              </p:ext>
            </p:extLst>
          </p:nvPr>
        </p:nvGraphicFramePr>
        <p:xfrm>
          <a:off x="5064658" y="5516563"/>
          <a:ext cx="1220323" cy="394448"/>
        </p:xfrm>
        <a:graphic>
          <a:graphicData uri="http://schemas.openxmlformats.org/presentationml/2006/ole">
            <mc:AlternateContent xmlns:mc="http://schemas.openxmlformats.org/markup-compatibility/2006">
              <mc:Choice xmlns:v="urn:schemas-microsoft-com:vml" Requires="v">
                <p:oleObj name="Equation" r:id="rId68" imgW="1257120" imgH="406080" progId="Equation.DSMT4">
                  <p:embed/>
                </p:oleObj>
              </mc:Choice>
              <mc:Fallback>
                <p:oleObj name="Equation" r:id="rId68" imgW="1257120" imgH="406080" progId="Equation.DSMT4">
                  <p:embed/>
                  <p:pic>
                    <p:nvPicPr>
                      <p:cNvPr id="62" name="Object 61">
                        <a:extLst>
                          <a:ext uri="{FF2B5EF4-FFF2-40B4-BE49-F238E27FC236}">
                            <a16:creationId xmlns:a16="http://schemas.microsoft.com/office/drawing/2014/main" id="{1B13F8C5-F323-C2E0-535B-B5D57F7E6C78}"/>
                          </a:ext>
                        </a:extLst>
                      </p:cNvPr>
                      <p:cNvPicPr/>
                      <p:nvPr/>
                    </p:nvPicPr>
                    <p:blipFill>
                      <a:blip r:embed="rId69"/>
                      <a:stretch>
                        <a:fillRect/>
                      </a:stretch>
                    </p:blipFill>
                    <p:spPr>
                      <a:xfrm>
                        <a:off x="5064658" y="5516563"/>
                        <a:ext cx="1220323" cy="394448"/>
                      </a:xfrm>
                      <a:prstGeom prst="rect">
                        <a:avLst/>
                      </a:prstGeom>
                    </p:spPr>
                  </p:pic>
                </p:oleObj>
              </mc:Fallback>
            </mc:AlternateContent>
          </a:graphicData>
        </a:graphic>
      </p:graphicFrame>
      <p:graphicFrame>
        <p:nvGraphicFramePr>
          <p:cNvPr id="63" name="Object 62">
            <a:extLst>
              <a:ext uri="{FF2B5EF4-FFF2-40B4-BE49-F238E27FC236}">
                <a16:creationId xmlns:a16="http://schemas.microsoft.com/office/drawing/2014/main" id="{E4DD9716-A667-1DF7-8AFF-5B058789883E}"/>
              </a:ext>
            </a:extLst>
          </p:cNvPr>
          <p:cNvGraphicFramePr>
            <a:graphicFrameLocks noChangeAspect="1"/>
          </p:cNvGraphicFramePr>
          <p:nvPr>
            <p:extLst>
              <p:ext uri="{D42A27DB-BD31-4B8C-83A1-F6EECF244321}">
                <p14:modId xmlns:p14="http://schemas.microsoft.com/office/powerpoint/2010/main" val="2546241404"/>
              </p:ext>
            </p:extLst>
          </p:nvPr>
        </p:nvGraphicFramePr>
        <p:xfrm>
          <a:off x="6492187" y="5446001"/>
          <a:ext cx="1220323" cy="616325"/>
        </p:xfrm>
        <a:graphic>
          <a:graphicData uri="http://schemas.openxmlformats.org/presentationml/2006/ole">
            <mc:AlternateContent xmlns:mc="http://schemas.openxmlformats.org/markup-compatibility/2006">
              <mc:Choice xmlns:v="urn:schemas-microsoft-com:vml" Requires="v">
                <p:oleObj name="Equation" r:id="rId70" imgW="1257120" imgH="634680" progId="Equation.DSMT4">
                  <p:embed/>
                </p:oleObj>
              </mc:Choice>
              <mc:Fallback>
                <p:oleObj name="Equation" r:id="rId70" imgW="1257120" imgH="634680" progId="Equation.DSMT4">
                  <p:embed/>
                  <p:pic>
                    <p:nvPicPr>
                      <p:cNvPr id="63" name="Object 62">
                        <a:extLst>
                          <a:ext uri="{FF2B5EF4-FFF2-40B4-BE49-F238E27FC236}">
                            <a16:creationId xmlns:a16="http://schemas.microsoft.com/office/drawing/2014/main" id="{E4DD9716-A667-1DF7-8AFF-5B058789883E}"/>
                          </a:ext>
                        </a:extLst>
                      </p:cNvPr>
                      <p:cNvPicPr/>
                      <p:nvPr/>
                    </p:nvPicPr>
                    <p:blipFill>
                      <a:blip r:embed="rId71"/>
                      <a:stretch>
                        <a:fillRect/>
                      </a:stretch>
                    </p:blipFill>
                    <p:spPr>
                      <a:xfrm>
                        <a:off x="6492187" y="5446001"/>
                        <a:ext cx="1220323" cy="616325"/>
                      </a:xfrm>
                      <a:prstGeom prst="rect">
                        <a:avLst/>
                      </a:prstGeom>
                    </p:spPr>
                  </p:pic>
                </p:oleObj>
              </mc:Fallback>
            </mc:AlternateContent>
          </a:graphicData>
        </a:graphic>
      </p:graphicFrame>
      <p:sp>
        <p:nvSpPr>
          <p:cNvPr id="13" name="Content Placeholder 12">
            <a:extLst>
              <a:ext uri="{FF2B5EF4-FFF2-40B4-BE49-F238E27FC236}">
                <a16:creationId xmlns:a16="http://schemas.microsoft.com/office/drawing/2014/main" id="{59C09276-7053-8C4B-3973-29FDA8A81315}"/>
              </a:ext>
            </a:extLst>
          </p:cNvPr>
          <p:cNvSpPr>
            <a:spLocks noGrp="1"/>
          </p:cNvSpPr>
          <p:nvPr>
            <p:ph sz="quarter" idx="16"/>
          </p:nvPr>
        </p:nvSpPr>
        <p:spPr>
          <a:xfrm>
            <a:off x="342900" y="6180484"/>
            <a:ext cx="8458200" cy="394283"/>
          </a:xfrm>
        </p:spPr>
        <p:txBody>
          <a:bodyPr/>
          <a:lstStyle/>
          <a:p>
            <a:r>
              <a:rPr lang="en-US" sz="1200" dirty="0"/>
              <a:t>*R offers equivalent functions mean(</a:t>
            </a:r>
            <a:r>
              <a:rPr lang="en-US" sz="1200" i="1" dirty="0"/>
              <a:t>x</a:t>
            </a:r>
            <a:r>
              <a:rPr lang="en-US" sz="1200" dirty="0"/>
              <a:t>), median(</a:t>
            </a:r>
            <a:r>
              <a:rPr lang="en-US" sz="1200" i="1" dirty="0"/>
              <a:t>x</a:t>
            </a:r>
            <a:r>
              <a:rPr lang="en-US" sz="1200" dirty="0"/>
              <a:t>), and trimmed mean mean(</a:t>
            </a:r>
            <a:r>
              <a:rPr lang="en-US" sz="1200" i="1" dirty="0" err="1"/>
              <a:t>x</a:t>
            </a:r>
            <a:r>
              <a:rPr lang="en-US" sz="1200" dirty="0" err="1"/>
              <a:t>,trim</a:t>
            </a:r>
            <a:r>
              <a:rPr lang="en-US" sz="1200" dirty="0"/>
              <a:t>=p%) but not the others on this list. See </a:t>
            </a:r>
            <a:r>
              <a:rPr lang="en-US" sz="1200" b="1" dirty="0"/>
              <a:t>Appendix J</a:t>
            </a:r>
            <a:r>
              <a:rPr lang="en-US" sz="1200" dirty="0"/>
              <a:t> for a side-by-side list of R and Excel functions.</a:t>
            </a:r>
          </a:p>
        </p:txBody>
      </p:sp>
      <p:sp>
        <p:nvSpPr>
          <p:cNvPr id="2" name="Slide Number Placeholder 9">
            <a:extLst>
              <a:ext uri="{FF2B5EF4-FFF2-40B4-BE49-F238E27FC236}">
                <a16:creationId xmlns:a16="http://schemas.microsoft.com/office/drawing/2014/main" id="{96206D0F-7B95-0AE1-1F09-362E9A38D34D}"/>
              </a:ext>
            </a:extLst>
          </p:cNvPr>
          <p:cNvSpPr>
            <a:spLocks noGrp="1"/>
          </p:cNvSpPr>
          <p:nvPr>
            <p:ph type="sldNum" sz="quarter" idx="10"/>
          </p:nvPr>
        </p:nvSpPr>
        <p:spPr>
          <a:xfrm>
            <a:off x="8626412" y="6646459"/>
            <a:ext cx="490292" cy="188467"/>
          </a:xfrm>
        </p:spPr>
        <p:txBody>
          <a:bodyPr/>
          <a:lstStyle/>
          <a:p>
            <a:fld id="{68151E55-6873-49E2-B8D5-2F265E6F1973}" type="slidenum">
              <a:rPr lang="en-US" smtClean="0"/>
              <a:t>7</a:t>
            </a:fld>
            <a:endParaRPr lang="en-US" dirty="0"/>
          </a:p>
        </p:txBody>
      </p:sp>
    </p:spTree>
    <p:extLst>
      <p:ext uri="{BB962C8B-B14F-4D97-AF65-F5344CB8AC3E}">
        <p14:creationId xmlns:p14="http://schemas.microsoft.com/office/powerpoint/2010/main" val="2357068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121769" cy="903231"/>
          </a:xfrm>
        </p:spPr>
        <p:txBody>
          <a:bodyPr>
            <a:normAutofit/>
          </a:bodyPr>
          <a:lstStyle/>
          <a:p>
            <a:r>
              <a:rPr lang="en-US" sz="3600" dirty="0"/>
              <a:t>Mean</a:t>
            </a:r>
          </a:p>
        </p:txBody>
      </p:sp>
      <p:sp>
        <p:nvSpPr>
          <p:cNvPr id="3" name="Content Placeholder 2"/>
          <p:cNvSpPr>
            <a:spLocks noGrp="1"/>
          </p:cNvSpPr>
          <p:nvPr>
            <p:ph sz="quarter" idx="11"/>
          </p:nvPr>
        </p:nvSpPr>
        <p:spPr>
          <a:xfrm>
            <a:off x="8615527" y="108687"/>
            <a:ext cx="442239" cy="1070836"/>
          </a:xfrm>
        </p:spPr>
        <p:txBody>
          <a:bodyPr vert="vert" rIns="0"/>
          <a:lstStyle/>
          <a:p>
            <a:pPr marL="1025525" indent="-1025525"/>
            <a:r>
              <a:rPr lang="en-US" b="1" dirty="0"/>
              <a:t>L</a:t>
            </a:r>
            <a:r>
              <a:rPr lang="en-US" sz="100" b="1" dirty="0"/>
              <a:t> </a:t>
            </a:r>
            <a:r>
              <a:rPr lang="en-US" b="1" dirty="0"/>
              <a:t>O 4.2</a:t>
            </a:r>
            <a:endParaRPr lang="en-IN" b="1" dirty="0"/>
          </a:p>
        </p:txBody>
      </p:sp>
      <p:sp>
        <p:nvSpPr>
          <p:cNvPr id="4" name="Content Placeholder 3"/>
          <p:cNvSpPr>
            <a:spLocks noGrp="1"/>
          </p:cNvSpPr>
          <p:nvPr>
            <p:ph sz="quarter" idx="14"/>
          </p:nvPr>
        </p:nvSpPr>
        <p:spPr>
          <a:xfrm>
            <a:off x="342900" y="1276708"/>
            <a:ext cx="8237080" cy="1746427"/>
          </a:xfrm>
        </p:spPr>
        <p:txBody>
          <a:bodyPr/>
          <a:lstStyle/>
          <a:p>
            <a:pPr marL="292608" indent="-292608">
              <a:buFont typeface="Arial" panose="020B0604020202020204" pitchFamily="34" charset="0"/>
              <a:buChar char="•"/>
            </a:pPr>
            <a:r>
              <a:rPr lang="en-US" dirty="0"/>
              <a:t>The most familiar statistical measure of center is the </a:t>
            </a:r>
            <a:r>
              <a:rPr lang="en-US" b="1" dirty="0"/>
              <a:t>mean</a:t>
            </a:r>
            <a:r>
              <a:rPr lang="en-US" dirty="0"/>
              <a:t>.</a:t>
            </a:r>
          </a:p>
          <a:p>
            <a:pPr marL="292608" indent="-292608">
              <a:buFont typeface="Arial" panose="020B0604020202020204" pitchFamily="34" charset="0"/>
              <a:buChar char="•"/>
            </a:pPr>
            <a:r>
              <a:rPr lang="en-US" dirty="0"/>
              <a:t>It is the sum of the data values divided by the number of data items.</a:t>
            </a:r>
          </a:p>
        </p:txBody>
      </p:sp>
      <p:sp>
        <p:nvSpPr>
          <p:cNvPr id="17" name="Content Placeholder 16">
            <a:extLst>
              <a:ext uri="{FF2B5EF4-FFF2-40B4-BE49-F238E27FC236}">
                <a16:creationId xmlns:a16="http://schemas.microsoft.com/office/drawing/2014/main" id="{3191EF94-D0AA-4EC1-97B6-CE5FE1F828AD}"/>
              </a:ext>
            </a:extLst>
          </p:cNvPr>
          <p:cNvSpPr>
            <a:spLocks noGrp="1"/>
          </p:cNvSpPr>
          <p:nvPr>
            <p:ph sz="quarter" idx="19"/>
          </p:nvPr>
        </p:nvSpPr>
        <p:spPr>
          <a:xfrm>
            <a:off x="342900" y="3019998"/>
            <a:ext cx="8283512" cy="490842"/>
          </a:xfrm>
        </p:spPr>
        <p:txBody>
          <a:bodyPr/>
          <a:lstStyle/>
          <a:p>
            <a:pPr marL="292608" indent="-292608">
              <a:buFont typeface="Arial" panose="020B0604020202020204" pitchFamily="34" charset="0"/>
              <a:buChar char="•"/>
            </a:pPr>
            <a:r>
              <a:rPr lang="en-US" dirty="0"/>
              <a:t>For a population we denote it </a:t>
            </a:r>
            <a:r>
              <a:rPr lang="el-GR" i="1" dirty="0"/>
              <a:t>μ</a:t>
            </a:r>
            <a:r>
              <a:rPr lang="en-US" dirty="0"/>
              <a:t>, while for a sample we</a:t>
            </a:r>
          </a:p>
        </p:txBody>
      </p:sp>
      <p:sp>
        <p:nvSpPr>
          <p:cNvPr id="7" name="Content Placeholder 6"/>
          <p:cNvSpPr>
            <a:spLocks noGrp="1"/>
          </p:cNvSpPr>
          <p:nvPr>
            <p:ph sz="quarter" idx="17"/>
          </p:nvPr>
        </p:nvSpPr>
        <p:spPr>
          <a:xfrm>
            <a:off x="342900" y="3549413"/>
            <a:ext cx="1181101" cy="420413"/>
          </a:xfrm>
        </p:spPr>
        <p:txBody>
          <a:bodyPr tIns="0"/>
          <a:lstStyle/>
          <a:p>
            <a:pPr marL="292608"/>
            <a:r>
              <a:rPr lang="en-US" dirty="0"/>
              <a:t>call it</a:t>
            </a:r>
          </a:p>
        </p:txBody>
      </p:sp>
      <p:graphicFrame>
        <p:nvGraphicFramePr>
          <p:cNvPr id="11" name="Object 10"/>
          <p:cNvGraphicFramePr>
            <a:graphicFrameLocks noChangeAspect="1"/>
          </p:cNvGraphicFramePr>
          <p:nvPr>
            <p:extLst>
              <p:ext uri="{D42A27DB-BD31-4B8C-83A1-F6EECF244321}">
                <p14:modId xmlns:p14="http://schemas.microsoft.com/office/powerpoint/2010/main" val="2668374722"/>
              </p:ext>
            </p:extLst>
          </p:nvPr>
        </p:nvGraphicFramePr>
        <p:xfrm>
          <a:off x="1524001" y="3596317"/>
          <a:ext cx="307848" cy="295021"/>
        </p:xfrm>
        <a:graphic>
          <a:graphicData uri="http://schemas.openxmlformats.org/presentationml/2006/ole">
            <mc:AlternateContent xmlns:mc="http://schemas.openxmlformats.org/markup-compatibility/2006">
              <mc:Choice xmlns:v="urn:schemas-microsoft-com:vml" Requires="v">
                <p:oleObj name="Equation" r:id="rId2" imgW="304560" imgH="291960" progId="Equation.DSMT4">
                  <p:embed/>
                </p:oleObj>
              </mc:Choice>
              <mc:Fallback>
                <p:oleObj name="Equation" r:id="rId2" imgW="304560" imgH="291960" progId="Equation.DSMT4">
                  <p:embed/>
                  <p:pic>
                    <p:nvPicPr>
                      <p:cNvPr id="0" name=""/>
                      <p:cNvPicPr/>
                      <p:nvPr/>
                    </p:nvPicPr>
                    <p:blipFill>
                      <a:blip r:embed="rId3"/>
                      <a:stretch>
                        <a:fillRect/>
                      </a:stretch>
                    </p:blipFill>
                    <p:spPr>
                      <a:xfrm>
                        <a:off x="1524001" y="3596317"/>
                        <a:ext cx="307848" cy="295021"/>
                      </a:xfrm>
                      <a:prstGeom prst="rect">
                        <a:avLst/>
                      </a:prstGeom>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284742824"/>
              </p:ext>
            </p:extLst>
          </p:nvPr>
        </p:nvGraphicFramePr>
        <p:xfrm>
          <a:off x="634482" y="4314429"/>
          <a:ext cx="1181100" cy="1155700"/>
        </p:xfrm>
        <a:graphic>
          <a:graphicData uri="http://schemas.openxmlformats.org/presentationml/2006/ole">
            <mc:AlternateContent xmlns:mc="http://schemas.openxmlformats.org/markup-compatibility/2006">
              <mc:Choice xmlns:v="urn:schemas-microsoft-com:vml" Requires="v">
                <p:oleObj name="Equation" r:id="rId4" imgW="1180800" imgH="1155600" progId="Equation.DSMT4">
                  <p:embed/>
                </p:oleObj>
              </mc:Choice>
              <mc:Fallback>
                <p:oleObj name="Equation" r:id="rId4" imgW="1180800" imgH="1155600" progId="Equation.DSMT4">
                  <p:embed/>
                  <p:pic>
                    <p:nvPicPr>
                      <p:cNvPr id="0" name=""/>
                      <p:cNvPicPr/>
                      <p:nvPr/>
                    </p:nvPicPr>
                    <p:blipFill>
                      <a:blip r:embed="rId5"/>
                      <a:stretch>
                        <a:fillRect/>
                      </a:stretch>
                    </p:blipFill>
                    <p:spPr>
                      <a:xfrm>
                        <a:off x="634482" y="4314429"/>
                        <a:ext cx="1181100" cy="1155700"/>
                      </a:xfrm>
                      <a:prstGeom prst="rect">
                        <a:avLst/>
                      </a:prstGeom>
                    </p:spPr>
                  </p:pic>
                </p:oleObj>
              </mc:Fallback>
            </mc:AlternateContent>
          </a:graphicData>
        </a:graphic>
      </p:graphicFrame>
      <p:sp>
        <p:nvSpPr>
          <p:cNvPr id="6" name="Content Placeholder 5">
            <a:extLst>
              <a:ext uri="{FF2B5EF4-FFF2-40B4-BE49-F238E27FC236}">
                <a16:creationId xmlns:a16="http://schemas.microsoft.com/office/drawing/2014/main" id="{D90C4977-12F3-4D64-8AB8-DD7957AE91D9}"/>
              </a:ext>
            </a:extLst>
          </p:cNvPr>
          <p:cNvSpPr>
            <a:spLocks noGrp="1"/>
          </p:cNvSpPr>
          <p:nvPr>
            <p:ph sz="quarter" idx="15"/>
          </p:nvPr>
        </p:nvSpPr>
        <p:spPr>
          <a:xfrm>
            <a:off x="1828012" y="4796943"/>
            <a:ext cx="3119836" cy="490842"/>
          </a:xfrm>
        </p:spPr>
        <p:txBody>
          <a:bodyPr/>
          <a:lstStyle/>
          <a:p>
            <a:r>
              <a:rPr lang="en-US" dirty="0"/>
              <a:t>(population definition)</a:t>
            </a:r>
          </a:p>
        </p:txBody>
      </p:sp>
      <p:graphicFrame>
        <p:nvGraphicFramePr>
          <p:cNvPr id="13" name="Object 12"/>
          <p:cNvGraphicFramePr>
            <a:graphicFrameLocks noChangeAspect="1"/>
          </p:cNvGraphicFramePr>
          <p:nvPr>
            <p:extLst>
              <p:ext uri="{D42A27DB-BD31-4B8C-83A1-F6EECF244321}">
                <p14:modId xmlns:p14="http://schemas.microsoft.com/office/powerpoint/2010/main" val="380921310"/>
              </p:ext>
            </p:extLst>
          </p:nvPr>
        </p:nvGraphicFramePr>
        <p:xfrm>
          <a:off x="5030614" y="4314429"/>
          <a:ext cx="1168400" cy="1155700"/>
        </p:xfrm>
        <a:graphic>
          <a:graphicData uri="http://schemas.openxmlformats.org/presentationml/2006/ole">
            <mc:AlternateContent xmlns:mc="http://schemas.openxmlformats.org/markup-compatibility/2006">
              <mc:Choice xmlns:v="urn:schemas-microsoft-com:vml" Requires="v">
                <p:oleObj name="Equation" r:id="rId6" imgW="1168200" imgH="1155600" progId="Equation.DSMT4">
                  <p:embed/>
                </p:oleObj>
              </mc:Choice>
              <mc:Fallback>
                <p:oleObj name="Equation" r:id="rId6" imgW="1168200" imgH="1155600" progId="Equation.DSMT4">
                  <p:embed/>
                  <p:pic>
                    <p:nvPicPr>
                      <p:cNvPr id="12" name="Object 11"/>
                      <p:cNvPicPr/>
                      <p:nvPr/>
                    </p:nvPicPr>
                    <p:blipFill>
                      <a:blip r:embed="rId7"/>
                      <a:stretch>
                        <a:fillRect/>
                      </a:stretch>
                    </p:blipFill>
                    <p:spPr>
                      <a:xfrm>
                        <a:off x="5030614" y="4314429"/>
                        <a:ext cx="1168400" cy="1155700"/>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0C3A8344-1EA1-4F4B-B990-4C159D39AD3F}"/>
              </a:ext>
            </a:extLst>
          </p:cNvPr>
          <p:cNvSpPr>
            <a:spLocks noGrp="1"/>
          </p:cNvSpPr>
          <p:nvPr>
            <p:ph sz="quarter" idx="16"/>
          </p:nvPr>
        </p:nvSpPr>
        <p:spPr>
          <a:xfrm>
            <a:off x="6185068" y="4796943"/>
            <a:ext cx="2693070" cy="490843"/>
          </a:xfrm>
        </p:spPr>
        <p:txBody>
          <a:bodyPr/>
          <a:lstStyle/>
          <a:p>
            <a:r>
              <a:rPr lang="en-US" dirty="0"/>
              <a:t>(sample definition)</a:t>
            </a:r>
          </a:p>
        </p:txBody>
      </p:sp>
      <p:sp>
        <p:nvSpPr>
          <p:cNvPr id="10" name="Slide Number Placeholder 9"/>
          <p:cNvSpPr>
            <a:spLocks noGrp="1"/>
          </p:cNvSpPr>
          <p:nvPr>
            <p:ph type="sldNum" sz="quarter" idx="10"/>
          </p:nvPr>
        </p:nvSpPr>
        <p:spPr/>
        <p:txBody>
          <a:bodyPr/>
          <a:lstStyle/>
          <a:p>
            <a:fld id="{68151E55-6873-49E2-B8D5-2F265E6F1973}" type="slidenum">
              <a:rPr lang="en-US" smtClean="0"/>
              <a:t>8</a:t>
            </a:fld>
            <a:endParaRPr lang="en-US" dirty="0"/>
          </a:p>
        </p:txBody>
      </p:sp>
    </p:spTree>
    <p:extLst>
      <p:ext uri="{BB962C8B-B14F-4D97-AF65-F5344CB8AC3E}">
        <p14:creationId xmlns:p14="http://schemas.microsoft.com/office/powerpoint/2010/main" val="4199743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IN" sz="3600" dirty="0"/>
              <a:t>Characteristics of the Mean</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36000" y="57509"/>
            <a:ext cx="449580" cy="1314091"/>
          </a:xfrm>
        </p:spPr>
        <p:txBody>
          <a:bodyPr vert="vert" rIns="0"/>
          <a:lstStyle/>
          <a:p>
            <a:pPr marL="1025525" indent="-1025525"/>
            <a:r>
              <a:rPr lang="en-US" b="1" dirty="0"/>
              <a:t>L</a:t>
            </a:r>
            <a:r>
              <a:rPr lang="en-US" sz="100" b="1" dirty="0"/>
              <a:t> </a:t>
            </a:r>
            <a:r>
              <a:rPr lang="en-US" b="1" dirty="0"/>
              <a:t>O 4.2</a:t>
            </a:r>
            <a:endParaRPr lang="en-IN" b="1" dirty="0"/>
          </a:p>
        </p:txBody>
      </p:sp>
      <p:sp>
        <p:nvSpPr>
          <p:cNvPr id="7" name="Content Placeholder 6"/>
          <p:cNvSpPr>
            <a:spLocks noGrp="1"/>
          </p:cNvSpPr>
          <p:nvPr>
            <p:ph sz="quarter" idx="14"/>
          </p:nvPr>
        </p:nvSpPr>
        <p:spPr>
          <a:xfrm>
            <a:off x="342900" y="1260475"/>
            <a:ext cx="8191500" cy="2600325"/>
          </a:xfrm>
        </p:spPr>
        <p:txBody>
          <a:bodyPr/>
          <a:lstStyle/>
          <a:p>
            <a:pPr marL="292608" indent="-292608">
              <a:buFont typeface="Arial" panose="020B0604020202020204" pitchFamily="34" charset="0"/>
              <a:buChar char="•"/>
            </a:pPr>
            <a:r>
              <a:rPr lang="en-US" dirty="0"/>
              <a:t>The arithmetic mean is the “average” with which most of us are familiar.</a:t>
            </a:r>
          </a:p>
          <a:p>
            <a:pPr marL="292608" indent="-292608">
              <a:buFont typeface="Arial" panose="020B0604020202020204" pitchFamily="34" charset="0"/>
              <a:buChar char="•"/>
            </a:pPr>
            <a:r>
              <a:rPr lang="en-US" dirty="0"/>
              <a:t>The mean is affected by every sample item.</a:t>
            </a:r>
          </a:p>
          <a:p>
            <a:pPr marL="292608" indent="-292608">
              <a:buFont typeface="Arial" panose="020B0604020202020204" pitchFamily="34" charset="0"/>
              <a:buChar char="•"/>
            </a:pPr>
            <a:r>
              <a:rPr lang="en-US" dirty="0"/>
              <a:t>It is the balancing point or fulcrum in a distribution if we view the </a:t>
            </a:r>
            <a:r>
              <a:rPr lang="en-US" i="1" dirty="0"/>
              <a:t>X</a:t>
            </a:r>
            <a:r>
              <a:rPr lang="en-US" dirty="0"/>
              <a:t>-axis as a lever arm and represent each data item as a physical weight,</a:t>
            </a:r>
            <a:endParaRPr lang="en-IN" dirty="0"/>
          </a:p>
        </p:txBody>
      </p:sp>
      <p:pic>
        <p:nvPicPr>
          <p:cNvPr id="4" name="Picture 3" descr="A dot plot represents the number of defects per 100 vehicles."/>
          <p:cNvPicPr>
            <a:picLocks noChangeAspect="1"/>
          </p:cNvPicPr>
          <p:nvPr/>
        </p:nvPicPr>
        <p:blipFill>
          <a:blip r:embed="rId2"/>
          <a:stretch>
            <a:fillRect/>
          </a:stretch>
        </p:blipFill>
        <p:spPr>
          <a:xfrm>
            <a:off x="594704" y="4129503"/>
            <a:ext cx="7954592" cy="1663232"/>
          </a:xfrm>
          <a:prstGeom prst="rect">
            <a:avLst/>
          </a:prstGeom>
        </p:spPr>
      </p:pic>
      <p:sp>
        <p:nvSpPr>
          <p:cNvPr id="8" name="Text Placeholder 8"/>
          <p:cNvSpPr>
            <a:spLocks noGrp="1"/>
          </p:cNvSpPr>
          <p:nvPr>
            <p:ph type="body" sz="quarter" idx="12"/>
          </p:nvPr>
        </p:nvSpPr>
        <p:spPr>
          <a:xfrm>
            <a:off x="3049524" y="6309359"/>
            <a:ext cx="3153156" cy="236221"/>
          </a:xfrm>
        </p:spPr>
        <p:txBody>
          <a:bodyPr/>
          <a:lstStyle/>
          <a:p>
            <a:r>
              <a:rPr lang="en-US" sz="1200" dirty="0">
                <a:hlinkClick r:id="rId3" action="ppaction://hlinksldjump"/>
              </a:rPr>
              <a:t>Access the text alternative for slide images.</a:t>
            </a:r>
            <a:endParaRPr lang="en-IN" sz="1200" dirty="0">
              <a:hlinkClick r:id="rId3" action="ppaction://hlinksldjump"/>
            </a:endParaRP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9</a:t>
            </a:fld>
            <a:endParaRPr lang="en-US" dirty="0"/>
          </a:p>
        </p:txBody>
      </p:sp>
    </p:spTree>
    <p:extLst>
      <p:ext uri="{BB962C8B-B14F-4D97-AF65-F5344CB8AC3E}">
        <p14:creationId xmlns:p14="http://schemas.microsoft.com/office/powerpoint/2010/main" val="1110474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dirty="0"/>
              <a:t>Median</a:t>
            </a:r>
          </a:p>
        </p:txBody>
      </p:sp>
      <p:sp>
        <p:nvSpPr>
          <p:cNvPr id="3" name="Content Placeholder 2"/>
          <p:cNvSpPr>
            <a:spLocks noGrp="1"/>
          </p:cNvSpPr>
          <p:nvPr>
            <p:ph sz="quarter" idx="11"/>
          </p:nvPr>
        </p:nvSpPr>
        <p:spPr>
          <a:xfrm>
            <a:off x="8595360" y="55330"/>
            <a:ext cx="487680" cy="1316270"/>
          </a:xfrm>
        </p:spPr>
        <p:txBody>
          <a:bodyPr vert="vert" rIns="0"/>
          <a:lstStyle/>
          <a:p>
            <a:pPr marL="1025525" indent="-1025525"/>
            <a:r>
              <a:rPr lang="en-US" b="1" dirty="0"/>
              <a:t>L</a:t>
            </a:r>
            <a:r>
              <a:rPr lang="en-US" sz="100" b="1" dirty="0"/>
              <a:t> </a:t>
            </a:r>
            <a:r>
              <a:rPr lang="en-US" b="1" dirty="0"/>
              <a:t>O 4.2</a:t>
            </a:r>
            <a:endParaRPr lang="en-IN" b="1" dirty="0"/>
          </a:p>
        </p:txBody>
      </p:sp>
      <p:sp>
        <p:nvSpPr>
          <p:cNvPr id="4" name="Content Placeholder 3"/>
          <p:cNvSpPr>
            <a:spLocks noGrp="1"/>
          </p:cNvSpPr>
          <p:nvPr>
            <p:ph sz="quarter" idx="14"/>
          </p:nvPr>
        </p:nvSpPr>
        <p:spPr>
          <a:xfrm>
            <a:off x="342900" y="1286167"/>
            <a:ext cx="8191500" cy="855584"/>
          </a:xfrm>
        </p:spPr>
        <p:txBody>
          <a:bodyPr/>
          <a:lstStyle/>
          <a:p>
            <a:pPr marL="292608" indent="-292608">
              <a:buFont typeface="Arial" panose="020B0604020202020204" pitchFamily="34" charset="0"/>
              <a:buChar char="•"/>
            </a:pPr>
            <a:r>
              <a:rPr lang="en-US" dirty="0"/>
              <a:t>The median is the 50</a:t>
            </a:r>
            <a:r>
              <a:rPr lang="en-US" baseline="30000" dirty="0"/>
              <a:t>th</a:t>
            </a:r>
            <a:r>
              <a:rPr lang="en-US" dirty="0"/>
              <a:t> percentile or midpoint of a sample data set. It separates the upper and lower halves.</a:t>
            </a:r>
          </a:p>
        </p:txBody>
      </p:sp>
      <p:pic>
        <p:nvPicPr>
          <p:cNvPr id="6" name="Picture 5" descr="An illustration of a double-headed arrow, representing a range."/>
          <p:cNvPicPr>
            <a:picLocks noChangeAspect="1"/>
          </p:cNvPicPr>
          <p:nvPr/>
        </p:nvPicPr>
        <p:blipFill>
          <a:blip r:embed="rId2"/>
          <a:stretch>
            <a:fillRect/>
          </a:stretch>
        </p:blipFill>
        <p:spPr>
          <a:xfrm>
            <a:off x="3307199" y="2210479"/>
            <a:ext cx="2590563" cy="963325"/>
          </a:xfrm>
          <a:prstGeom prst="rect">
            <a:avLst/>
          </a:prstGeom>
        </p:spPr>
      </p:pic>
      <p:sp>
        <p:nvSpPr>
          <p:cNvPr id="5" name="Content Placeholder 4"/>
          <p:cNvSpPr>
            <a:spLocks noGrp="1"/>
          </p:cNvSpPr>
          <p:nvPr>
            <p:ph sz="quarter" idx="15"/>
          </p:nvPr>
        </p:nvSpPr>
        <p:spPr>
          <a:xfrm>
            <a:off x="342900" y="3271511"/>
            <a:ext cx="8458200" cy="1188720"/>
          </a:xfrm>
        </p:spPr>
        <p:txBody>
          <a:bodyPr/>
          <a:lstStyle/>
          <a:p>
            <a:pPr marL="292608" indent="-292608">
              <a:buFont typeface="Arial" panose="020B0604020202020204" pitchFamily="34" charset="0"/>
              <a:buChar char="•"/>
            </a:pPr>
            <a:r>
              <a:rPr lang="en-US" dirty="0"/>
              <a:t>The median is the middle observation in the sorted array if </a:t>
            </a:r>
            <a:r>
              <a:rPr lang="en-US" i="1" dirty="0"/>
              <a:t>n</a:t>
            </a:r>
            <a:r>
              <a:rPr lang="en-US" dirty="0"/>
              <a:t> is odd, but the average of the two middle observations if </a:t>
            </a:r>
            <a:r>
              <a:rPr lang="en-US" i="1" dirty="0"/>
              <a:t>n</a:t>
            </a:r>
            <a:r>
              <a:rPr lang="en-US" dirty="0"/>
              <a:t> is even.</a:t>
            </a:r>
          </a:p>
        </p:txBody>
      </p:sp>
      <p:pic>
        <p:nvPicPr>
          <p:cNvPr id="7" name="Picture 6" descr="Two rows of icons representing data observations and their relation to the median value."/>
          <p:cNvPicPr>
            <a:picLocks noChangeAspect="1"/>
          </p:cNvPicPr>
          <p:nvPr/>
        </p:nvPicPr>
        <p:blipFill>
          <a:blip r:embed="rId3"/>
          <a:stretch>
            <a:fillRect/>
          </a:stretch>
        </p:blipFill>
        <p:spPr>
          <a:xfrm>
            <a:off x="2638866" y="4634463"/>
            <a:ext cx="4018166" cy="1485336"/>
          </a:xfrm>
          <a:prstGeom prst="rect">
            <a:avLst/>
          </a:prstGeom>
        </p:spPr>
      </p:pic>
      <p:sp>
        <p:nvSpPr>
          <p:cNvPr id="9" name="Text Placeholder 8"/>
          <p:cNvSpPr>
            <a:spLocks noGrp="1"/>
          </p:cNvSpPr>
          <p:nvPr>
            <p:ph type="body" sz="quarter" idx="4294967295"/>
          </p:nvPr>
        </p:nvSpPr>
        <p:spPr>
          <a:xfrm>
            <a:off x="3049524" y="6309359"/>
            <a:ext cx="3153156" cy="236221"/>
          </a:xfrm>
          <a:prstGeom prst="rect">
            <a:avLst/>
          </a:prstGeom>
        </p:spPr>
        <p:txBody>
          <a:bodyPr/>
          <a:lstStyle/>
          <a:p>
            <a:r>
              <a:rPr lang="en-US" sz="1200" dirty="0">
                <a:hlinkClick r:id="rId4" action="ppaction://hlinksldjump"/>
              </a:rPr>
              <a:t>Access the text alternative for slide images.</a:t>
            </a:r>
            <a:endParaRPr lang="en-IN" sz="1200" dirty="0">
              <a:hlinkClick r:id="rId4" action="ppaction://hlinksldjump"/>
            </a:endParaRPr>
          </a:p>
        </p:txBody>
      </p:sp>
      <p:sp>
        <p:nvSpPr>
          <p:cNvPr id="10" name="Slide Number Placeholder 9"/>
          <p:cNvSpPr>
            <a:spLocks noGrp="1"/>
          </p:cNvSpPr>
          <p:nvPr>
            <p:ph type="sldNum" sz="quarter" idx="10"/>
          </p:nvPr>
        </p:nvSpPr>
        <p:spPr/>
        <p:txBody>
          <a:bodyPr/>
          <a:lstStyle/>
          <a:p>
            <a:fld id="{68151E55-6873-49E2-B8D5-2F265E6F1973}" type="slidenum">
              <a:rPr lang="en-US" smtClean="0"/>
              <a:t>10</a:t>
            </a:fld>
            <a:endParaRPr lang="en-US" dirty="0"/>
          </a:p>
        </p:txBody>
      </p:sp>
    </p:spTree>
    <p:extLst>
      <p:ext uri="{BB962C8B-B14F-4D97-AF65-F5344CB8AC3E}">
        <p14:creationId xmlns:p14="http://schemas.microsoft.com/office/powerpoint/2010/main" val="10505510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IN" sz="3600" dirty="0"/>
              <a:t>Mode</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36000" y="57509"/>
            <a:ext cx="449580" cy="1314091"/>
          </a:xfrm>
        </p:spPr>
        <p:txBody>
          <a:bodyPr vert="vert" rIns="0"/>
          <a:lstStyle/>
          <a:p>
            <a:pPr marL="1025525" indent="-1025525"/>
            <a:r>
              <a:rPr lang="en-US" b="1" dirty="0"/>
              <a:t>L</a:t>
            </a:r>
            <a:r>
              <a:rPr lang="en-US" sz="100" b="1" dirty="0"/>
              <a:t> </a:t>
            </a:r>
            <a:r>
              <a:rPr lang="en-US" b="1" dirty="0"/>
              <a:t>O 4.2</a:t>
            </a:r>
            <a:endParaRPr lang="en-IN" b="1" dirty="0"/>
          </a:p>
        </p:txBody>
      </p:sp>
      <p:sp>
        <p:nvSpPr>
          <p:cNvPr id="7" name="Content Placeholder 6"/>
          <p:cNvSpPr>
            <a:spLocks noGrp="1"/>
          </p:cNvSpPr>
          <p:nvPr>
            <p:ph sz="quarter" idx="14"/>
          </p:nvPr>
        </p:nvSpPr>
        <p:spPr>
          <a:xfrm>
            <a:off x="342900" y="1260475"/>
            <a:ext cx="8191500" cy="2304761"/>
          </a:xfrm>
        </p:spPr>
        <p:txBody>
          <a:bodyPr/>
          <a:lstStyle/>
          <a:p>
            <a:pPr marL="292608" indent="-292608">
              <a:buFont typeface="Arial" panose="020B0604020202020204" pitchFamily="34" charset="0"/>
              <a:buChar char="•"/>
            </a:pPr>
            <a:r>
              <a:rPr lang="en-US" dirty="0"/>
              <a:t>The mode is the most frequently occurring data value.</a:t>
            </a:r>
          </a:p>
          <a:p>
            <a:pPr marL="292608" indent="-292608">
              <a:buFont typeface="Arial" panose="020B0604020202020204" pitchFamily="34" charset="0"/>
              <a:buChar char="•"/>
            </a:pPr>
            <a:r>
              <a:rPr lang="en-US" dirty="0"/>
              <a:t>There may be multiple modes or no mode.</a:t>
            </a:r>
          </a:p>
          <a:p>
            <a:pPr marL="292608" indent="-292608">
              <a:buFont typeface="Arial" panose="020B0604020202020204" pitchFamily="34" charset="0"/>
              <a:buChar char="•"/>
            </a:pPr>
            <a:r>
              <a:rPr lang="en-US" dirty="0"/>
              <a:t>The mode is most useful for discrete or categorical data with only a few distinct data values. For continuous data or data with a wide range, the mode is rarely useful.</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4284563577"/>
              </p:ext>
            </p:extLst>
          </p:nvPr>
        </p:nvGraphicFramePr>
        <p:xfrm>
          <a:off x="514353" y="3729990"/>
          <a:ext cx="8115294" cy="1112520"/>
        </p:xfrm>
        <a:graphic>
          <a:graphicData uri="http://schemas.openxmlformats.org/drawingml/2006/table">
            <a:tbl>
              <a:tblPr firstRow="1" bandRow="1">
                <a:tableStyleId>{2D5ABB26-0587-4C30-8999-92F81FD0307C}</a:tableStyleId>
              </a:tblPr>
              <a:tblGrid>
                <a:gridCol w="737754">
                  <a:extLst>
                    <a:ext uri="{9D8B030D-6E8A-4147-A177-3AD203B41FA5}">
                      <a16:colId xmlns:a16="http://schemas.microsoft.com/office/drawing/2014/main" val="3614731615"/>
                    </a:ext>
                  </a:extLst>
                </a:gridCol>
                <a:gridCol w="737754">
                  <a:extLst>
                    <a:ext uri="{9D8B030D-6E8A-4147-A177-3AD203B41FA5}">
                      <a16:colId xmlns:a16="http://schemas.microsoft.com/office/drawing/2014/main" val="681287253"/>
                    </a:ext>
                  </a:extLst>
                </a:gridCol>
                <a:gridCol w="737754">
                  <a:extLst>
                    <a:ext uri="{9D8B030D-6E8A-4147-A177-3AD203B41FA5}">
                      <a16:colId xmlns:a16="http://schemas.microsoft.com/office/drawing/2014/main" val="1027992862"/>
                    </a:ext>
                  </a:extLst>
                </a:gridCol>
                <a:gridCol w="737754">
                  <a:extLst>
                    <a:ext uri="{9D8B030D-6E8A-4147-A177-3AD203B41FA5}">
                      <a16:colId xmlns:a16="http://schemas.microsoft.com/office/drawing/2014/main" val="3537815232"/>
                    </a:ext>
                  </a:extLst>
                </a:gridCol>
                <a:gridCol w="737754">
                  <a:extLst>
                    <a:ext uri="{9D8B030D-6E8A-4147-A177-3AD203B41FA5}">
                      <a16:colId xmlns:a16="http://schemas.microsoft.com/office/drawing/2014/main" val="1170202411"/>
                    </a:ext>
                  </a:extLst>
                </a:gridCol>
                <a:gridCol w="737754">
                  <a:extLst>
                    <a:ext uri="{9D8B030D-6E8A-4147-A177-3AD203B41FA5}">
                      <a16:colId xmlns:a16="http://schemas.microsoft.com/office/drawing/2014/main" val="3378497122"/>
                    </a:ext>
                  </a:extLst>
                </a:gridCol>
                <a:gridCol w="737754">
                  <a:extLst>
                    <a:ext uri="{9D8B030D-6E8A-4147-A177-3AD203B41FA5}">
                      <a16:colId xmlns:a16="http://schemas.microsoft.com/office/drawing/2014/main" val="113023355"/>
                    </a:ext>
                  </a:extLst>
                </a:gridCol>
                <a:gridCol w="737754">
                  <a:extLst>
                    <a:ext uri="{9D8B030D-6E8A-4147-A177-3AD203B41FA5}">
                      <a16:colId xmlns:a16="http://schemas.microsoft.com/office/drawing/2014/main" val="2441438113"/>
                    </a:ext>
                  </a:extLst>
                </a:gridCol>
                <a:gridCol w="737754">
                  <a:extLst>
                    <a:ext uri="{9D8B030D-6E8A-4147-A177-3AD203B41FA5}">
                      <a16:colId xmlns:a16="http://schemas.microsoft.com/office/drawing/2014/main" val="1040594433"/>
                    </a:ext>
                  </a:extLst>
                </a:gridCol>
                <a:gridCol w="737754">
                  <a:extLst>
                    <a:ext uri="{9D8B030D-6E8A-4147-A177-3AD203B41FA5}">
                      <a16:colId xmlns:a16="http://schemas.microsoft.com/office/drawing/2014/main" val="2152303870"/>
                    </a:ext>
                  </a:extLst>
                </a:gridCol>
                <a:gridCol w="737754">
                  <a:extLst>
                    <a:ext uri="{9D8B030D-6E8A-4147-A177-3AD203B41FA5}">
                      <a16:colId xmlns:a16="http://schemas.microsoft.com/office/drawing/2014/main" val="3583563143"/>
                    </a:ext>
                  </a:extLst>
                </a:gridCol>
              </a:tblGrid>
              <a:tr h="370840">
                <a:tc>
                  <a:txBody>
                    <a:bodyPr/>
                    <a:lstStyle/>
                    <a:p>
                      <a:pPr algn="ctr"/>
                      <a:r>
                        <a:rPr lang="en-US" dirty="0"/>
                        <a:t>139</a:t>
                      </a:r>
                    </a:p>
                  </a:txBody>
                  <a:tcPr/>
                </a:tc>
                <a:tc>
                  <a:txBody>
                    <a:bodyPr/>
                    <a:lstStyle/>
                    <a:p>
                      <a:pPr algn="ctr"/>
                      <a:r>
                        <a:rPr lang="en-US" dirty="0"/>
                        <a:t>143</a:t>
                      </a:r>
                    </a:p>
                  </a:txBody>
                  <a:tcPr/>
                </a:tc>
                <a:tc>
                  <a:txBody>
                    <a:bodyPr/>
                    <a:lstStyle/>
                    <a:p>
                      <a:pPr algn="ctr"/>
                      <a:r>
                        <a:rPr lang="en-US" dirty="0"/>
                        <a:t>147</a:t>
                      </a:r>
                    </a:p>
                  </a:txBody>
                  <a:tcPr/>
                </a:tc>
                <a:tc>
                  <a:txBody>
                    <a:bodyPr/>
                    <a:lstStyle/>
                    <a:p>
                      <a:pPr algn="ctr"/>
                      <a:r>
                        <a:rPr lang="en-US" dirty="0"/>
                        <a:t>156</a:t>
                      </a:r>
                    </a:p>
                  </a:txBody>
                  <a:tcPr/>
                </a:tc>
                <a:tc>
                  <a:txBody>
                    <a:bodyPr/>
                    <a:lstStyle/>
                    <a:p>
                      <a:pPr algn="ctr"/>
                      <a:r>
                        <a:rPr lang="en-US" dirty="0"/>
                        <a:t>156</a:t>
                      </a:r>
                    </a:p>
                  </a:txBody>
                  <a:tcPr/>
                </a:tc>
                <a:tc>
                  <a:txBody>
                    <a:bodyPr/>
                    <a:lstStyle/>
                    <a:p>
                      <a:pPr algn="ctr"/>
                      <a:r>
                        <a:rPr lang="en-US" dirty="0"/>
                        <a:t>157</a:t>
                      </a:r>
                    </a:p>
                  </a:txBody>
                  <a:tcPr/>
                </a:tc>
                <a:tc>
                  <a:txBody>
                    <a:bodyPr/>
                    <a:lstStyle/>
                    <a:p>
                      <a:pPr algn="ctr"/>
                      <a:r>
                        <a:rPr lang="en-US" dirty="0"/>
                        <a:t>162</a:t>
                      </a:r>
                    </a:p>
                  </a:txBody>
                  <a:tcPr/>
                </a:tc>
                <a:tc>
                  <a:txBody>
                    <a:bodyPr/>
                    <a:lstStyle/>
                    <a:p>
                      <a:pPr algn="ctr"/>
                      <a:r>
                        <a:rPr lang="en-US" dirty="0"/>
                        <a:t>163</a:t>
                      </a:r>
                    </a:p>
                  </a:txBody>
                  <a:tcPr/>
                </a:tc>
                <a:tc>
                  <a:txBody>
                    <a:bodyPr/>
                    <a:lstStyle/>
                    <a:p>
                      <a:pPr algn="ctr"/>
                      <a:r>
                        <a:rPr lang="en-US" dirty="0"/>
                        <a:t>165</a:t>
                      </a:r>
                    </a:p>
                  </a:txBody>
                  <a:tcPr/>
                </a:tc>
                <a:tc>
                  <a:txBody>
                    <a:bodyPr/>
                    <a:lstStyle/>
                    <a:p>
                      <a:pPr algn="ctr"/>
                      <a:r>
                        <a:rPr lang="en-US" b="1" dirty="0"/>
                        <a:t>167</a:t>
                      </a:r>
                    </a:p>
                  </a:txBody>
                  <a:tcPr/>
                </a:tc>
                <a:tc>
                  <a:txBody>
                    <a:bodyPr/>
                    <a:lstStyle/>
                    <a:p>
                      <a:pPr algn="ctr"/>
                      <a:r>
                        <a:rPr lang="en-US" b="1" dirty="0"/>
                        <a:t>167</a:t>
                      </a:r>
                    </a:p>
                  </a:txBody>
                  <a:tcPr/>
                </a:tc>
                <a:extLst>
                  <a:ext uri="{0D108BD9-81ED-4DB2-BD59-A6C34878D82A}">
                    <a16:rowId xmlns:a16="http://schemas.microsoft.com/office/drawing/2014/main" val="765125158"/>
                  </a:ext>
                </a:extLst>
              </a:tr>
              <a:tr h="370840">
                <a:tc>
                  <a:txBody>
                    <a:bodyPr/>
                    <a:lstStyle/>
                    <a:p>
                      <a:pPr algn="ctr"/>
                      <a:r>
                        <a:rPr lang="en-US" b="1" dirty="0"/>
                        <a:t>167</a:t>
                      </a:r>
                    </a:p>
                  </a:txBody>
                  <a:tcPr/>
                </a:tc>
                <a:tc>
                  <a:txBody>
                    <a:bodyPr/>
                    <a:lstStyle/>
                    <a:p>
                      <a:pPr algn="ctr"/>
                      <a:r>
                        <a:rPr lang="en-US" dirty="0"/>
                        <a:t>168</a:t>
                      </a:r>
                    </a:p>
                  </a:txBody>
                  <a:tcPr/>
                </a:tc>
                <a:tc>
                  <a:txBody>
                    <a:bodyPr/>
                    <a:lstStyle/>
                    <a:p>
                      <a:pPr algn="ctr"/>
                      <a:r>
                        <a:rPr lang="en-US" dirty="0"/>
                        <a:t>172</a:t>
                      </a:r>
                    </a:p>
                  </a:txBody>
                  <a:tcPr/>
                </a:tc>
                <a:tc>
                  <a:txBody>
                    <a:bodyPr/>
                    <a:lstStyle/>
                    <a:p>
                      <a:pPr algn="ctr"/>
                      <a:r>
                        <a:rPr lang="en-US" dirty="0"/>
                        <a:t>180</a:t>
                      </a:r>
                    </a:p>
                  </a:txBody>
                  <a:tcPr/>
                </a:tc>
                <a:tc>
                  <a:txBody>
                    <a:bodyPr/>
                    <a:lstStyle/>
                    <a:p>
                      <a:pPr algn="ctr"/>
                      <a:r>
                        <a:rPr lang="en-US" dirty="0"/>
                        <a:t>183</a:t>
                      </a:r>
                    </a:p>
                  </a:txBody>
                  <a:tcPr/>
                </a:tc>
                <a:tc>
                  <a:txBody>
                    <a:bodyPr/>
                    <a:lstStyle/>
                    <a:p>
                      <a:pPr algn="ctr"/>
                      <a:r>
                        <a:rPr lang="en-US" dirty="0"/>
                        <a:t>185</a:t>
                      </a:r>
                    </a:p>
                  </a:txBody>
                  <a:tcPr/>
                </a:tc>
                <a:tc>
                  <a:txBody>
                    <a:bodyPr/>
                    <a:lstStyle/>
                    <a:p>
                      <a:pPr algn="ctr"/>
                      <a:r>
                        <a:rPr lang="en-US" dirty="0"/>
                        <a:t>186</a:t>
                      </a:r>
                    </a:p>
                  </a:txBody>
                  <a:tcPr/>
                </a:tc>
                <a:tc>
                  <a:txBody>
                    <a:bodyPr/>
                    <a:lstStyle/>
                    <a:p>
                      <a:pPr algn="ctr"/>
                      <a:r>
                        <a:rPr lang="en-US" dirty="0"/>
                        <a:t>189</a:t>
                      </a:r>
                    </a:p>
                  </a:txBody>
                  <a:tcPr/>
                </a:tc>
                <a:tc>
                  <a:txBody>
                    <a:bodyPr/>
                    <a:lstStyle/>
                    <a:p>
                      <a:pPr algn="ctr"/>
                      <a:r>
                        <a:rPr lang="en-US" dirty="0"/>
                        <a:t>191</a:t>
                      </a:r>
                    </a:p>
                  </a:txBody>
                  <a:tcPr/>
                </a:tc>
                <a:tc>
                  <a:txBody>
                    <a:bodyPr/>
                    <a:lstStyle/>
                    <a:p>
                      <a:pPr algn="ctr"/>
                      <a:r>
                        <a:rPr lang="en-US" dirty="0"/>
                        <a:t>192</a:t>
                      </a:r>
                    </a:p>
                  </a:txBody>
                  <a:tcPr/>
                </a:tc>
                <a:tc>
                  <a:txBody>
                    <a:bodyPr/>
                    <a:lstStyle/>
                    <a:p>
                      <a:pPr algn="ctr"/>
                      <a:r>
                        <a:rPr lang="en-US" dirty="0"/>
                        <a:t>193</a:t>
                      </a:r>
                    </a:p>
                  </a:txBody>
                  <a:tcPr/>
                </a:tc>
                <a:extLst>
                  <a:ext uri="{0D108BD9-81ED-4DB2-BD59-A6C34878D82A}">
                    <a16:rowId xmlns:a16="http://schemas.microsoft.com/office/drawing/2014/main" val="680348807"/>
                  </a:ext>
                </a:extLst>
              </a:tr>
              <a:tr h="370840">
                <a:tc>
                  <a:txBody>
                    <a:bodyPr/>
                    <a:lstStyle/>
                    <a:p>
                      <a:pPr algn="ctr"/>
                      <a:r>
                        <a:rPr lang="en-US" dirty="0"/>
                        <a:t>199</a:t>
                      </a:r>
                    </a:p>
                  </a:txBody>
                  <a:tcPr/>
                </a:tc>
                <a:tc>
                  <a:txBody>
                    <a:bodyPr/>
                    <a:lstStyle/>
                    <a:p>
                      <a:pPr algn="ctr"/>
                      <a:r>
                        <a:rPr lang="en-US" dirty="0"/>
                        <a:t>200</a:t>
                      </a:r>
                    </a:p>
                  </a:txBody>
                  <a:tcPr/>
                </a:tc>
                <a:tc>
                  <a:txBody>
                    <a:bodyPr/>
                    <a:lstStyle/>
                    <a:p>
                      <a:pPr algn="ctr"/>
                      <a:r>
                        <a:rPr lang="en-US" dirty="0"/>
                        <a:t>204</a:t>
                      </a:r>
                    </a:p>
                  </a:txBody>
                  <a:tcPr/>
                </a:tc>
                <a:tc>
                  <a:txBody>
                    <a:bodyPr/>
                    <a:lstStyle/>
                    <a:p>
                      <a:pPr algn="ctr"/>
                      <a:r>
                        <a:rPr lang="en-US" dirty="0"/>
                        <a:t>210</a:t>
                      </a:r>
                    </a:p>
                  </a:txBody>
                  <a:tcPr/>
                </a:tc>
                <a:tc>
                  <a:txBody>
                    <a:bodyPr/>
                    <a:lstStyle/>
                    <a:p>
                      <a:pPr algn="ctr"/>
                      <a:r>
                        <a:rPr lang="en-US" dirty="0"/>
                        <a:t>211</a:t>
                      </a:r>
                    </a:p>
                  </a:txBody>
                  <a:tcPr/>
                </a:tc>
                <a:tc>
                  <a:txBody>
                    <a:bodyPr/>
                    <a:lstStyle/>
                    <a:p>
                      <a:pPr algn="ctr"/>
                      <a:r>
                        <a:rPr lang="en-US" dirty="0"/>
                        <a:t>226</a:t>
                      </a:r>
                    </a:p>
                  </a:txBody>
                  <a:tcPr/>
                </a:tc>
                <a:tc>
                  <a:txBody>
                    <a:bodyPr/>
                    <a:lstStyle/>
                    <a:p>
                      <a:pPr algn="ctr"/>
                      <a:r>
                        <a:rPr lang="en-US" dirty="0"/>
                        <a:t>230</a:t>
                      </a:r>
                    </a:p>
                  </a:txBody>
                  <a:tcPr/>
                </a:tc>
                <a:tc>
                  <a:txBody>
                    <a:bodyPr/>
                    <a:lstStyle/>
                    <a:p>
                      <a:pPr algn="ctr"/>
                      <a:r>
                        <a:rPr lang="en-US" dirty="0"/>
                        <a:t>239</a:t>
                      </a:r>
                    </a:p>
                  </a:txBody>
                  <a:tcPr/>
                </a:tc>
                <a:tc>
                  <a:txBody>
                    <a:bodyPr/>
                    <a:lstStyle/>
                    <a:p>
                      <a:pPr algn="ctr"/>
                      <a:r>
                        <a:rPr lang="en-US" dirty="0"/>
                        <a:t>255</a:t>
                      </a:r>
                    </a:p>
                  </a:txBody>
                  <a:tcPr/>
                </a:tc>
                <a:tc>
                  <a:txBody>
                    <a:bodyPr/>
                    <a:lstStyle/>
                    <a:p>
                      <a:pPr algn="ctr"/>
                      <a:r>
                        <a:rPr lang="en-US" dirty="0"/>
                        <a:t>256</a:t>
                      </a:r>
                    </a:p>
                  </a:txBody>
                  <a:tcPr/>
                </a:tc>
                <a:tc>
                  <a:txBody>
                    <a:bodyPr/>
                    <a:lstStyle/>
                    <a:p>
                      <a:pPr algn="ctr"/>
                      <a:r>
                        <a:rPr lang="en-US" dirty="0"/>
                        <a:t>265</a:t>
                      </a:r>
                    </a:p>
                  </a:txBody>
                  <a:tcPr/>
                </a:tc>
                <a:extLst>
                  <a:ext uri="{0D108BD9-81ED-4DB2-BD59-A6C34878D82A}">
                    <a16:rowId xmlns:a16="http://schemas.microsoft.com/office/drawing/2014/main" val="332626027"/>
                  </a:ext>
                </a:extLst>
              </a:tr>
            </a:tbl>
          </a:graphicData>
        </a:graphic>
      </p:graphicFrame>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11</a:t>
            </a:fld>
            <a:endParaRPr lang="en-US" dirty="0"/>
          </a:p>
        </p:txBody>
      </p:sp>
    </p:spTree>
    <p:extLst>
      <p:ext uri="{BB962C8B-B14F-4D97-AF65-F5344CB8AC3E}">
        <p14:creationId xmlns:p14="http://schemas.microsoft.com/office/powerpoint/2010/main" val="805079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IN" sz="3600" dirty="0"/>
              <a:t>Shape </a:t>
            </a:r>
            <a:r>
              <a:rPr lang="en-IN" sz="1000" b="0" dirty="0"/>
              <a:t>1</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36000" y="57509"/>
            <a:ext cx="449580" cy="1415691"/>
          </a:xfrm>
        </p:spPr>
        <p:txBody>
          <a:bodyPr vert="vert" rIns="0"/>
          <a:lstStyle/>
          <a:p>
            <a:pPr marL="1025525" indent="-1025525"/>
            <a:r>
              <a:rPr lang="en-US" b="1" dirty="0"/>
              <a:t>L</a:t>
            </a:r>
            <a:r>
              <a:rPr lang="en-US" sz="100" b="1" dirty="0"/>
              <a:t> </a:t>
            </a:r>
            <a:r>
              <a:rPr lang="en-US" b="1" dirty="0"/>
              <a:t>O 4.2</a:t>
            </a:r>
            <a:endParaRPr lang="en-IN" b="1" dirty="0"/>
          </a:p>
        </p:txBody>
      </p:sp>
      <p:sp>
        <p:nvSpPr>
          <p:cNvPr id="7" name="Content Placeholder 6"/>
          <p:cNvSpPr>
            <a:spLocks noGrp="1"/>
          </p:cNvSpPr>
          <p:nvPr>
            <p:ph sz="quarter" idx="14"/>
          </p:nvPr>
        </p:nvSpPr>
        <p:spPr>
          <a:xfrm>
            <a:off x="342900" y="1260475"/>
            <a:ext cx="7974259" cy="903231"/>
          </a:xfrm>
        </p:spPr>
        <p:txBody>
          <a:bodyPr/>
          <a:lstStyle/>
          <a:p>
            <a:pPr marL="292608" indent="-292608">
              <a:buFont typeface="Arial" panose="020B0604020202020204" pitchFamily="34" charset="0"/>
              <a:buChar char="•"/>
            </a:pPr>
            <a:r>
              <a:rPr lang="en-US" dirty="0"/>
              <a:t>Compare the mean and median or look at the histogram to determine degree of skewness.</a:t>
            </a:r>
            <a:endParaRPr lang="en-IN" dirty="0"/>
          </a:p>
        </p:txBody>
      </p:sp>
      <p:pic>
        <p:nvPicPr>
          <p:cNvPr id="5" name="Picture 4" descr="Three types of normal distribution curves: skewed left, symmetric, and skewed right."/>
          <p:cNvPicPr>
            <a:picLocks noChangeAspect="1"/>
          </p:cNvPicPr>
          <p:nvPr/>
        </p:nvPicPr>
        <p:blipFill>
          <a:blip r:embed="rId2"/>
          <a:stretch>
            <a:fillRect/>
          </a:stretch>
        </p:blipFill>
        <p:spPr>
          <a:xfrm>
            <a:off x="853131" y="2716631"/>
            <a:ext cx="7437737" cy="2024338"/>
          </a:xfrm>
          <a:prstGeom prst="rect">
            <a:avLst/>
          </a:prstGeom>
        </p:spPr>
      </p:pic>
      <p:sp>
        <p:nvSpPr>
          <p:cNvPr id="8" name="Text Placeholder 8"/>
          <p:cNvSpPr>
            <a:spLocks noGrp="1"/>
          </p:cNvSpPr>
          <p:nvPr>
            <p:ph type="body" sz="quarter" idx="12"/>
          </p:nvPr>
        </p:nvSpPr>
        <p:spPr>
          <a:xfrm>
            <a:off x="3049524" y="6309359"/>
            <a:ext cx="3153156" cy="236221"/>
          </a:xfrm>
        </p:spPr>
        <p:txBody>
          <a:bodyPr/>
          <a:lstStyle/>
          <a:p>
            <a:r>
              <a:rPr lang="en-US" sz="1200" dirty="0">
                <a:hlinkClick r:id="rId3" action="ppaction://hlinksldjump"/>
              </a:rPr>
              <a:t>Access the text alternative for slide images.</a:t>
            </a:r>
            <a:endParaRPr lang="en-IN" sz="1200" dirty="0">
              <a:hlinkClick r:id="rId3" action="ppaction://hlinksldjump"/>
            </a:endParaRP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12</a:t>
            </a:fld>
            <a:endParaRPr lang="en-US" dirty="0"/>
          </a:p>
        </p:txBody>
      </p:sp>
    </p:spTree>
    <p:extLst>
      <p:ext uri="{BB962C8B-B14F-4D97-AF65-F5344CB8AC3E}">
        <p14:creationId xmlns:p14="http://schemas.microsoft.com/office/powerpoint/2010/main" val="14940448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IN" sz="3600" dirty="0"/>
              <a:t>Shape </a:t>
            </a:r>
            <a:r>
              <a:rPr lang="en-IN" sz="1000" b="0" dirty="0"/>
              <a:t>2</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36000" y="57509"/>
            <a:ext cx="449580" cy="1314091"/>
          </a:xfrm>
        </p:spPr>
        <p:txBody>
          <a:bodyPr vert="vert" rIns="0"/>
          <a:lstStyle/>
          <a:p>
            <a:pPr marL="1025525" indent="-1025525"/>
            <a:r>
              <a:rPr lang="en-US" b="1" dirty="0"/>
              <a:t>L</a:t>
            </a:r>
            <a:r>
              <a:rPr lang="en-US" sz="100" b="1" dirty="0"/>
              <a:t> </a:t>
            </a:r>
            <a:r>
              <a:rPr lang="en-US" b="1" dirty="0"/>
              <a:t>O 4.2</a:t>
            </a:r>
            <a:endParaRPr lang="en-IN" b="1" dirty="0"/>
          </a:p>
        </p:txBody>
      </p:sp>
      <p:graphicFrame>
        <p:nvGraphicFramePr>
          <p:cNvPr id="5" name="Table 4"/>
          <p:cNvGraphicFramePr>
            <a:graphicFrameLocks noGrp="1"/>
          </p:cNvGraphicFramePr>
          <p:nvPr>
            <p:extLst>
              <p:ext uri="{D42A27DB-BD31-4B8C-83A1-F6EECF244321}">
                <p14:modId xmlns:p14="http://schemas.microsoft.com/office/powerpoint/2010/main" val="1937955562"/>
              </p:ext>
            </p:extLst>
          </p:nvPr>
        </p:nvGraphicFramePr>
        <p:xfrm>
          <a:off x="419100" y="1214120"/>
          <a:ext cx="8115300" cy="2839720"/>
        </p:xfrm>
        <a:graphic>
          <a:graphicData uri="http://schemas.openxmlformats.org/drawingml/2006/table">
            <a:tbl>
              <a:tblPr firstRow="1" bandRow="1">
                <a:tableStyleId>{5C22544A-7EE6-4342-B048-85BDC9FD1C3A}</a:tableStyleId>
              </a:tblPr>
              <a:tblGrid>
                <a:gridCol w="2461260">
                  <a:extLst>
                    <a:ext uri="{9D8B030D-6E8A-4147-A177-3AD203B41FA5}">
                      <a16:colId xmlns:a16="http://schemas.microsoft.com/office/drawing/2014/main" val="2341732406"/>
                    </a:ext>
                  </a:extLst>
                </a:gridCol>
                <a:gridCol w="3794760">
                  <a:extLst>
                    <a:ext uri="{9D8B030D-6E8A-4147-A177-3AD203B41FA5}">
                      <a16:colId xmlns:a16="http://schemas.microsoft.com/office/drawing/2014/main" val="1758936896"/>
                    </a:ext>
                  </a:extLst>
                </a:gridCol>
                <a:gridCol w="1859280">
                  <a:extLst>
                    <a:ext uri="{9D8B030D-6E8A-4147-A177-3AD203B41FA5}">
                      <a16:colId xmlns:a16="http://schemas.microsoft.com/office/drawing/2014/main" val="2160885335"/>
                    </a:ext>
                  </a:extLst>
                </a:gridCol>
              </a:tblGrid>
              <a:tr h="370840">
                <a:tc>
                  <a:txBody>
                    <a:bodyPr/>
                    <a:lstStyle/>
                    <a:p>
                      <a:r>
                        <a:rPr lang="en-US" dirty="0"/>
                        <a:t>Distribution's Shape</a:t>
                      </a:r>
                    </a:p>
                  </a:txBody>
                  <a:tcPr>
                    <a:solidFill>
                      <a:srgbClr val="C00000"/>
                    </a:solidFill>
                  </a:tcPr>
                </a:tc>
                <a:tc>
                  <a:txBody>
                    <a:bodyPr/>
                    <a:lstStyle/>
                    <a:p>
                      <a:r>
                        <a:rPr lang="en-US" dirty="0"/>
                        <a:t>Histogram Appearance</a:t>
                      </a:r>
                    </a:p>
                  </a:txBody>
                  <a:tcPr>
                    <a:solidFill>
                      <a:srgbClr val="C00000"/>
                    </a:solidFill>
                  </a:tcPr>
                </a:tc>
                <a:tc>
                  <a:txBody>
                    <a:bodyPr/>
                    <a:lstStyle/>
                    <a:p>
                      <a:r>
                        <a:rPr lang="en-US" dirty="0"/>
                        <a:t>Statistics</a:t>
                      </a:r>
                    </a:p>
                  </a:txBody>
                  <a:tcPr>
                    <a:solidFill>
                      <a:srgbClr val="C00000"/>
                    </a:solidFill>
                  </a:tcPr>
                </a:tc>
                <a:extLst>
                  <a:ext uri="{0D108BD9-81ED-4DB2-BD59-A6C34878D82A}">
                    <a16:rowId xmlns:a16="http://schemas.microsoft.com/office/drawing/2014/main" val="2571733961"/>
                  </a:ext>
                </a:extLst>
              </a:tr>
              <a:tr h="370840">
                <a:tc>
                  <a:txBody>
                    <a:bodyPr/>
                    <a:lstStyle/>
                    <a:p>
                      <a:r>
                        <a:rPr lang="en-US" dirty="0"/>
                        <a:t>Skewed left (negative skewness)</a:t>
                      </a:r>
                    </a:p>
                  </a:txBody>
                  <a:tcPr/>
                </a:tc>
                <a:tc>
                  <a:txBody>
                    <a:bodyPr/>
                    <a:lstStyle/>
                    <a:p>
                      <a:r>
                        <a:rPr lang="en-US" dirty="0"/>
                        <a:t>The longer tail of histogram points left (a few low values but most data on right)</a:t>
                      </a:r>
                    </a:p>
                  </a:txBody>
                  <a:tcPr/>
                </a:tc>
                <a:tc>
                  <a:txBody>
                    <a:bodyPr/>
                    <a:lstStyle/>
                    <a:p>
                      <a:r>
                        <a:rPr lang="en-US" dirty="0"/>
                        <a:t>Mean &lt; Median</a:t>
                      </a:r>
                    </a:p>
                  </a:txBody>
                  <a:tcPr/>
                </a:tc>
                <a:extLst>
                  <a:ext uri="{0D108BD9-81ED-4DB2-BD59-A6C34878D82A}">
                    <a16:rowId xmlns:a16="http://schemas.microsoft.com/office/drawing/2014/main" val="3496628394"/>
                  </a:ext>
                </a:extLst>
              </a:tr>
              <a:tr h="370840">
                <a:tc>
                  <a:txBody>
                    <a:bodyPr/>
                    <a:lstStyle/>
                    <a:p>
                      <a:r>
                        <a:rPr lang="en-US" dirty="0"/>
                        <a:t>Symmetric</a:t>
                      </a:r>
                    </a:p>
                  </a:txBody>
                  <a:tcPr/>
                </a:tc>
                <a:tc>
                  <a:txBody>
                    <a:bodyPr/>
                    <a:lstStyle/>
                    <a:p>
                      <a:r>
                        <a:rPr lang="en-US" dirty="0"/>
                        <a:t>Tails of the histogram are balanced (low/high values offset)</a:t>
                      </a:r>
                    </a:p>
                  </a:txBody>
                  <a:tcPr/>
                </a:tc>
                <a:tc>
                  <a:txBody>
                    <a:bodyPr/>
                    <a:lstStyle/>
                    <a:p>
                      <a:r>
                        <a:rPr lang="en-US" dirty="0"/>
                        <a:t>Mean ≈ Median</a:t>
                      </a:r>
                    </a:p>
                  </a:txBody>
                  <a:tcPr/>
                </a:tc>
                <a:extLst>
                  <a:ext uri="{0D108BD9-81ED-4DB2-BD59-A6C34878D82A}">
                    <a16:rowId xmlns:a16="http://schemas.microsoft.com/office/drawing/2014/main" val="2801712315"/>
                  </a:ext>
                </a:extLst>
              </a:tr>
              <a:tr h="370840">
                <a:tc>
                  <a:txBody>
                    <a:bodyPr/>
                    <a:lstStyle/>
                    <a:p>
                      <a:r>
                        <a:rPr lang="en-US" dirty="0"/>
                        <a:t>Skewed right (positive skewness)</a:t>
                      </a:r>
                    </a:p>
                  </a:txBody>
                  <a:tcPr/>
                </a:tc>
                <a:tc>
                  <a:txBody>
                    <a:bodyPr/>
                    <a:lstStyle/>
                    <a:p>
                      <a:r>
                        <a:rPr lang="en-US" dirty="0"/>
                        <a:t>The longer tail of the histogram points right (most data on left but a few high values)</a:t>
                      </a:r>
                    </a:p>
                  </a:txBody>
                  <a:tcPr/>
                </a:tc>
                <a:tc>
                  <a:txBody>
                    <a:bodyPr/>
                    <a:lstStyle/>
                    <a:p>
                      <a:r>
                        <a:rPr lang="en-US" dirty="0"/>
                        <a:t>Mean &gt; Median</a:t>
                      </a:r>
                    </a:p>
                  </a:txBody>
                  <a:tcPr/>
                </a:tc>
                <a:extLst>
                  <a:ext uri="{0D108BD9-81ED-4DB2-BD59-A6C34878D82A}">
                    <a16:rowId xmlns:a16="http://schemas.microsoft.com/office/drawing/2014/main" val="1055449079"/>
                  </a:ext>
                </a:extLst>
              </a:tr>
            </a:tbl>
          </a:graphicData>
        </a:graphic>
      </p:graphicFrame>
      <p:pic>
        <p:nvPicPr>
          <p:cNvPr id="8" name="Picture 7" descr="Two histograms, each showing a different trend."/>
          <p:cNvPicPr>
            <a:picLocks noChangeAspect="1"/>
          </p:cNvPicPr>
          <p:nvPr/>
        </p:nvPicPr>
        <p:blipFill>
          <a:blip r:embed="rId2"/>
          <a:stretch>
            <a:fillRect/>
          </a:stretch>
        </p:blipFill>
        <p:spPr>
          <a:xfrm>
            <a:off x="1860174" y="4221604"/>
            <a:ext cx="5545571" cy="1985451"/>
          </a:xfrm>
          <a:prstGeom prst="rect">
            <a:avLst/>
          </a:prstGeom>
        </p:spPr>
      </p:pic>
      <p:sp>
        <p:nvSpPr>
          <p:cNvPr id="9" name="Text Placeholder 8"/>
          <p:cNvSpPr>
            <a:spLocks noGrp="1"/>
          </p:cNvSpPr>
          <p:nvPr>
            <p:ph type="body" sz="quarter" idx="12"/>
          </p:nvPr>
        </p:nvSpPr>
        <p:spPr>
          <a:xfrm>
            <a:off x="3049524" y="6309359"/>
            <a:ext cx="3153156" cy="236221"/>
          </a:xfrm>
        </p:spPr>
        <p:txBody>
          <a:bodyPr/>
          <a:lstStyle/>
          <a:p>
            <a:r>
              <a:rPr lang="en-US" sz="1200" dirty="0">
                <a:hlinkClick r:id="rId3" action="ppaction://hlinksldjump"/>
              </a:rPr>
              <a:t>Access the text alternative for slide images.</a:t>
            </a:r>
            <a:endParaRPr lang="en-IN" sz="1200" dirty="0">
              <a:hlinkClick r:id="rId3" action="ppaction://hlinksldjump"/>
            </a:endParaRP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13</a:t>
            </a:fld>
            <a:endParaRPr lang="en-US" dirty="0"/>
          </a:p>
        </p:txBody>
      </p:sp>
    </p:spTree>
    <p:extLst>
      <p:ext uri="{BB962C8B-B14F-4D97-AF65-F5344CB8AC3E}">
        <p14:creationId xmlns:p14="http://schemas.microsoft.com/office/powerpoint/2010/main" val="14824471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dirty="0"/>
              <a:t>Geometric Mean</a:t>
            </a:r>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dirty="0"/>
              <a:t>L</a:t>
            </a:r>
            <a:r>
              <a:rPr lang="en-US" sz="100" b="1" dirty="0"/>
              <a:t> </a:t>
            </a:r>
            <a:r>
              <a:rPr lang="en-US" b="1" dirty="0"/>
              <a:t>O 4.1</a:t>
            </a:r>
            <a:endParaRPr lang="en-IN" b="1" dirty="0"/>
          </a:p>
        </p:txBody>
      </p:sp>
      <p:sp>
        <p:nvSpPr>
          <p:cNvPr id="4" name="Content Placeholder 3"/>
          <p:cNvSpPr>
            <a:spLocks noGrp="1"/>
          </p:cNvSpPr>
          <p:nvPr>
            <p:ph sz="quarter" idx="14"/>
          </p:nvPr>
        </p:nvSpPr>
        <p:spPr>
          <a:xfrm>
            <a:off x="342900" y="1262776"/>
            <a:ext cx="8191500" cy="1267988"/>
          </a:xfrm>
        </p:spPr>
        <p:txBody>
          <a:bodyPr/>
          <a:lstStyle/>
          <a:p>
            <a:pPr marL="292608" indent="-292608">
              <a:buFont typeface="Arial" panose="020B0604020202020204" pitchFamily="34" charset="0"/>
              <a:buChar char="•"/>
            </a:pPr>
            <a:r>
              <a:rPr lang="en-US" dirty="0"/>
              <a:t>The </a:t>
            </a:r>
            <a:r>
              <a:rPr lang="en-US" b="1" dirty="0"/>
              <a:t>geometric mean</a:t>
            </a:r>
            <a:r>
              <a:rPr lang="en-US" dirty="0"/>
              <a:t> (denoted </a:t>
            </a:r>
            <a:r>
              <a:rPr lang="en-US" i="1" dirty="0"/>
              <a:t>G</a:t>
            </a:r>
            <a:r>
              <a:rPr lang="en-US" dirty="0"/>
              <a:t>) is a multiplicative average, obtained by multiplying the data values and then taking the </a:t>
            </a:r>
            <a:r>
              <a:rPr lang="en-US" i="1" dirty="0"/>
              <a:t>n</a:t>
            </a:r>
            <a:r>
              <a:rPr lang="en-US" dirty="0"/>
              <a:t>th root of the product.</a:t>
            </a:r>
          </a:p>
        </p:txBody>
      </p:sp>
      <p:graphicFrame>
        <p:nvGraphicFramePr>
          <p:cNvPr id="6" name="Object 5"/>
          <p:cNvGraphicFramePr>
            <a:graphicFrameLocks noChangeAspect="1"/>
          </p:cNvGraphicFramePr>
          <p:nvPr>
            <p:extLst>
              <p:ext uri="{D42A27DB-BD31-4B8C-83A1-F6EECF244321}">
                <p14:modId xmlns:p14="http://schemas.microsoft.com/office/powerpoint/2010/main" val="4141875560"/>
              </p:ext>
            </p:extLst>
          </p:nvPr>
        </p:nvGraphicFramePr>
        <p:xfrm>
          <a:off x="3593344" y="2877292"/>
          <a:ext cx="2050975" cy="516042"/>
        </p:xfrm>
        <a:graphic>
          <a:graphicData uri="http://schemas.openxmlformats.org/presentationml/2006/ole">
            <mc:AlternateContent xmlns:mc="http://schemas.openxmlformats.org/markup-compatibility/2006">
              <mc:Choice xmlns:v="urn:schemas-microsoft-com:vml" Requires="v">
                <p:oleObj name="Equation" r:id="rId2" imgW="2019240" imgH="507960" progId="Equation.DSMT4">
                  <p:embed/>
                </p:oleObj>
              </mc:Choice>
              <mc:Fallback>
                <p:oleObj name="Equation" r:id="rId2" imgW="2019240" imgH="507960" progId="Equation.DSMT4">
                  <p:embed/>
                  <p:pic>
                    <p:nvPicPr>
                      <p:cNvPr id="0" name=""/>
                      <p:cNvPicPr/>
                      <p:nvPr/>
                    </p:nvPicPr>
                    <p:blipFill>
                      <a:blip r:embed="rId3"/>
                      <a:stretch>
                        <a:fillRect/>
                      </a:stretch>
                    </p:blipFill>
                    <p:spPr>
                      <a:xfrm>
                        <a:off x="3593344" y="2877292"/>
                        <a:ext cx="2050975" cy="516042"/>
                      </a:xfrm>
                      <a:prstGeom prst="rect">
                        <a:avLst/>
                      </a:prstGeom>
                    </p:spPr>
                  </p:pic>
                </p:oleObj>
              </mc:Fallback>
            </mc:AlternateContent>
          </a:graphicData>
        </a:graphic>
      </p:graphicFrame>
      <p:sp>
        <p:nvSpPr>
          <p:cNvPr id="5" name="Content Placeholder 4"/>
          <p:cNvSpPr>
            <a:spLocks noGrp="1"/>
          </p:cNvSpPr>
          <p:nvPr>
            <p:ph sz="quarter" idx="15"/>
          </p:nvPr>
        </p:nvSpPr>
        <p:spPr>
          <a:xfrm>
            <a:off x="342900" y="3825240"/>
            <a:ext cx="8191500" cy="857596"/>
          </a:xfrm>
        </p:spPr>
        <p:txBody>
          <a:bodyPr/>
          <a:lstStyle/>
          <a:p>
            <a:pPr marL="292608" indent="-292608">
              <a:buFont typeface="Arial" panose="020B0604020202020204" pitchFamily="34" charset="0"/>
              <a:buChar char="•"/>
            </a:pPr>
            <a:r>
              <a:rPr lang="en-US" dirty="0"/>
              <a:t>For example, the geometric mean for the J.D. Power quality data is,</a:t>
            </a:r>
          </a:p>
        </p:txBody>
      </p:sp>
      <p:graphicFrame>
        <p:nvGraphicFramePr>
          <p:cNvPr id="7" name="Object 6"/>
          <p:cNvGraphicFramePr>
            <a:graphicFrameLocks noChangeAspect="1"/>
          </p:cNvGraphicFramePr>
          <p:nvPr>
            <p:extLst>
              <p:ext uri="{D42A27DB-BD31-4B8C-83A1-F6EECF244321}">
                <p14:modId xmlns:p14="http://schemas.microsoft.com/office/powerpoint/2010/main" val="3918515019"/>
              </p:ext>
            </p:extLst>
          </p:nvPr>
        </p:nvGraphicFramePr>
        <p:xfrm>
          <a:off x="533960" y="5176465"/>
          <a:ext cx="8114181" cy="473820"/>
        </p:xfrm>
        <a:graphic>
          <a:graphicData uri="http://schemas.openxmlformats.org/presentationml/2006/ole">
            <mc:AlternateContent xmlns:mc="http://schemas.openxmlformats.org/markup-compatibility/2006">
              <mc:Choice xmlns:v="urn:schemas-microsoft-com:vml" Requires="v">
                <p:oleObj name="Equation" r:id="rId4" imgW="9144000" imgH="533160" progId="Equation.DSMT4">
                  <p:embed/>
                </p:oleObj>
              </mc:Choice>
              <mc:Fallback>
                <p:oleObj name="Equation" r:id="rId4" imgW="9144000" imgH="533160" progId="Equation.DSMT4">
                  <p:embed/>
                  <p:pic>
                    <p:nvPicPr>
                      <p:cNvPr id="0" name=""/>
                      <p:cNvPicPr/>
                      <p:nvPr/>
                    </p:nvPicPr>
                    <p:blipFill>
                      <a:blip r:embed="rId5"/>
                      <a:stretch>
                        <a:fillRect/>
                      </a:stretch>
                    </p:blipFill>
                    <p:spPr>
                      <a:xfrm>
                        <a:off x="533960" y="5176465"/>
                        <a:ext cx="8114181" cy="473820"/>
                      </a:xfrm>
                      <a:prstGeom prst="rect">
                        <a:avLst/>
                      </a:prstGeom>
                    </p:spPr>
                  </p:pic>
                </p:oleObj>
              </mc:Fallback>
            </mc:AlternateContent>
          </a:graphicData>
        </a:graphic>
      </p:graphicFrame>
      <p:sp>
        <p:nvSpPr>
          <p:cNvPr id="10" name="Slide Number Placeholder 9"/>
          <p:cNvSpPr>
            <a:spLocks noGrp="1"/>
          </p:cNvSpPr>
          <p:nvPr>
            <p:ph type="sldNum" sz="quarter" idx="10"/>
          </p:nvPr>
        </p:nvSpPr>
        <p:spPr/>
        <p:txBody>
          <a:bodyPr/>
          <a:lstStyle/>
          <a:p>
            <a:fld id="{68151E55-6873-49E2-B8D5-2F265E6F1973}" type="slidenum">
              <a:rPr lang="en-US" smtClean="0"/>
              <a:t>14</a:t>
            </a:fld>
            <a:endParaRPr lang="en-US" dirty="0"/>
          </a:p>
        </p:txBody>
      </p:sp>
    </p:spTree>
    <p:extLst>
      <p:ext uri="{BB962C8B-B14F-4D97-AF65-F5344CB8AC3E}">
        <p14:creationId xmlns:p14="http://schemas.microsoft.com/office/powerpoint/2010/main" val="1527438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IN" sz="3600" dirty="0"/>
              <a:t>Growth Rates</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36000" y="57509"/>
            <a:ext cx="449580" cy="1268371"/>
          </a:xfrm>
        </p:spPr>
        <p:txBody>
          <a:bodyPr vert="vert" rIns="0"/>
          <a:lstStyle/>
          <a:p>
            <a:pPr marL="1025525" indent="-1025525"/>
            <a:r>
              <a:rPr lang="en-US" b="1" dirty="0"/>
              <a:t>L</a:t>
            </a:r>
            <a:r>
              <a:rPr lang="en-US" sz="100" b="1" dirty="0"/>
              <a:t> </a:t>
            </a:r>
            <a:r>
              <a:rPr lang="en-US" b="1" dirty="0"/>
              <a:t>O 4.2</a:t>
            </a:r>
            <a:endParaRPr lang="en-IN" b="1" dirty="0"/>
          </a:p>
        </p:txBody>
      </p:sp>
      <p:sp>
        <p:nvSpPr>
          <p:cNvPr id="7" name="Content Placeholder 6"/>
          <p:cNvSpPr>
            <a:spLocks noGrp="1"/>
          </p:cNvSpPr>
          <p:nvPr>
            <p:ph sz="quarter" idx="14"/>
          </p:nvPr>
        </p:nvSpPr>
        <p:spPr>
          <a:xfrm>
            <a:off x="342900" y="1260475"/>
            <a:ext cx="5707380" cy="3890645"/>
          </a:xfrm>
        </p:spPr>
        <p:txBody>
          <a:bodyPr/>
          <a:lstStyle/>
          <a:p>
            <a:pPr marL="292608" indent="-292608">
              <a:buFont typeface="Arial" panose="020B0604020202020204" pitchFamily="34" charset="0"/>
              <a:buChar char="•"/>
            </a:pPr>
            <a:r>
              <a:rPr lang="en-US" sz="2200" dirty="0"/>
              <a:t>We can use a variation on the geometric mean to find the </a:t>
            </a:r>
            <a:r>
              <a:rPr lang="en-US" sz="2200" b="1" dirty="0"/>
              <a:t>average growth rate</a:t>
            </a:r>
            <a:r>
              <a:rPr lang="en-US" sz="2200" dirty="0"/>
              <a:t> for a time series of </a:t>
            </a:r>
            <a:r>
              <a:rPr lang="en-US" sz="2200" i="1" dirty="0"/>
              <a:t>n</a:t>
            </a:r>
            <a:r>
              <a:rPr lang="en-US" sz="2200" dirty="0"/>
              <a:t> periods.</a:t>
            </a:r>
          </a:p>
          <a:p>
            <a:pPr marL="292608" indent="-292608">
              <a:buFont typeface="Arial" panose="020B0604020202020204" pitchFamily="34" charset="0"/>
              <a:buChar char="•"/>
            </a:pPr>
            <a:r>
              <a:rPr lang="en-US" sz="2200" dirty="0"/>
              <a:t>For example, from 2011 to 2015, JetBlue Airlines’ revenues grew as shown.</a:t>
            </a:r>
          </a:p>
          <a:p>
            <a:pPr marL="292608" indent="-292608">
              <a:buFont typeface="Arial" panose="020B0604020202020204" pitchFamily="34" charset="0"/>
              <a:buChar char="•"/>
            </a:pPr>
            <a:r>
              <a:rPr lang="en-US" sz="2200" dirty="0"/>
              <a:t>The </a:t>
            </a:r>
            <a:r>
              <a:rPr lang="en-US" sz="2200" i="1" dirty="0"/>
              <a:t>average</a:t>
            </a:r>
            <a:r>
              <a:rPr lang="en-US" sz="2200" dirty="0"/>
              <a:t> </a:t>
            </a:r>
            <a:r>
              <a:rPr lang="en-US" sz="2200" i="1" dirty="0"/>
              <a:t>growth rate</a:t>
            </a:r>
            <a:r>
              <a:rPr lang="en-US" sz="2200" dirty="0"/>
              <a:t> is given by taking the geometric mean of the </a:t>
            </a:r>
            <a:r>
              <a:rPr lang="en-US" sz="2200" i="1" dirty="0"/>
              <a:t>n</a:t>
            </a:r>
            <a:r>
              <a:rPr lang="en-US" sz="2000" dirty="0"/>
              <a:t> − </a:t>
            </a:r>
            <a:r>
              <a:rPr lang="en-US" sz="2200" dirty="0"/>
              <a:t>1 ratios of each year’s revenue to the preceding year.</a:t>
            </a:r>
          </a:p>
          <a:p>
            <a:pPr marL="292608" indent="-292608">
              <a:buFont typeface="Arial" panose="020B0604020202020204" pitchFamily="34" charset="0"/>
              <a:buChar char="•"/>
            </a:pPr>
            <a:r>
              <a:rPr lang="en-US" sz="2200" dirty="0"/>
              <a:t>The average growth rate is 9.2% per year.</a:t>
            </a:r>
            <a:endParaRPr lang="en-IN" sz="2200" dirty="0"/>
          </a:p>
        </p:txBody>
      </p:sp>
      <p:graphicFrame>
        <p:nvGraphicFramePr>
          <p:cNvPr id="4" name="Object 3"/>
          <p:cNvGraphicFramePr>
            <a:graphicFrameLocks noChangeAspect="1"/>
          </p:cNvGraphicFramePr>
          <p:nvPr>
            <p:extLst>
              <p:ext uri="{D42A27DB-BD31-4B8C-83A1-F6EECF244321}">
                <p14:modId xmlns:p14="http://schemas.microsoft.com/office/powerpoint/2010/main" val="3227633794"/>
              </p:ext>
            </p:extLst>
          </p:nvPr>
        </p:nvGraphicFramePr>
        <p:xfrm>
          <a:off x="6718300" y="1449388"/>
          <a:ext cx="1625600" cy="825500"/>
        </p:xfrm>
        <a:graphic>
          <a:graphicData uri="http://schemas.openxmlformats.org/presentationml/2006/ole">
            <mc:AlternateContent xmlns:mc="http://schemas.openxmlformats.org/markup-compatibility/2006">
              <mc:Choice xmlns:v="urn:schemas-microsoft-com:vml" Requires="v">
                <p:oleObj name="Equation" r:id="rId2" imgW="1625400" imgH="825480" progId="Equation.DSMT4">
                  <p:embed/>
                </p:oleObj>
              </mc:Choice>
              <mc:Fallback>
                <p:oleObj name="Equation" r:id="rId2" imgW="1625400" imgH="825480" progId="Equation.DSMT4">
                  <p:embed/>
                  <p:pic>
                    <p:nvPicPr>
                      <p:cNvPr id="0" name=""/>
                      <p:cNvPicPr/>
                      <p:nvPr/>
                    </p:nvPicPr>
                    <p:blipFill>
                      <a:blip r:embed="rId3"/>
                      <a:stretch>
                        <a:fillRect/>
                      </a:stretch>
                    </p:blipFill>
                    <p:spPr>
                      <a:xfrm>
                        <a:off x="6718300" y="1449388"/>
                        <a:ext cx="1625600" cy="825500"/>
                      </a:xfrm>
                      <a:prstGeom prst="rect">
                        <a:avLst/>
                      </a:prstGeom>
                    </p:spPr>
                  </p:pic>
                </p:oleObj>
              </mc:Fallback>
            </mc:AlternateContent>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738946026"/>
              </p:ext>
            </p:extLst>
          </p:nvPr>
        </p:nvGraphicFramePr>
        <p:xfrm>
          <a:off x="6233160" y="2494280"/>
          <a:ext cx="2560320" cy="2225040"/>
        </p:xfrm>
        <a:graphic>
          <a:graphicData uri="http://schemas.openxmlformats.org/drawingml/2006/table">
            <a:tbl>
              <a:tblPr firstRow="1" bandRow="1">
                <a:tableStyleId>{5C22544A-7EE6-4342-B048-85BDC9FD1C3A}</a:tableStyleId>
              </a:tblPr>
              <a:tblGrid>
                <a:gridCol w="1280160">
                  <a:extLst>
                    <a:ext uri="{9D8B030D-6E8A-4147-A177-3AD203B41FA5}">
                      <a16:colId xmlns:a16="http://schemas.microsoft.com/office/drawing/2014/main" val="1975683479"/>
                    </a:ext>
                  </a:extLst>
                </a:gridCol>
                <a:gridCol w="1280160">
                  <a:extLst>
                    <a:ext uri="{9D8B030D-6E8A-4147-A177-3AD203B41FA5}">
                      <a16:colId xmlns:a16="http://schemas.microsoft.com/office/drawing/2014/main" val="3253644225"/>
                    </a:ext>
                  </a:extLst>
                </a:gridCol>
              </a:tblGrid>
              <a:tr h="370840">
                <a:tc>
                  <a:txBody>
                    <a:bodyPr/>
                    <a:lstStyle/>
                    <a:p>
                      <a:pPr algn="ctr"/>
                      <a:r>
                        <a:rPr lang="en-US" dirty="0"/>
                        <a:t>Year</a:t>
                      </a:r>
                    </a:p>
                  </a:txBody>
                  <a:tcPr>
                    <a:solidFill>
                      <a:srgbClr val="C00000"/>
                    </a:solidFill>
                  </a:tcPr>
                </a:tc>
                <a:tc>
                  <a:txBody>
                    <a:bodyPr/>
                    <a:lstStyle/>
                    <a:p>
                      <a:pPr algn="ctr"/>
                      <a:r>
                        <a:rPr lang="en-US" dirty="0"/>
                        <a:t>Revenue</a:t>
                      </a:r>
                    </a:p>
                  </a:txBody>
                  <a:tcPr>
                    <a:solidFill>
                      <a:srgbClr val="C00000"/>
                    </a:solidFill>
                  </a:tcPr>
                </a:tc>
                <a:extLst>
                  <a:ext uri="{0D108BD9-81ED-4DB2-BD59-A6C34878D82A}">
                    <a16:rowId xmlns:a16="http://schemas.microsoft.com/office/drawing/2014/main" val="701569465"/>
                  </a:ext>
                </a:extLst>
              </a:tr>
              <a:tr h="370840">
                <a:tc>
                  <a:txBody>
                    <a:bodyPr/>
                    <a:lstStyle/>
                    <a:p>
                      <a:pPr algn="ctr"/>
                      <a:r>
                        <a:rPr lang="en-US" dirty="0"/>
                        <a:t>2011</a:t>
                      </a:r>
                    </a:p>
                  </a:txBody>
                  <a:tcPr/>
                </a:tc>
                <a:tc>
                  <a:txBody>
                    <a:bodyPr/>
                    <a:lstStyle/>
                    <a:p>
                      <a:pPr algn="ctr"/>
                      <a:r>
                        <a:rPr lang="en-US" dirty="0"/>
                        <a:t>4,504</a:t>
                      </a:r>
                    </a:p>
                  </a:txBody>
                  <a:tcPr/>
                </a:tc>
                <a:extLst>
                  <a:ext uri="{0D108BD9-81ED-4DB2-BD59-A6C34878D82A}">
                    <a16:rowId xmlns:a16="http://schemas.microsoft.com/office/drawing/2014/main" val="3969612391"/>
                  </a:ext>
                </a:extLst>
              </a:tr>
              <a:tr h="370840">
                <a:tc>
                  <a:txBody>
                    <a:bodyPr/>
                    <a:lstStyle/>
                    <a:p>
                      <a:pPr algn="ctr"/>
                      <a:r>
                        <a:rPr lang="en-US" dirty="0"/>
                        <a:t>2012</a:t>
                      </a:r>
                    </a:p>
                  </a:txBody>
                  <a:tcPr/>
                </a:tc>
                <a:tc>
                  <a:txBody>
                    <a:bodyPr/>
                    <a:lstStyle/>
                    <a:p>
                      <a:pPr algn="ctr"/>
                      <a:r>
                        <a:rPr lang="en-US" dirty="0"/>
                        <a:t>4,982</a:t>
                      </a:r>
                    </a:p>
                  </a:txBody>
                  <a:tcPr/>
                </a:tc>
                <a:extLst>
                  <a:ext uri="{0D108BD9-81ED-4DB2-BD59-A6C34878D82A}">
                    <a16:rowId xmlns:a16="http://schemas.microsoft.com/office/drawing/2014/main" val="1981700346"/>
                  </a:ext>
                </a:extLst>
              </a:tr>
              <a:tr h="370840">
                <a:tc>
                  <a:txBody>
                    <a:bodyPr/>
                    <a:lstStyle/>
                    <a:p>
                      <a:pPr algn="ctr"/>
                      <a:r>
                        <a:rPr lang="en-US" dirty="0"/>
                        <a:t>2013</a:t>
                      </a:r>
                    </a:p>
                  </a:txBody>
                  <a:tcPr/>
                </a:tc>
                <a:tc>
                  <a:txBody>
                    <a:bodyPr/>
                    <a:lstStyle/>
                    <a:p>
                      <a:pPr algn="ctr"/>
                      <a:r>
                        <a:rPr lang="en-US" dirty="0"/>
                        <a:t>5,441</a:t>
                      </a:r>
                    </a:p>
                  </a:txBody>
                  <a:tcPr/>
                </a:tc>
                <a:extLst>
                  <a:ext uri="{0D108BD9-81ED-4DB2-BD59-A6C34878D82A}">
                    <a16:rowId xmlns:a16="http://schemas.microsoft.com/office/drawing/2014/main" val="3495180597"/>
                  </a:ext>
                </a:extLst>
              </a:tr>
              <a:tr h="370840">
                <a:tc>
                  <a:txBody>
                    <a:bodyPr/>
                    <a:lstStyle/>
                    <a:p>
                      <a:pPr algn="ctr"/>
                      <a:r>
                        <a:rPr lang="en-US" dirty="0"/>
                        <a:t>2014</a:t>
                      </a:r>
                    </a:p>
                  </a:txBody>
                  <a:tcPr/>
                </a:tc>
                <a:tc>
                  <a:txBody>
                    <a:bodyPr/>
                    <a:lstStyle/>
                    <a:p>
                      <a:pPr algn="ctr"/>
                      <a:r>
                        <a:rPr lang="en-US" dirty="0"/>
                        <a:t>5,817</a:t>
                      </a:r>
                    </a:p>
                  </a:txBody>
                  <a:tcPr/>
                </a:tc>
                <a:extLst>
                  <a:ext uri="{0D108BD9-81ED-4DB2-BD59-A6C34878D82A}">
                    <a16:rowId xmlns:a16="http://schemas.microsoft.com/office/drawing/2014/main" val="1728729661"/>
                  </a:ext>
                </a:extLst>
              </a:tr>
              <a:tr h="370840">
                <a:tc>
                  <a:txBody>
                    <a:bodyPr/>
                    <a:lstStyle/>
                    <a:p>
                      <a:pPr algn="ctr"/>
                      <a:r>
                        <a:rPr lang="en-US" dirty="0"/>
                        <a:t>2015</a:t>
                      </a:r>
                    </a:p>
                  </a:txBody>
                  <a:tcPr/>
                </a:tc>
                <a:tc>
                  <a:txBody>
                    <a:bodyPr/>
                    <a:lstStyle/>
                    <a:p>
                      <a:pPr algn="ctr"/>
                      <a:r>
                        <a:rPr lang="en-US" dirty="0"/>
                        <a:t>6,416</a:t>
                      </a:r>
                    </a:p>
                  </a:txBody>
                  <a:tcPr/>
                </a:tc>
                <a:extLst>
                  <a:ext uri="{0D108BD9-81ED-4DB2-BD59-A6C34878D82A}">
                    <a16:rowId xmlns:a16="http://schemas.microsoft.com/office/drawing/2014/main" val="39865462"/>
                  </a:ext>
                </a:extLst>
              </a:tr>
            </a:tbl>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1944860666"/>
              </p:ext>
            </p:extLst>
          </p:nvPr>
        </p:nvGraphicFramePr>
        <p:xfrm>
          <a:off x="460375" y="5487988"/>
          <a:ext cx="8256588" cy="850900"/>
        </p:xfrm>
        <a:graphic>
          <a:graphicData uri="http://schemas.openxmlformats.org/presentationml/2006/ole">
            <mc:AlternateContent xmlns:mc="http://schemas.openxmlformats.org/markup-compatibility/2006">
              <mc:Choice xmlns:v="urn:schemas-microsoft-com:vml" Requires="v">
                <p:oleObj name="Equation" r:id="rId4" imgW="8851680" imgH="914400" progId="Equation.DSMT4">
                  <p:embed/>
                </p:oleObj>
              </mc:Choice>
              <mc:Fallback>
                <p:oleObj name="Equation" r:id="rId4" imgW="8851680" imgH="914400" progId="Equation.DSMT4">
                  <p:embed/>
                  <p:pic>
                    <p:nvPicPr>
                      <p:cNvPr id="0" name=""/>
                      <p:cNvPicPr/>
                      <p:nvPr/>
                    </p:nvPicPr>
                    <p:blipFill>
                      <a:blip r:embed="rId5"/>
                      <a:stretch>
                        <a:fillRect/>
                      </a:stretch>
                    </p:blipFill>
                    <p:spPr>
                      <a:xfrm>
                        <a:off x="460375" y="5487988"/>
                        <a:ext cx="8256588" cy="850900"/>
                      </a:xfrm>
                      <a:prstGeom prst="rect">
                        <a:avLst/>
                      </a:prstGeom>
                    </p:spPr>
                  </p:pic>
                </p:oleObj>
              </mc:Fallback>
            </mc:AlternateContent>
          </a:graphicData>
        </a:graphic>
      </p:graphicFrame>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15</a:t>
            </a:fld>
            <a:endParaRPr lang="en-US" dirty="0"/>
          </a:p>
        </p:txBody>
      </p:sp>
    </p:spTree>
    <p:extLst>
      <p:ext uri="{BB962C8B-B14F-4D97-AF65-F5344CB8AC3E}">
        <p14:creationId xmlns:p14="http://schemas.microsoft.com/office/powerpoint/2010/main" val="39433021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dirty="0"/>
              <a:t>Midrange</a:t>
            </a:r>
          </a:p>
        </p:txBody>
      </p:sp>
      <p:sp>
        <p:nvSpPr>
          <p:cNvPr id="3" name="Content Placeholder 2"/>
          <p:cNvSpPr>
            <a:spLocks noGrp="1"/>
          </p:cNvSpPr>
          <p:nvPr>
            <p:ph sz="quarter" idx="11"/>
          </p:nvPr>
        </p:nvSpPr>
        <p:spPr>
          <a:xfrm>
            <a:off x="8595360" y="55330"/>
            <a:ext cx="487680" cy="1207446"/>
          </a:xfrm>
        </p:spPr>
        <p:txBody>
          <a:bodyPr vert="vert" rIns="0"/>
          <a:lstStyle/>
          <a:p>
            <a:pPr marL="1025525" indent="-1025525"/>
            <a:r>
              <a:rPr lang="en-US" b="1" dirty="0"/>
              <a:t>L</a:t>
            </a:r>
            <a:r>
              <a:rPr lang="en-US" sz="100" b="1" dirty="0"/>
              <a:t> </a:t>
            </a:r>
            <a:r>
              <a:rPr lang="en-US" b="1" dirty="0"/>
              <a:t>O 4.2</a:t>
            </a:r>
            <a:endParaRPr lang="en-IN" b="1" dirty="0"/>
          </a:p>
        </p:txBody>
      </p:sp>
      <p:sp>
        <p:nvSpPr>
          <p:cNvPr id="4" name="Content Placeholder 3"/>
          <p:cNvSpPr>
            <a:spLocks noGrp="1"/>
          </p:cNvSpPr>
          <p:nvPr>
            <p:ph sz="quarter" idx="14"/>
          </p:nvPr>
        </p:nvSpPr>
        <p:spPr>
          <a:xfrm>
            <a:off x="342900" y="1262776"/>
            <a:ext cx="8191500" cy="1591260"/>
          </a:xfrm>
        </p:spPr>
        <p:txBody>
          <a:bodyPr/>
          <a:lstStyle/>
          <a:p>
            <a:pPr marL="292608" indent="-292608">
              <a:buFont typeface="Arial" panose="020B0604020202020204" pitchFamily="34" charset="0"/>
              <a:buChar char="•"/>
            </a:pPr>
            <a:r>
              <a:rPr lang="en-US" dirty="0"/>
              <a:t>The </a:t>
            </a:r>
            <a:r>
              <a:rPr lang="en-US" b="1" dirty="0"/>
              <a:t>midrange</a:t>
            </a:r>
            <a:r>
              <a:rPr lang="en-US" dirty="0"/>
              <a:t> is the point halfway between the lowest and highest values of </a:t>
            </a:r>
            <a:r>
              <a:rPr lang="en-US" i="1" dirty="0"/>
              <a:t>X</a:t>
            </a:r>
            <a:r>
              <a:rPr lang="en-US" dirty="0"/>
              <a:t>. It is easy to calculate but is not a robust measure of central tendency because it is sensitive to extreme data values.</a:t>
            </a:r>
          </a:p>
        </p:txBody>
      </p:sp>
      <p:graphicFrame>
        <p:nvGraphicFramePr>
          <p:cNvPr id="6" name="Object 5"/>
          <p:cNvGraphicFramePr>
            <a:graphicFrameLocks noChangeAspect="1"/>
          </p:cNvGraphicFramePr>
          <p:nvPr>
            <p:extLst>
              <p:ext uri="{D42A27DB-BD31-4B8C-83A1-F6EECF244321}">
                <p14:modId xmlns:p14="http://schemas.microsoft.com/office/powerpoint/2010/main" val="4229487844"/>
              </p:ext>
            </p:extLst>
          </p:nvPr>
        </p:nvGraphicFramePr>
        <p:xfrm>
          <a:off x="3157538" y="3184525"/>
          <a:ext cx="2828925" cy="717550"/>
        </p:xfrm>
        <a:graphic>
          <a:graphicData uri="http://schemas.openxmlformats.org/presentationml/2006/ole">
            <mc:AlternateContent xmlns:mc="http://schemas.openxmlformats.org/markup-compatibility/2006">
              <mc:Choice xmlns:v="urn:schemas-microsoft-com:vml" Requires="v">
                <p:oleObj name="Equation" r:id="rId2" imgW="3251160" imgH="825480" progId="Equation.DSMT4">
                  <p:embed/>
                </p:oleObj>
              </mc:Choice>
              <mc:Fallback>
                <p:oleObj name="Equation" r:id="rId2" imgW="3251160" imgH="825480" progId="Equation.DSMT4">
                  <p:embed/>
                  <p:pic>
                    <p:nvPicPr>
                      <p:cNvPr id="0" name=""/>
                      <p:cNvPicPr/>
                      <p:nvPr/>
                    </p:nvPicPr>
                    <p:blipFill>
                      <a:blip r:embed="rId3"/>
                      <a:stretch>
                        <a:fillRect/>
                      </a:stretch>
                    </p:blipFill>
                    <p:spPr>
                      <a:xfrm>
                        <a:off x="3157538" y="3184525"/>
                        <a:ext cx="2828925" cy="717550"/>
                      </a:xfrm>
                      <a:prstGeom prst="rect">
                        <a:avLst/>
                      </a:prstGeom>
                    </p:spPr>
                  </p:pic>
                </p:oleObj>
              </mc:Fallback>
            </mc:AlternateContent>
          </a:graphicData>
        </a:graphic>
      </p:graphicFrame>
      <p:sp>
        <p:nvSpPr>
          <p:cNvPr id="5" name="Content Placeholder 4"/>
          <p:cNvSpPr>
            <a:spLocks noGrp="1"/>
          </p:cNvSpPr>
          <p:nvPr>
            <p:ph sz="quarter" idx="15"/>
          </p:nvPr>
        </p:nvSpPr>
        <p:spPr>
          <a:xfrm>
            <a:off x="342900" y="4128450"/>
            <a:ext cx="8191500" cy="587004"/>
          </a:xfrm>
        </p:spPr>
        <p:txBody>
          <a:bodyPr/>
          <a:lstStyle/>
          <a:p>
            <a:pPr marL="292608" indent="-292608">
              <a:buFont typeface="Arial" panose="020B0604020202020204" pitchFamily="34" charset="0"/>
              <a:buChar char="•"/>
            </a:pPr>
            <a:r>
              <a:rPr lang="en-US" dirty="0"/>
              <a:t>For the J.D. Power data:</a:t>
            </a:r>
          </a:p>
        </p:txBody>
      </p:sp>
      <p:graphicFrame>
        <p:nvGraphicFramePr>
          <p:cNvPr id="8" name="Object 7"/>
          <p:cNvGraphicFramePr>
            <a:graphicFrameLocks noChangeAspect="1"/>
          </p:cNvGraphicFramePr>
          <p:nvPr>
            <p:extLst>
              <p:ext uri="{D42A27DB-BD31-4B8C-83A1-F6EECF244321}">
                <p14:modId xmlns:p14="http://schemas.microsoft.com/office/powerpoint/2010/main" val="3312987857"/>
              </p:ext>
            </p:extLst>
          </p:nvPr>
        </p:nvGraphicFramePr>
        <p:xfrm>
          <a:off x="2328863" y="5045075"/>
          <a:ext cx="4484687" cy="676275"/>
        </p:xfrm>
        <a:graphic>
          <a:graphicData uri="http://schemas.openxmlformats.org/presentationml/2006/ole">
            <mc:AlternateContent xmlns:mc="http://schemas.openxmlformats.org/markup-compatibility/2006">
              <mc:Choice xmlns:v="urn:schemas-microsoft-com:vml" Requires="v">
                <p:oleObj name="Equation" r:id="rId4" imgW="5473440" imgH="825480" progId="Equation.DSMT4">
                  <p:embed/>
                </p:oleObj>
              </mc:Choice>
              <mc:Fallback>
                <p:oleObj name="Equation" r:id="rId4" imgW="5473440" imgH="825480" progId="Equation.DSMT4">
                  <p:embed/>
                  <p:pic>
                    <p:nvPicPr>
                      <p:cNvPr id="6" name="Object 5"/>
                      <p:cNvPicPr/>
                      <p:nvPr/>
                    </p:nvPicPr>
                    <p:blipFill>
                      <a:blip r:embed="rId5"/>
                      <a:stretch>
                        <a:fillRect/>
                      </a:stretch>
                    </p:blipFill>
                    <p:spPr>
                      <a:xfrm>
                        <a:off x="2328863" y="5045075"/>
                        <a:ext cx="4484687" cy="676275"/>
                      </a:xfrm>
                      <a:prstGeom prst="rect">
                        <a:avLst/>
                      </a:prstGeom>
                    </p:spPr>
                  </p:pic>
                </p:oleObj>
              </mc:Fallback>
            </mc:AlternateContent>
          </a:graphicData>
        </a:graphic>
      </p:graphicFrame>
      <p:sp>
        <p:nvSpPr>
          <p:cNvPr id="10" name="Slide Number Placeholder 9"/>
          <p:cNvSpPr>
            <a:spLocks noGrp="1"/>
          </p:cNvSpPr>
          <p:nvPr>
            <p:ph type="sldNum" sz="quarter" idx="10"/>
          </p:nvPr>
        </p:nvSpPr>
        <p:spPr/>
        <p:txBody>
          <a:bodyPr/>
          <a:lstStyle/>
          <a:p>
            <a:fld id="{68151E55-6873-49E2-B8D5-2F265E6F1973}" type="slidenum">
              <a:rPr lang="en-US" smtClean="0"/>
              <a:t>16</a:t>
            </a:fld>
            <a:endParaRPr lang="en-US" dirty="0"/>
          </a:p>
        </p:txBody>
      </p:sp>
    </p:spTree>
    <p:extLst>
      <p:ext uri="{BB962C8B-B14F-4D97-AF65-F5344CB8AC3E}">
        <p14:creationId xmlns:p14="http://schemas.microsoft.com/office/powerpoint/2010/main" val="42743932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IN" sz="3600" dirty="0"/>
              <a:t>Trimmed Mean</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36000" y="57509"/>
            <a:ext cx="449580" cy="1314091"/>
          </a:xfrm>
        </p:spPr>
        <p:txBody>
          <a:bodyPr vert="vert" rIns="0"/>
          <a:lstStyle/>
          <a:p>
            <a:pPr marL="1025525" indent="-1025525"/>
            <a:r>
              <a:rPr lang="en-US" b="1" dirty="0"/>
              <a:t>L</a:t>
            </a:r>
            <a:r>
              <a:rPr lang="en-US" sz="100" b="1" dirty="0"/>
              <a:t> </a:t>
            </a:r>
            <a:r>
              <a:rPr lang="en-US" b="1" dirty="0"/>
              <a:t>O 4.2</a:t>
            </a:r>
            <a:endParaRPr lang="en-IN" b="1" dirty="0"/>
          </a:p>
        </p:txBody>
      </p:sp>
      <p:sp>
        <p:nvSpPr>
          <p:cNvPr id="7" name="Content Placeholder 6"/>
          <p:cNvSpPr>
            <a:spLocks noGrp="1"/>
          </p:cNvSpPr>
          <p:nvPr>
            <p:ph sz="quarter" idx="14"/>
          </p:nvPr>
        </p:nvSpPr>
        <p:spPr>
          <a:xfrm>
            <a:off x="342900" y="1260475"/>
            <a:ext cx="7960591" cy="5292725"/>
          </a:xfrm>
        </p:spPr>
        <p:txBody>
          <a:bodyPr/>
          <a:lstStyle/>
          <a:p>
            <a:pPr marL="292608" indent="-292608">
              <a:buFont typeface="Arial" panose="020B0604020202020204" pitchFamily="34" charset="0"/>
              <a:buChar char="•"/>
            </a:pPr>
            <a:r>
              <a:rPr lang="en-US" dirty="0"/>
              <a:t>The </a:t>
            </a:r>
            <a:r>
              <a:rPr lang="en-US" b="1" dirty="0"/>
              <a:t>trimmed mean</a:t>
            </a:r>
            <a:r>
              <a:rPr lang="en-US" dirty="0"/>
              <a:t> is calculated like any other mean, except that the highest and lowest </a:t>
            </a:r>
            <a:r>
              <a:rPr lang="en-US" i="1" dirty="0"/>
              <a:t>k</a:t>
            </a:r>
            <a:r>
              <a:rPr lang="en-US" dirty="0"/>
              <a:t> percent of the observations in the sorted data array are removed.</a:t>
            </a:r>
          </a:p>
          <a:p>
            <a:pPr marL="292608" indent="-292608">
              <a:buFont typeface="Arial" panose="020B0604020202020204" pitchFamily="34" charset="0"/>
              <a:buChar char="•"/>
            </a:pPr>
            <a:r>
              <a:rPr lang="en-US" dirty="0"/>
              <a:t>The trimmed mean mitigates the effects of extreme high values on either end.</a:t>
            </a:r>
          </a:p>
          <a:p>
            <a:pPr marL="292608" indent="-292608">
              <a:buFont typeface="Arial" panose="020B0604020202020204" pitchFamily="34" charset="0"/>
              <a:buChar char="•"/>
            </a:pPr>
            <a:r>
              <a:rPr lang="en-US" dirty="0"/>
              <a:t>For a 5 percent trimmed mean for the J.D. Power data (</a:t>
            </a:r>
            <a:r>
              <a:rPr lang="en-US" i="1" dirty="0"/>
              <a:t>n</a:t>
            </a:r>
            <a:r>
              <a:rPr lang="en-US" dirty="0"/>
              <a:t> = 33), we would remove only one observation from each end because .05 × 33 = 1.65 = 1 (truncated to the next </a:t>
            </a:r>
            <a:r>
              <a:rPr lang="en-US" i="1" dirty="0"/>
              <a:t>lower</a:t>
            </a:r>
            <a:r>
              <a:rPr lang="en-US" dirty="0"/>
              <a:t> integer) and then take the average of the middle 31 observations.</a:t>
            </a:r>
            <a:endParaRPr lang="en-IN" dirty="0"/>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17</a:t>
            </a:fld>
            <a:endParaRPr lang="en-US" dirty="0"/>
          </a:p>
        </p:txBody>
      </p:sp>
    </p:spTree>
    <p:extLst>
      <p:ext uri="{BB962C8B-B14F-4D97-AF65-F5344CB8AC3E}">
        <p14:creationId xmlns:p14="http://schemas.microsoft.com/office/powerpoint/2010/main" val="28682985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IN" sz="3600" dirty="0"/>
              <a:t>Measures of Central Tendency</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36000" y="57509"/>
            <a:ext cx="449580" cy="1314091"/>
          </a:xfrm>
        </p:spPr>
        <p:txBody>
          <a:bodyPr vert="vert" rIns="0"/>
          <a:lstStyle/>
          <a:p>
            <a:pPr marL="1025525" indent="-1025525"/>
            <a:r>
              <a:rPr lang="en-US" b="1" dirty="0"/>
              <a:t>L</a:t>
            </a:r>
            <a:r>
              <a:rPr lang="en-US" sz="100" b="1" dirty="0"/>
              <a:t> </a:t>
            </a:r>
            <a:r>
              <a:rPr lang="en-US" b="1" dirty="0"/>
              <a:t>O 4.2</a:t>
            </a:r>
            <a:endParaRPr lang="en-IN" b="1" dirty="0"/>
          </a:p>
        </p:txBody>
      </p:sp>
      <p:sp>
        <p:nvSpPr>
          <p:cNvPr id="7" name="Content Placeholder 6"/>
          <p:cNvSpPr>
            <a:spLocks noGrp="1"/>
          </p:cNvSpPr>
          <p:nvPr>
            <p:ph sz="quarter" idx="14"/>
          </p:nvPr>
        </p:nvSpPr>
        <p:spPr>
          <a:xfrm>
            <a:off x="342900" y="1260475"/>
            <a:ext cx="8191500" cy="522143"/>
          </a:xfrm>
        </p:spPr>
        <p:txBody>
          <a:bodyPr/>
          <a:lstStyle/>
          <a:p>
            <a:pPr marL="292608" indent="-292608">
              <a:buFont typeface="Arial" panose="020B0604020202020204" pitchFamily="34" charset="0"/>
              <a:buChar char="•"/>
            </a:pPr>
            <a:r>
              <a:rPr lang="en-US" dirty="0"/>
              <a:t>Excel’s measures of center for the J.D. Power data:</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704089222"/>
              </p:ext>
            </p:extLst>
          </p:nvPr>
        </p:nvGraphicFramePr>
        <p:xfrm>
          <a:off x="723900" y="2570480"/>
          <a:ext cx="7810500" cy="2225040"/>
        </p:xfrm>
        <a:graphic>
          <a:graphicData uri="http://schemas.openxmlformats.org/drawingml/2006/table">
            <a:tbl>
              <a:tblPr firstRow="1" bandRow="1">
                <a:tableStyleId>{2D5ABB26-0587-4C30-8999-92F81FD0307C}</a:tableStyleId>
              </a:tblPr>
              <a:tblGrid>
                <a:gridCol w="2348723">
                  <a:extLst>
                    <a:ext uri="{9D8B030D-6E8A-4147-A177-3AD203B41FA5}">
                      <a16:colId xmlns:a16="http://schemas.microsoft.com/office/drawing/2014/main" val="971581904"/>
                    </a:ext>
                  </a:extLst>
                </a:gridCol>
                <a:gridCol w="3710187">
                  <a:extLst>
                    <a:ext uri="{9D8B030D-6E8A-4147-A177-3AD203B41FA5}">
                      <a16:colId xmlns:a16="http://schemas.microsoft.com/office/drawing/2014/main" val="3932944124"/>
                    </a:ext>
                  </a:extLst>
                </a:gridCol>
                <a:gridCol w="1751590">
                  <a:extLst>
                    <a:ext uri="{9D8B030D-6E8A-4147-A177-3AD203B41FA5}">
                      <a16:colId xmlns:a16="http://schemas.microsoft.com/office/drawing/2014/main" val="2115264011"/>
                    </a:ext>
                  </a:extLst>
                </a:gridCol>
              </a:tblGrid>
              <a:tr h="370840">
                <a:tc>
                  <a:txBody>
                    <a:bodyPr/>
                    <a:lstStyle/>
                    <a:p>
                      <a:r>
                        <a:rPr lang="en-US" dirty="0"/>
                        <a:t>Mean:</a:t>
                      </a:r>
                    </a:p>
                  </a:txBody>
                  <a:tcPr/>
                </a:tc>
                <a:tc>
                  <a:txBody>
                    <a:bodyPr/>
                    <a:lstStyle/>
                    <a:p>
                      <a:r>
                        <a:rPr lang="en-US" dirty="0"/>
                        <a:t>=AVERAGE(Data)</a:t>
                      </a:r>
                    </a:p>
                  </a:txBody>
                  <a:tcPr/>
                </a:tc>
                <a:tc>
                  <a:txBody>
                    <a:bodyPr/>
                    <a:lstStyle/>
                    <a:p>
                      <a:r>
                        <a:rPr lang="en-US" dirty="0"/>
                        <a:t>= 188.58</a:t>
                      </a:r>
                    </a:p>
                  </a:txBody>
                  <a:tcPr/>
                </a:tc>
                <a:extLst>
                  <a:ext uri="{0D108BD9-81ED-4DB2-BD59-A6C34878D82A}">
                    <a16:rowId xmlns:a16="http://schemas.microsoft.com/office/drawing/2014/main" val="1205022707"/>
                  </a:ext>
                </a:extLst>
              </a:tr>
              <a:tr h="370840">
                <a:tc>
                  <a:txBody>
                    <a:bodyPr/>
                    <a:lstStyle/>
                    <a:p>
                      <a:r>
                        <a:rPr lang="en-US" dirty="0"/>
                        <a:t>Median:</a:t>
                      </a:r>
                    </a:p>
                  </a:txBody>
                  <a:tcPr/>
                </a:tc>
                <a:tc>
                  <a:txBody>
                    <a:bodyPr/>
                    <a:lstStyle/>
                    <a:p>
                      <a:r>
                        <a:rPr lang="en-US" dirty="0"/>
                        <a:t>=MEDIAN(Data)</a:t>
                      </a:r>
                    </a:p>
                  </a:txBody>
                  <a:tcPr/>
                </a:tc>
                <a:tc>
                  <a:txBody>
                    <a:bodyPr/>
                    <a:lstStyle/>
                    <a:p>
                      <a:r>
                        <a:rPr lang="en-US" dirty="0"/>
                        <a:t>= 185</a:t>
                      </a:r>
                    </a:p>
                  </a:txBody>
                  <a:tcPr/>
                </a:tc>
                <a:extLst>
                  <a:ext uri="{0D108BD9-81ED-4DB2-BD59-A6C34878D82A}">
                    <a16:rowId xmlns:a16="http://schemas.microsoft.com/office/drawing/2014/main" val="1168051162"/>
                  </a:ext>
                </a:extLst>
              </a:tr>
              <a:tr h="370840">
                <a:tc>
                  <a:txBody>
                    <a:bodyPr/>
                    <a:lstStyle/>
                    <a:p>
                      <a:r>
                        <a:rPr lang="en-US" dirty="0"/>
                        <a:t>Mode:</a:t>
                      </a:r>
                    </a:p>
                  </a:txBody>
                  <a:tcPr/>
                </a:tc>
                <a:tc>
                  <a:txBody>
                    <a:bodyPr/>
                    <a:lstStyle/>
                    <a:p>
                      <a:r>
                        <a:rPr lang="en-US" dirty="0"/>
                        <a:t>=MODE.SNGL(Data)</a:t>
                      </a:r>
                    </a:p>
                  </a:txBody>
                  <a:tcPr/>
                </a:tc>
                <a:tc>
                  <a:txBody>
                    <a:bodyPr/>
                    <a:lstStyle/>
                    <a:p>
                      <a:r>
                        <a:rPr lang="en-US" dirty="0"/>
                        <a:t>= 167</a:t>
                      </a:r>
                    </a:p>
                  </a:txBody>
                  <a:tcPr/>
                </a:tc>
                <a:extLst>
                  <a:ext uri="{0D108BD9-81ED-4DB2-BD59-A6C34878D82A}">
                    <a16:rowId xmlns:a16="http://schemas.microsoft.com/office/drawing/2014/main" val="3814467810"/>
                  </a:ext>
                </a:extLst>
              </a:tr>
              <a:tr h="370840">
                <a:tc>
                  <a:txBody>
                    <a:bodyPr/>
                    <a:lstStyle/>
                    <a:p>
                      <a:r>
                        <a:rPr lang="en-US" dirty="0"/>
                        <a:t>Geo Mean:</a:t>
                      </a:r>
                    </a:p>
                  </a:txBody>
                  <a:tcPr/>
                </a:tc>
                <a:tc>
                  <a:txBody>
                    <a:bodyPr/>
                    <a:lstStyle/>
                    <a:p>
                      <a:r>
                        <a:rPr lang="en-US" dirty="0"/>
                        <a:t>=GEOMEAN(Data)</a:t>
                      </a:r>
                    </a:p>
                  </a:txBody>
                  <a:tcPr/>
                </a:tc>
                <a:tc>
                  <a:txBody>
                    <a:bodyPr/>
                    <a:lstStyle/>
                    <a:p>
                      <a:r>
                        <a:rPr lang="en-US" dirty="0"/>
                        <a:t>= 185.89</a:t>
                      </a:r>
                    </a:p>
                  </a:txBody>
                  <a:tcPr/>
                </a:tc>
                <a:extLst>
                  <a:ext uri="{0D108BD9-81ED-4DB2-BD59-A6C34878D82A}">
                    <a16:rowId xmlns:a16="http://schemas.microsoft.com/office/drawing/2014/main" val="1336628585"/>
                  </a:ext>
                </a:extLst>
              </a:tr>
              <a:tr h="370840">
                <a:tc>
                  <a:txBody>
                    <a:bodyPr/>
                    <a:lstStyle/>
                    <a:p>
                      <a:r>
                        <a:rPr lang="en-US" dirty="0"/>
                        <a:t>Midrange:</a:t>
                      </a:r>
                    </a:p>
                  </a:txBody>
                  <a:tcPr/>
                </a:tc>
                <a:tc>
                  <a:txBody>
                    <a:bodyPr/>
                    <a:lstStyle/>
                    <a:p>
                      <a:r>
                        <a:rPr lang="en-US" dirty="0"/>
                        <a:t>=(MIN(Data)+MAX(Data))/2</a:t>
                      </a:r>
                    </a:p>
                  </a:txBody>
                  <a:tcPr/>
                </a:tc>
                <a:tc>
                  <a:txBody>
                    <a:bodyPr/>
                    <a:lstStyle/>
                    <a:p>
                      <a:r>
                        <a:rPr lang="en-US" dirty="0"/>
                        <a:t>= 202</a:t>
                      </a:r>
                    </a:p>
                  </a:txBody>
                  <a:tcPr/>
                </a:tc>
                <a:extLst>
                  <a:ext uri="{0D108BD9-81ED-4DB2-BD59-A6C34878D82A}">
                    <a16:rowId xmlns:a16="http://schemas.microsoft.com/office/drawing/2014/main" val="2319397008"/>
                  </a:ext>
                </a:extLst>
              </a:tr>
              <a:tr h="370840">
                <a:tc>
                  <a:txBody>
                    <a:bodyPr/>
                    <a:lstStyle/>
                    <a:p>
                      <a:r>
                        <a:rPr lang="en-US" dirty="0"/>
                        <a:t>5% Trim Mean:</a:t>
                      </a:r>
                    </a:p>
                  </a:txBody>
                  <a:tcPr/>
                </a:tc>
                <a:tc>
                  <a:txBody>
                    <a:bodyPr/>
                    <a:lstStyle/>
                    <a:p>
                      <a:r>
                        <a:rPr lang="en-US" dirty="0"/>
                        <a:t>=TRIMMEAN(Data,0.10)</a:t>
                      </a:r>
                    </a:p>
                  </a:txBody>
                  <a:tcPr/>
                </a:tc>
                <a:tc>
                  <a:txBody>
                    <a:bodyPr/>
                    <a:lstStyle/>
                    <a:p>
                      <a:r>
                        <a:rPr lang="en-US" dirty="0"/>
                        <a:t>= 187.71</a:t>
                      </a:r>
                    </a:p>
                  </a:txBody>
                  <a:tcPr/>
                </a:tc>
                <a:extLst>
                  <a:ext uri="{0D108BD9-81ED-4DB2-BD59-A6C34878D82A}">
                    <a16:rowId xmlns:a16="http://schemas.microsoft.com/office/drawing/2014/main" val="1900881287"/>
                  </a:ext>
                </a:extLst>
              </a:tr>
            </a:tbl>
          </a:graphicData>
        </a:graphic>
      </p:graphicFrame>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18</a:t>
            </a:fld>
            <a:endParaRPr lang="en-US" dirty="0"/>
          </a:p>
        </p:txBody>
      </p:sp>
    </p:spTree>
    <p:extLst>
      <p:ext uri="{BB962C8B-B14F-4D97-AF65-F5344CB8AC3E}">
        <p14:creationId xmlns:p14="http://schemas.microsoft.com/office/powerpoint/2010/main" val="27663362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BAD02C7-780B-D469-03D1-6760FF8D55BA}"/>
              </a:ext>
            </a:extLst>
          </p:cNvPr>
          <p:cNvSpPr>
            <a:spLocks noGrp="1"/>
          </p:cNvSpPr>
          <p:nvPr>
            <p:ph type="title"/>
          </p:nvPr>
        </p:nvSpPr>
        <p:spPr>
          <a:xfrm>
            <a:off x="342900" y="192490"/>
            <a:ext cx="8191500" cy="903231"/>
          </a:xfrm>
        </p:spPr>
        <p:txBody>
          <a:bodyPr>
            <a:normAutofit/>
          </a:bodyPr>
          <a:lstStyle/>
          <a:p>
            <a:r>
              <a:rPr lang="en-US" sz="3600" dirty="0"/>
              <a:t>Measures of Variability </a:t>
            </a:r>
            <a:r>
              <a:rPr lang="en-US" sz="1000" b="0" dirty="0"/>
              <a:t>1</a:t>
            </a:r>
          </a:p>
        </p:txBody>
      </p:sp>
      <p:sp>
        <p:nvSpPr>
          <p:cNvPr id="13" name="Content Placeholder 2">
            <a:extLst>
              <a:ext uri="{FF2B5EF4-FFF2-40B4-BE49-F238E27FC236}">
                <a16:creationId xmlns:a16="http://schemas.microsoft.com/office/drawing/2014/main" id="{6A8F300F-133C-B974-0DA8-78358A6A321C}"/>
              </a:ext>
            </a:extLst>
          </p:cNvPr>
          <p:cNvSpPr>
            <a:spLocks noGrp="1"/>
          </p:cNvSpPr>
          <p:nvPr>
            <p:ph sz="quarter" idx="11"/>
          </p:nvPr>
        </p:nvSpPr>
        <p:spPr>
          <a:xfrm>
            <a:off x="8595360" y="55330"/>
            <a:ext cx="487680" cy="1316270"/>
          </a:xfrm>
        </p:spPr>
        <p:txBody>
          <a:bodyPr vert="vert" rIns="0"/>
          <a:lstStyle/>
          <a:p>
            <a:pPr marL="1025525" indent="-1025525"/>
            <a:r>
              <a:rPr lang="en-US" b="1" dirty="0"/>
              <a:t>L</a:t>
            </a:r>
            <a:r>
              <a:rPr lang="en-US" sz="100" b="1" dirty="0"/>
              <a:t> </a:t>
            </a:r>
            <a:r>
              <a:rPr lang="en-US" b="1" dirty="0"/>
              <a:t>O 4.3</a:t>
            </a:r>
            <a:endParaRPr lang="en-IN" b="1" dirty="0"/>
          </a:p>
        </p:txBody>
      </p:sp>
      <p:sp>
        <p:nvSpPr>
          <p:cNvPr id="14" name="Content Placeholder 3">
            <a:extLst>
              <a:ext uri="{FF2B5EF4-FFF2-40B4-BE49-F238E27FC236}">
                <a16:creationId xmlns:a16="http://schemas.microsoft.com/office/drawing/2014/main" id="{E26361D7-E0AB-F8AA-904C-F601585D6BE6}"/>
              </a:ext>
            </a:extLst>
          </p:cNvPr>
          <p:cNvSpPr>
            <a:spLocks noGrp="1"/>
          </p:cNvSpPr>
          <p:nvPr>
            <p:ph sz="quarter" idx="14"/>
          </p:nvPr>
        </p:nvSpPr>
        <p:spPr>
          <a:xfrm>
            <a:off x="342900" y="1262776"/>
            <a:ext cx="8191500" cy="2166224"/>
          </a:xfrm>
        </p:spPr>
        <p:txBody>
          <a:bodyPr/>
          <a:lstStyle/>
          <a:p>
            <a:pPr marL="292608" indent="-292608">
              <a:buFont typeface="Arial" panose="020B0604020202020204" pitchFamily="34" charset="0"/>
              <a:buChar char="•"/>
            </a:pPr>
            <a:r>
              <a:rPr lang="en-US" b="1" dirty="0"/>
              <a:t>Variation</a:t>
            </a:r>
            <a:r>
              <a:rPr lang="en-US" dirty="0"/>
              <a:t> is the “spread” of data points about the center of the distribution in a sample.</a:t>
            </a:r>
          </a:p>
          <a:p>
            <a:pPr marL="292608" indent="-292608">
              <a:buFont typeface="Arial" panose="020B0604020202020204" pitchFamily="34" charset="0"/>
              <a:buChar char="•"/>
            </a:pPr>
            <a:r>
              <a:rPr lang="en-US" dirty="0"/>
              <a:t>Consider possible sample distributions of study time spent by several college students taking an economics class:</a:t>
            </a:r>
          </a:p>
        </p:txBody>
      </p:sp>
      <p:pic>
        <p:nvPicPr>
          <p:cNvPr id="15" name="Picture 14" descr="Three dot plots, each representing study hours per week which ranges from 0 to 8 with increments of 2.">
            <a:extLst>
              <a:ext uri="{FF2B5EF4-FFF2-40B4-BE49-F238E27FC236}">
                <a16:creationId xmlns:a16="http://schemas.microsoft.com/office/drawing/2014/main" id="{23099A06-B612-A91F-FC36-A4FFB599C516}"/>
              </a:ext>
            </a:extLst>
          </p:cNvPr>
          <p:cNvPicPr>
            <a:picLocks noChangeAspect="1"/>
          </p:cNvPicPr>
          <p:nvPr/>
        </p:nvPicPr>
        <p:blipFill>
          <a:blip r:embed="rId2"/>
          <a:stretch>
            <a:fillRect/>
          </a:stretch>
        </p:blipFill>
        <p:spPr>
          <a:xfrm>
            <a:off x="798542" y="3564525"/>
            <a:ext cx="7546916" cy="1605284"/>
          </a:xfrm>
          <a:prstGeom prst="rect">
            <a:avLst/>
          </a:prstGeom>
        </p:spPr>
      </p:pic>
      <p:sp>
        <p:nvSpPr>
          <p:cNvPr id="16" name="Content Placeholder 4">
            <a:extLst>
              <a:ext uri="{FF2B5EF4-FFF2-40B4-BE49-F238E27FC236}">
                <a16:creationId xmlns:a16="http://schemas.microsoft.com/office/drawing/2014/main" id="{5D18082C-B9B6-6526-5AC8-12804C9D7C08}"/>
              </a:ext>
            </a:extLst>
          </p:cNvPr>
          <p:cNvSpPr>
            <a:spLocks noGrp="1"/>
          </p:cNvSpPr>
          <p:nvPr>
            <p:ph sz="quarter" idx="15"/>
          </p:nvPr>
        </p:nvSpPr>
        <p:spPr>
          <a:xfrm>
            <a:off x="342900" y="5278484"/>
            <a:ext cx="8458200" cy="854123"/>
          </a:xfrm>
        </p:spPr>
        <p:txBody>
          <a:bodyPr/>
          <a:lstStyle/>
          <a:p>
            <a:pPr marL="292608" indent="-292608">
              <a:buFont typeface="Arial" panose="020B0604020202020204" pitchFamily="34" charset="0"/>
              <a:buChar char="•"/>
            </a:pPr>
            <a:r>
              <a:rPr lang="en-US" dirty="0"/>
              <a:t>Each diagram has the same mean, but they differ in dispersion around the mean.</a:t>
            </a:r>
          </a:p>
        </p:txBody>
      </p:sp>
      <p:sp>
        <p:nvSpPr>
          <p:cNvPr id="9" name="Text Placeholder 8">
            <a:extLst>
              <a:ext uri="{FF2B5EF4-FFF2-40B4-BE49-F238E27FC236}">
                <a16:creationId xmlns:a16="http://schemas.microsoft.com/office/drawing/2014/main" id="{034EBC03-7039-5794-236A-A54F202CE90A}"/>
              </a:ext>
            </a:extLst>
          </p:cNvPr>
          <p:cNvSpPr>
            <a:spLocks noGrp="1"/>
          </p:cNvSpPr>
          <p:nvPr>
            <p:ph type="body" sz="quarter" idx="12"/>
          </p:nvPr>
        </p:nvSpPr>
        <p:spPr>
          <a:xfrm>
            <a:off x="2971558" y="6324600"/>
            <a:ext cx="3200885" cy="190500"/>
          </a:xfrm>
        </p:spPr>
        <p:txBody>
          <a:bodyPr/>
          <a:lstStyle/>
          <a:p>
            <a:r>
              <a:rPr lang="en-US" sz="1200">
                <a:hlinkClick r:id="rId3" action="ppaction://hlinksldjump"/>
              </a:rPr>
              <a:t>Access the text alternative for slide images.</a:t>
            </a:r>
            <a:endParaRPr lang="en-IN" sz="1200" dirty="0">
              <a:hlinkClick r:id="rId3" action="ppaction://hlinksldjump"/>
            </a:endParaRPr>
          </a:p>
        </p:txBody>
      </p:sp>
      <p:sp>
        <p:nvSpPr>
          <p:cNvPr id="17" name="Slide Number Placeholder 9">
            <a:extLst>
              <a:ext uri="{FF2B5EF4-FFF2-40B4-BE49-F238E27FC236}">
                <a16:creationId xmlns:a16="http://schemas.microsoft.com/office/drawing/2014/main" id="{362A097F-6215-E5C9-3854-4764551975C2}"/>
              </a:ext>
            </a:extLst>
          </p:cNvPr>
          <p:cNvSpPr>
            <a:spLocks noGrp="1"/>
          </p:cNvSpPr>
          <p:nvPr>
            <p:ph type="sldNum" sz="quarter" idx="10"/>
          </p:nvPr>
        </p:nvSpPr>
        <p:spPr>
          <a:xfrm>
            <a:off x="8626412" y="6646459"/>
            <a:ext cx="490292" cy="188467"/>
          </a:xfrm>
        </p:spPr>
        <p:txBody>
          <a:bodyPr/>
          <a:lstStyle/>
          <a:p>
            <a:fld id="{68151E55-6873-49E2-B8D5-2F265E6F1973}" type="slidenum">
              <a:rPr lang="en-US" smtClean="0"/>
              <a:t>19</a:t>
            </a:fld>
            <a:endParaRPr lang="en-US" dirty="0"/>
          </a:p>
        </p:txBody>
      </p:sp>
    </p:spTree>
    <p:extLst>
      <p:ext uri="{BB962C8B-B14F-4D97-AF65-F5344CB8AC3E}">
        <p14:creationId xmlns:p14="http://schemas.microsoft.com/office/powerpoint/2010/main" val="36028739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8AC801AA-0E0B-E145-06D3-AE83D7523929}"/>
              </a:ext>
            </a:extLst>
          </p:cNvPr>
          <p:cNvSpPr>
            <a:spLocks noGrp="1"/>
          </p:cNvSpPr>
          <p:nvPr>
            <p:ph type="title"/>
          </p:nvPr>
        </p:nvSpPr>
        <p:spPr>
          <a:xfrm>
            <a:off x="342900" y="192490"/>
            <a:ext cx="8191500" cy="903231"/>
          </a:xfrm>
        </p:spPr>
        <p:txBody>
          <a:bodyPr>
            <a:normAutofit/>
          </a:bodyPr>
          <a:lstStyle/>
          <a:p>
            <a:r>
              <a:rPr lang="en-US" sz="3600" dirty="0"/>
              <a:t>Measures of Variability </a:t>
            </a:r>
            <a:r>
              <a:rPr lang="en-US" sz="1000" b="0" dirty="0"/>
              <a:t>2</a:t>
            </a:r>
            <a:endParaRPr lang="en-US" sz="1000" dirty="0"/>
          </a:p>
        </p:txBody>
      </p:sp>
      <p:sp>
        <p:nvSpPr>
          <p:cNvPr id="17" name="Content Placeholder 2">
            <a:extLst>
              <a:ext uri="{FF2B5EF4-FFF2-40B4-BE49-F238E27FC236}">
                <a16:creationId xmlns:a16="http://schemas.microsoft.com/office/drawing/2014/main" id="{7CED25AA-1F5F-88E1-8485-C18E7C957D0E}"/>
              </a:ext>
            </a:extLst>
          </p:cNvPr>
          <p:cNvSpPr>
            <a:spLocks noGrp="1"/>
          </p:cNvSpPr>
          <p:nvPr>
            <p:ph sz="quarter" idx="11"/>
          </p:nvPr>
        </p:nvSpPr>
        <p:spPr>
          <a:xfrm>
            <a:off x="8595360" y="55330"/>
            <a:ext cx="487680" cy="1149571"/>
          </a:xfrm>
        </p:spPr>
        <p:txBody>
          <a:bodyPr vert="vert" rIns="0"/>
          <a:lstStyle/>
          <a:p>
            <a:pPr marL="1025525" indent="-1025525"/>
            <a:r>
              <a:rPr lang="en-US" b="1" dirty="0"/>
              <a:t>L</a:t>
            </a:r>
            <a:r>
              <a:rPr lang="en-US" sz="100" b="1" dirty="0"/>
              <a:t> </a:t>
            </a:r>
            <a:r>
              <a:rPr lang="en-US" b="1" dirty="0"/>
              <a:t>O 4.2</a:t>
            </a:r>
            <a:endParaRPr lang="en-IN" b="1" dirty="0"/>
          </a:p>
        </p:txBody>
      </p:sp>
      <p:sp>
        <p:nvSpPr>
          <p:cNvPr id="18" name="Content Placeholder 3">
            <a:extLst>
              <a:ext uri="{FF2B5EF4-FFF2-40B4-BE49-F238E27FC236}">
                <a16:creationId xmlns:a16="http://schemas.microsoft.com/office/drawing/2014/main" id="{6CA5A4CF-2FE6-80CC-0FA0-C60F92562088}"/>
              </a:ext>
            </a:extLst>
          </p:cNvPr>
          <p:cNvSpPr>
            <a:spLocks noGrp="1"/>
          </p:cNvSpPr>
          <p:nvPr>
            <p:ph sz="quarter" idx="14"/>
          </p:nvPr>
        </p:nvSpPr>
        <p:spPr>
          <a:xfrm>
            <a:off x="342900" y="1204901"/>
            <a:ext cx="7956148" cy="383144"/>
          </a:xfrm>
        </p:spPr>
        <p:txBody>
          <a:bodyPr/>
          <a:lstStyle/>
          <a:p>
            <a:r>
              <a:rPr lang="en-US" sz="2000" b="1" dirty="0"/>
              <a:t>Five Measures of Variability for a Sample:</a:t>
            </a:r>
          </a:p>
        </p:txBody>
      </p:sp>
      <p:graphicFrame>
        <p:nvGraphicFramePr>
          <p:cNvPr id="27" name="Table 26">
            <a:extLst>
              <a:ext uri="{FF2B5EF4-FFF2-40B4-BE49-F238E27FC236}">
                <a16:creationId xmlns:a16="http://schemas.microsoft.com/office/drawing/2014/main" id="{7A4112BF-D927-13CC-5901-83B5B500A0D9}"/>
              </a:ext>
            </a:extLst>
          </p:cNvPr>
          <p:cNvGraphicFramePr>
            <a:graphicFrameLocks noGrp="1"/>
          </p:cNvGraphicFramePr>
          <p:nvPr/>
        </p:nvGraphicFramePr>
        <p:xfrm>
          <a:off x="447075" y="1721280"/>
          <a:ext cx="7851973" cy="4233206"/>
        </p:xfrm>
        <a:graphic>
          <a:graphicData uri="http://schemas.openxmlformats.org/drawingml/2006/table">
            <a:tbl>
              <a:tblPr firstRow="1" bandRow="1">
                <a:tableStyleId>{5C22544A-7EE6-4342-B048-85BDC9FD1C3A}</a:tableStyleId>
              </a:tblPr>
              <a:tblGrid>
                <a:gridCol w="1358576">
                  <a:extLst>
                    <a:ext uri="{9D8B030D-6E8A-4147-A177-3AD203B41FA5}">
                      <a16:colId xmlns:a16="http://schemas.microsoft.com/office/drawing/2014/main" val="2088101142"/>
                    </a:ext>
                  </a:extLst>
                </a:gridCol>
                <a:gridCol w="1412111">
                  <a:extLst>
                    <a:ext uri="{9D8B030D-6E8A-4147-A177-3AD203B41FA5}">
                      <a16:colId xmlns:a16="http://schemas.microsoft.com/office/drawing/2014/main" val="1203900760"/>
                    </a:ext>
                  </a:extLst>
                </a:gridCol>
                <a:gridCol w="1747777">
                  <a:extLst>
                    <a:ext uri="{9D8B030D-6E8A-4147-A177-3AD203B41FA5}">
                      <a16:colId xmlns:a16="http://schemas.microsoft.com/office/drawing/2014/main" val="4069217364"/>
                    </a:ext>
                  </a:extLst>
                </a:gridCol>
                <a:gridCol w="1467918">
                  <a:extLst>
                    <a:ext uri="{9D8B030D-6E8A-4147-A177-3AD203B41FA5}">
                      <a16:colId xmlns:a16="http://schemas.microsoft.com/office/drawing/2014/main" val="2539265915"/>
                    </a:ext>
                  </a:extLst>
                </a:gridCol>
                <a:gridCol w="1865591">
                  <a:extLst>
                    <a:ext uri="{9D8B030D-6E8A-4147-A177-3AD203B41FA5}">
                      <a16:colId xmlns:a16="http://schemas.microsoft.com/office/drawing/2014/main" val="1105619866"/>
                    </a:ext>
                  </a:extLst>
                </a:gridCol>
              </a:tblGrid>
              <a:tr h="327439">
                <a:tc>
                  <a:txBody>
                    <a:bodyPr/>
                    <a:lstStyle/>
                    <a:p>
                      <a:endParaRPr lang="en-IN" sz="1600" dirty="0"/>
                    </a:p>
                  </a:txBody>
                  <a:tcPr/>
                </a:tc>
                <a:tc>
                  <a:txBody>
                    <a:bodyPr/>
                    <a:lstStyle/>
                    <a:p>
                      <a:endParaRPr lang="en-IN" sz="1600" dirty="0"/>
                    </a:p>
                  </a:txBody>
                  <a:tcPr/>
                </a:tc>
                <a:tc>
                  <a:txBody>
                    <a:bodyPr/>
                    <a:lstStyle/>
                    <a:p>
                      <a:endParaRPr lang="en-IN" sz="1600"/>
                    </a:p>
                  </a:txBody>
                  <a:tcPr/>
                </a:tc>
                <a:tc>
                  <a:txBody>
                    <a:bodyPr/>
                    <a:lstStyle/>
                    <a:p>
                      <a:endParaRPr lang="en-IN" sz="1600" dirty="0"/>
                    </a:p>
                  </a:txBody>
                  <a:tcPr/>
                </a:tc>
                <a:tc>
                  <a:txBody>
                    <a:bodyPr/>
                    <a:lstStyle/>
                    <a:p>
                      <a:endParaRPr lang="en-IN" sz="1600"/>
                    </a:p>
                  </a:txBody>
                  <a:tcPr/>
                </a:tc>
                <a:extLst>
                  <a:ext uri="{0D108BD9-81ED-4DB2-BD59-A6C34878D82A}">
                    <a16:rowId xmlns:a16="http://schemas.microsoft.com/office/drawing/2014/main" val="3335336359"/>
                  </a:ext>
                </a:extLst>
              </a:tr>
              <a:tr h="628767">
                <a:tc>
                  <a:txBody>
                    <a:bodyPr/>
                    <a:lstStyle/>
                    <a:p>
                      <a:endParaRPr lang="en-IN" sz="160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a:p>
                  </a:txBody>
                  <a:tcPr/>
                </a:tc>
                <a:extLst>
                  <a:ext uri="{0D108BD9-81ED-4DB2-BD59-A6C34878D82A}">
                    <a16:rowId xmlns:a16="http://schemas.microsoft.com/office/drawing/2014/main" val="2478984743"/>
                  </a:ext>
                </a:extLst>
              </a:tr>
              <a:tr h="682272">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extLst>
                  <a:ext uri="{0D108BD9-81ED-4DB2-BD59-A6C34878D82A}">
                    <a16:rowId xmlns:a16="http://schemas.microsoft.com/office/drawing/2014/main" val="831826973"/>
                  </a:ext>
                </a:extLst>
              </a:tr>
              <a:tr h="779858">
                <a:tc>
                  <a:txBody>
                    <a:bodyPr/>
                    <a:lstStyle/>
                    <a:p>
                      <a:endParaRPr lang="en-IN" sz="1600" dirty="0"/>
                    </a:p>
                  </a:txBody>
                  <a:tcPr/>
                </a:tc>
                <a:tc>
                  <a:txBody>
                    <a:bodyPr/>
                    <a:lstStyle/>
                    <a:p>
                      <a:endParaRPr lang="en-IN" sz="1600"/>
                    </a:p>
                  </a:txBody>
                  <a:tcPr/>
                </a:tc>
                <a:tc>
                  <a:txBody>
                    <a:bodyPr/>
                    <a:lstStyle/>
                    <a:p>
                      <a:endParaRPr lang="en-IN" sz="1600" dirty="0"/>
                    </a:p>
                  </a:txBody>
                  <a:tcPr/>
                </a:tc>
                <a:tc>
                  <a:txBody>
                    <a:bodyPr/>
                    <a:lstStyle/>
                    <a:p>
                      <a:endParaRPr lang="en-IN" sz="1600"/>
                    </a:p>
                  </a:txBody>
                  <a:tcPr/>
                </a:tc>
                <a:tc>
                  <a:txBody>
                    <a:bodyPr/>
                    <a:lstStyle/>
                    <a:p>
                      <a:endParaRPr lang="en-IN" sz="1600" dirty="0"/>
                    </a:p>
                  </a:txBody>
                  <a:tcPr/>
                </a:tc>
                <a:extLst>
                  <a:ext uri="{0D108BD9-81ED-4DB2-BD59-A6C34878D82A}">
                    <a16:rowId xmlns:a16="http://schemas.microsoft.com/office/drawing/2014/main" val="4255965991"/>
                  </a:ext>
                </a:extLst>
              </a:tr>
              <a:tr h="968829">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extLst>
                  <a:ext uri="{0D108BD9-81ED-4DB2-BD59-A6C34878D82A}">
                    <a16:rowId xmlns:a16="http://schemas.microsoft.com/office/drawing/2014/main" val="30502859"/>
                  </a:ext>
                </a:extLst>
              </a:tr>
              <a:tr h="838200">
                <a:tc>
                  <a:txBody>
                    <a:bodyPr/>
                    <a:lstStyle/>
                    <a:p>
                      <a:endParaRPr lang="en-IN" sz="160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extLst>
                  <a:ext uri="{0D108BD9-81ED-4DB2-BD59-A6C34878D82A}">
                    <a16:rowId xmlns:a16="http://schemas.microsoft.com/office/drawing/2014/main" val="4162219815"/>
                  </a:ext>
                </a:extLst>
              </a:tr>
            </a:tbl>
          </a:graphicData>
        </a:graphic>
      </p:graphicFrame>
      <p:graphicFrame>
        <p:nvGraphicFramePr>
          <p:cNvPr id="29" name="Object 28">
            <a:extLst>
              <a:ext uri="{FF2B5EF4-FFF2-40B4-BE49-F238E27FC236}">
                <a16:creationId xmlns:a16="http://schemas.microsoft.com/office/drawing/2014/main" id="{1A74C7F9-4958-7CD4-0EBE-3B6F9E002AB9}"/>
              </a:ext>
            </a:extLst>
          </p:cNvPr>
          <p:cNvGraphicFramePr>
            <a:graphicFrameLocks noChangeAspect="1"/>
          </p:cNvGraphicFramePr>
          <p:nvPr/>
        </p:nvGraphicFramePr>
        <p:xfrm>
          <a:off x="533852" y="1792288"/>
          <a:ext cx="555625" cy="171450"/>
        </p:xfrm>
        <a:graphic>
          <a:graphicData uri="http://schemas.openxmlformats.org/presentationml/2006/ole">
            <mc:AlternateContent xmlns:mc="http://schemas.openxmlformats.org/markup-compatibility/2006">
              <mc:Choice xmlns:v="urn:schemas-microsoft-com:vml" Requires="v">
                <p:oleObj name="Equation" r:id="rId3" imgW="571320" imgH="177480" progId="Equation.DSMT4">
                  <p:embed/>
                </p:oleObj>
              </mc:Choice>
              <mc:Fallback>
                <p:oleObj name="Equation" r:id="rId3" imgW="571320" imgH="177480" progId="Equation.DSMT4">
                  <p:embed/>
                  <p:pic>
                    <p:nvPicPr>
                      <p:cNvPr id="29" name="Object 28">
                        <a:extLst>
                          <a:ext uri="{FF2B5EF4-FFF2-40B4-BE49-F238E27FC236}">
                            <a16:creationId xmlns:a16="http://schemas.microsoft.com/office/drawing/2014/main" id="{1A74C7F9-4958-7CD4-0EBE-3B6F9E002AB9}"/>
                          </a:ext>
                        </a:extLst>
                      </p:cNvPr>
                      <p:cNvPicPr/>
                      <p:nvPr/>
                    </p:nvPicPr>
                    <p:blipFill>
                      <a:blip r:embed="rId4"/>
                      <a:stretch>
                        <a:fillRect/>
                      </a:stretch>
                    </p:blipFill>
                    <p:spPr>
                      <a:xfrm>
                        <a:off x="533852" y="1792288"/>
                        <a:ext cx="555625" cy="171450"/>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FF119089-C18D-CCE3-CD34-8B2B324EE1FB}"/>
              </a:ext>
            </a:extLst>
          </p:cNvPr>
          <p:cNvGraphicFramePr>
            <a:graphicFrameLocks noChangeAspect="1"/>
          </p:cNvGraphicFramePr>
          <p:nvPr/>
        </p:nvGraphicFramePr>
        <p:xfrm>
          <a:off x="1944649" y="1789902"/>
          <a:ext cx="603999" cy="172571"/>
        </p:xfrm>
        <a:graphic>
          <a:graphicData uri="http://schemas.openxmlformats.org/presentationml/2006/ole">
            <mc:AlternateContent xmlns:mc="http://schemas.openxmlformats.org/markup-compatibility/2006">
              <mc:Choice xmlns:v="urn:schemas-microsoft-com:vml" Requires="v">
                <p:oleObj name="Equation" r:id="rId5" imgW="622080" imgH="177480" progId="Equation.DSMT4">
                  <p:embed/>
                </p:oleObj>
              </mc:Choice>
              <mc:Fallback>
                <p:oleObj name="Equation" r:id="rId5" imgW="622080" imgH="177480" progId="Equation.DSMT4">
                  <p:embed/>
                  <p:pic>
                    <p:nvPicPr>
                      <p:cNvPr id="30" name="Object 29">
                        <a:extLst>
                          <a:ext uri="{FF2B5EF4-FFF2-40B4-BE49-F238E27FC236}">
                            <a16:creationId xmlns:a16="http://schemas.microsoft.com/office/drawing/2014/main" id="{FF119089-C18D-CCE3-CD34-8B2B324EE1FB}"/>
                          </a:ext>
                        </a:extLst>
                      </p:cNvPr>
                      <p:cNvPicPr/>
                      <p:nvPr/>
                    </p:nvPicPr>
                    <p:blipFill>
                      <a:blip r:embed="rId6"/>
                      <a:stretch>
                        <a:fillRect/>
                      </a:stretch>
                    </p:blipFill>
                    <p:spPr>
                      <a:xfrm>
                        <a:off x="1944649" y="1789902"/>
                        <a:ext cx="603999" cy="172571"/>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99B77DE9-8441-CF66-B49A-7FD6554F4F89}"/>
              </a:ext>
            </a:extLst>
          </p:cNvPr>
          <p:cNvGraphicFramePr>
            <a:graphicFrameLocks noChangeAspect="1"/>
          </p:cNvGraphicFramePr>
          <p:nvPr>
            <p:extLst>
              <p:ext uri="{D42A27DB-BD31-4B8C-83A1-F6EECF244321}">
                <p14:modId xmlns:p14="http://schemas.microsoft.com/office/powerpoint/2010/main" val="70496629"/>
              </p:ext>
            </p:extLst>
          </p:nvPr>
        </p:nvGraphicFramePr>
        <p:xfrm>
          <a:off x="3378087" y="1775398"/>
          <a:ext cx="456081" cy="172571"/>
        </p:xfrm>
        <a:graphic>
          <a:graphicData uri="http://schemas.openxmlformats.org/presentationml/2006/ole">
            <mc:AlternateContent xmlns:mc="http://schemas.openxmlformats.org/markup-compatibility/2006">
              <mc:Choice xmlns:v="urn:schemas-microsoft-com:vml" Requires="v">
                <p:oleObj name="Equation" r:id="rId7" imgW="469800" imgH="177480" progId="Equation.DSMT4">
                  <p:embed/>
                </p:oleObj>
              </mc:Choice>
              <mc:Fallback>
                <p:oleObj name="Equation" r:id="rId7" imgW="469800" imgH="177480" progId="Equation.DSMT4">
                  <p:embed/>
                  <p:pic>
                    <p:nvPicPr>
                      <p:cNvPr id="31" name="Object 30">
                        <a:extLst>
                          <a:ext uri="{FF2B5EF4-FFF2-40B4-BE49-F238E27FC236}">
                            <a16:creationId xmlns:a16="http://schemas.microsoft.com/office/drawing/2014/main" id="{99B77DE9-8441-CF66-B49A-7FD6554F4F89}"/>
                          </a:ext>
                        </a:extLst>
                      </p:cNvPr>
                      <p:cNvPicPr/>
                      <p:nvPr/>
                    </p:nvPicPr>
                    <p:blipFill>
                      <a:blip r:embed="rId8"/>
                      <a:stretch>
                        <a:fillRect/>
                      </a:stretch>
                    </p:blipFill>
                    <p:spPr>
                      <a:xfrm>
                        <a:off x="3378087" y="1775398"/>
                        <a:ext cx="456081" cy="172571"/>
                      </a:xfrm>
                      <a:prstGeom prst="rect">
                        <a:avLst/>
                      </a:prstGeom>
                    </p:spPr>
                  </p:pic>
                </p:oleObj>
              </mc:Fallback>
            </mc:AlternateContent>
          </a:graphicData>
        </a:graphic>
      </p:graphicFrame>
      <p:graphicFrame>
        <p:nvGraphicFramePr>
          <p:cNvPr id="32" name="Object 31">
            <a:extLst>
              <a:ext uri="{FF2B5EF4-FFF2-40B4-BE49-F238E27FC236}">
                <a16:creationId xmlns:a16="http://schemas.microsoft.com/office/drawing/2014/main" id="{5B458949-251E-7430-BEA4-84C739C79DDE}"/>
              </a:ext>
            </a:extLst>
          </p:cNvPr>
          <p:cNvGraphicFramePr>
            <a:graphicFrameLocks noChangeAspect="1"/>
          </p:cNvGraphicFramePr>
          <p:nvPr/>
        </p:nvGraphicFramePr>
        <p:xfrm>
          <a:off x="5080249" y="1775847"/>
          <a:ext cx="283510" cy="172571"/>
        </p:xfrm>
        <a:graphic>
          <a:graphicData uri="http://schemas.openxmlformats.org/presentationml/2006/ole">
            <mc:AlternateContent xmlns:mc="http://schemas.openxmlformats.org/markup-compatibility/2006">
              <mc:Choice xmlns:v="urn:schemas-microsoft-com:vml" Requires="v">
                <p:oleObj name="Equation" r:id="rId9" imgW="291960" imgH="177480" progId="Equation.DSMT4">
                  <p:embed/>
                </p:oleObj>
              </mc:Choice>
              <mc:Fallback>
                <p:oleObj name="Equation" r:id="rId9" imgW="291960" imgH="177480" progId="Equation.DSMT4">
                  <p:embed/>
                  <p:pic>
                    <p:nvPicPr>
                      <p:cNvPr id="32" name="Object 31">
                        <a:extLst>
                          <a:ext uri="{FF2B5EF4-FFF2-40B4-BE49-F238E27FC236}">
                            <a16:creationId xmlns:a16="http://schemas.microsoft.com/office/drawing/2014/main" id="{5B458949-251E-7430-BEA4-84C739C79DDE}"/>
                          </a:ext>
                        </a:extLst>
                      </p:cNvPr>
                      <p:cNvPicPr/>
                      <p:nvPr/>
                    </p:nvPicPr>
                    <p:blipFill>
                      <a:blip r:embed="rId10"/>
                      <a:stretch>
                        <a:fillRect/>
                      </a:stretch>
                    </p:blipFill>
                    <p:spPr>
                      <a:xfrm>
                        <a:off x="5080249" y="1775847"/>
                        <a:ext cx="283510" cy="172571"/>
                      </a:xfrm>
                      <a:prstGeom prst="rect">
                        <a:avLst/>
                      </a:prstGeom>
                    </p:spPr>
                  </p:pic>
                </p:oleObj>
              </mc:Fallback>
            </mc:AlternateContent>
          </a:graphicData>
        </a:graphic>
      </p:graphicFrame>
      <p:graphicFrame>
        <p:nvGraphicFramePr>
          <p:cNvPr id="33" name="Object 32">
            <a:extLst>
              <a:ext uri="{FF2B5EF4-FFF2-40B4-BE49-F238E27FC236}">
                <a16:creationId xmlns:a16="http://schemas.microsoft.com/office/drawing/2014/main" id="{85755B57-2085-0580-1CE0-A78BEA9A5E27}"/>
              </a:ext>
            </a:extLst>
          </p:cNvPr>
          <p:cNvGraphicFramePr>
            <a:graphicFrameLocks noChangeAspect="1"/>
          </p:cNvGraphicFramePr>
          <p:nvPr>
            <p:extLst>
              <p:ext uri="{D42A27DB-BD31-4B8C-83A1-F6EECF244321}">
                <p14:modId xmlns:p14="http://schemas.microsoft.com/office/powerpoint/2010/main" val="1625946770"/>
              </p:ext>
            </p:extLst>
          </p:nvPr>
        </p:nvGraphicFramePr>
        <p:xfrm>
          <a:off x="6586538" y="1776413"/>
          <a:ext cx="328612" cy="179387"/>
        </p:xfrm>
        <a:graphic>
          <a:graphicData uri="http://schemas.openxmlformats.org/presentationml/2006/ole">
            <mc:AlternateContent xmlns:mc="http://schemas.openxmlformats.org/markup-compatibility/2006">
              <mc:Choice xmlns:v="urn:schemas-microsoft-com:vml" Requires="v">
                <p:oleObj name="Equation" r:id="rId11" imgW="279360" imgH="152280" progId="Equation.DSMT4">
                  <p:embed/>
                </p:oleObj>
              </mc:Choice>
              <mc:Fallback>
                <p:oleObj name="Equation" r:id="rId11" imgW="279360" imgH="152280" progId="Equation.DSMT4">
                  <p:embed/>
                  <p:pic>
                    <p:nvPicPr>
                      <p:cNvPr id="33" name="Object 32">
                        <a:extLst>
                          <a:ext uri="{FF2B5EF4-FFF2-40B4-BE49-F238E27FC236}">
                            <a16:creationId xmlns:a16="http://schemas.microsoft.com/office/drawing/2014/main" id="{85755B57-2085-0580-1CE0-A78BEA9A5E27}"/>
                          </a:ext>
                        </a:extLst>
                      </p:cNvPr>
                      <p:cNvPicPr/>
                      <p:nvPr/>
                    </p:nvPicPr>
                    <p:blipFill>
                      <a:blip r:embed="rId12"/>
                      <a:stretch>
                        <a:fillRect/>
                      </a:stretch>
                    </p:blipFill>
                    <p:spPr>
                      <a:xfrm>
                        <a:off x="6586538" y="1776413"/>
                        <a:ext cx="328612" cy="179387"/>
                      </a:xfrm>
                      <a:prstGeom prst="rect">
                        <a:avLst/>
                      </a:prstGeom>
                    </p:spPr>
                  </p:pic>
                </p:oleObj>
              </mc:Fallback>
            </mc:AlternateContent>
          </a:graphicData>
        </a:graphic>
      </p:graphicFrame>
      <p:graphicFrame>
        <p:nvGraphicFramePr>
          <p:cNvPr id="34" name="Object 33">
            <a:extLst>
              <a:ext uri="{FF2B5EF4-FFF2-40B4-BE49-F238E27FC236}">
                <a16:creationId xmlns:a16="http://schemas.microsoft.com/office/drawing/2014/main" id="{BC66639C-71C5-B774-6ACC-F7F6F4DA29A9}"/>
              </a:ext>
            </a:extLst>
          </p:cNvPr>
          <p:cNvGraphicFramePr>
            <a:graphicFrameLocks noChangeAspect="1"/>
          </p:cNvGraphicFramePr>
          <p:nvPr>
            <p:extLst>
              <p:ext uri="{D42A27DB-BD31-4B8C-83A1-F6EECF244321}">
                <p14:modId xmlns:p14="http://schemas.microsoft.com/office/powerpoint/2010/main" val="3547721071"/>
              </p:ext>
            </p:extLst>
          </p:nvPr>
        </p:nvGraphicFramePr>
        <p:xfrm>
          <a:off x="520700" y="2132013"/>
          <a:ext cx="700088" cy="196850"/>
        </p:xfrm>
        <a:graphic>
          <a:graphicData uri="http://schemas.openxmlformats.org/presentationml/2006/ole">
            <mc:AlternateContent xmlns:mc="http://schemas.openxmlformats.org/markup-compatibility/2006">
              <mc:Choice xmlns:v="urn:schemas-microsoft-com:vml" Requires="v">
                <p:oleObj name="Equation" r:id="rId13" imgW="723600" imgH="203040" progId="Equation.DSMT4">
                  <p:embed/>
                </p:oleObj>
              </mc:Choice>
              <mc:Fallback>
                <p:oleObj name="Equation" r:id="rId13" imgW="723600" imgH="203040" progId="Equation.DSMT4">
                  <p:embed/>
                  <p:pic>
                    <p:nvPicPr>
                      <p:cNvPr id="34" name="Object 33">
                        <a:extLst>
                          <a:ext uri="{FF2B5EF4-FFF2-40B4-BE49-F238E27FC236}">
                            <a16:creationId xmlns:a16="http://schemas.microsoft.com/office/drawing/2014/main" id="{BC66639C-71C5-B774-6ACC-F7F6F4DA29A9}"/>
                          </a:ext>
                        </a:extLst>
                      </p:cNvPr>
                      <p:cNvPicPr/>
                      <p:nvPr/>
                    </p:nvPicPr>
                    <p:blipFill>
                      <a:blip r:embed="rId14"/>
                      <a:stretch>
                        <a:fillRect/>
                      </a:stretch>
                    </p:blipFill>
                    <p:spPr>
                      <a:xfrm>
                        <a:off x="520700" y="2132013"/>
                        <a:ext cx="700088" cy="196850"/>
                      </a:xfrm>
                      <a:prstGeom prst="rect">
                        <a:avLst/>
                      </a:prstGeom>
                    </p:spPr>
                  </p:pic>
                </p:oleObj>
              </mc:Fallback>
            </mc:AlternateContent>
          </a:graphicData>
        </a:graphic>
      </p:graphicFrame>
      <p:graphicFrame>
        <p:nvGraphicFramePr>
          <p:cNvPr id="35" name="Object 34">
            <a:extLst>
              <a:ext uri="{FF2B5EF4-FFF2-40B4-BE49-F238E27FC236}">
                <a16:creationId xmlns:a16="http://schemas.microsoft.com/office/drawing/2014/main" id="{F4EE91EF-91B1-940E-735F-611DDE7E8C38}"/>
              </a:ext>
            </a:extLst>
          </p:cNvPr>
          <p:cNvGraphicFramePr>
            <a:graphicFrameLocks noChangeAspect="1"/>
          </p:cNvGraphicFramePr>
          <p:nvPr>
            <p:extLst>
              <p:ext uri="{D42A27DB-BD31-4B8C-83A1-F6EECF244321}">
                <p14:modId xmlns:p14="http://schemas.microsoft.com/office/powerpoint/2010/main" val="2961532162"/>
              </p:ext>
            </p:extLst>
          </p:nvPr>
        </p:nvGraphicFramePr>
        <p:xfrm>
          <a:off x="1949178" y="2091344"/>
          <a:ext cx="836454" cy="295117"/>
        </p:xfrm>
        <a:graphic>
          <a:graphicData uri="http://schemas.openxmlformats.org/presentationml/2006/ole">
            <mc:AlternateContent xmlns:mc="http://schemas.openxmlformats.org/markup-compatibility/2006">
              <mc:Choice xmlns:v="urn:schemas-microsoft-com:vml" Requires="v">
                <p:oleObj name="Equation" r:id="rId15" imgW="647640" imgH="228600" progId="Equation.DSMT4">
                  <p:embed/>
                </p:oleObj>
              </mc:Choice>
              <mc:Fallback>
                <p:oleObj name="Equation" r:id="rId15" imgW="647640" imgH="228600" progId="Equation.DSMT4">
                  <p:embed/>
                  <p:pic>
                    <p:nvPicPr>
                      <p:cNvPr id="35" name="Object 34">
                        <a:extLst>
                          <a:ext uri="{FF2B5EF4-FFF2-40B4-BE49-F238E27FC236}">
                            <a16:creationId xmlns:a16="http://schemas.microsoft.com/office/drawing/2014/main" id="{F4EE91EF-91B1-940E-735F-611DDE7E8C38}"/>
                          </a:ext>
                        </a:extLst>
                      </p:cNvPr>
                      <p:cNvPicPr/>
                      <p:nvPr/>
                    </p:nvPicPr>
                    <p:blipFill>
                      <a:blip r:embed="rId16"/>
                      <a:stretch>
                        <a:fillRect/>
                      </a:stretch>
                    </p:blipFill>
                    <p:spPr>
                      <a:xfrm>
                        <a:off x="1949178" y="2091344"/>
                        <a:ext cx="836454" cy="295117"/>
                      </a:xfrm>
                      <a:prstGeom prst="rect">
                        <a:avLst/>
                      </a:prstGeom>
                    </p:spPr>
                  </p:pic>
                </p:oleObj>
              </mc:Fallback>
            </mc:AlternateContent>
          </a:graphicData>
        </a:graphic>
      </p:graphicFrame>
      <p:graphicFrame>
        <p:nvGraphicFramePr>
          <p:cNvPr id="36" name="Object 35">
            <a:extLst>
              <a:ext uri="{FF2B5EF4-FFF2-40B4-BE49-F238E27FC236}">
                <a16:creationId xmlns:a16="http://schemas.microsoft.com/office/drawing/2014/main" id="{08F2477C-7C75-347A-B71F-E9A07BC31B23}"/>
              </a:ext>
            </a:extLst>
          </p:cNvPr>
          <p:cNvGraphicFramePr>
            <a:graphicFrameLocks noChangeAspect="1"/>
          </p:cNvGraphicFramePr>
          <p:nvPr>
            <p:extLst>
              <p:ext uri="{D42A27DB-BD31-4B8C-83A1-F6EECF244321}">
                <p14:modId xmlns:p14="http://schemas.microsoft.com/office/powerpoint/2010/main" val="155389037"/>
              </p:ext>
            </p:extLst>
          </p:nvPr>
        </p:nvGraphicFramePr>
        <p:xfrm>
          <a:off x="3377428" y="2147888"/>
          <a:ext cx="1016000" cy="422275"/>
        </p:xfrm>
        <a:graphic>
          <a:graphicData uri="http://schemas.openxmlformats.org/presentationml/2006/ole">
            <mc:AlternateContent xmlns:mc="http://schemas.openxmlformats.org/markup-compatibility/2006">
              <mc:Choice xmlns:v="urn:schemas-microsoft-com:vml" Requires="v">
                <p:oleObj name="Equation" r:id="rId17" imgW="1041120" imgH="431640" progId="Equation.DSMT4">
                  <p:embed/>
                </p:oleObj>
              </mc:Choice>
              <mc:Fallback>
                <p:oleObj name="Equation" r:id="rId17" imgW="1041120" imgH="431640" progId="Equation.DSMT4">
                  <p:embed/>
                  <p:pic>
                    <p:nvPicPr>
                      <p:cNvPr id="36" name="Object 35">
                        <a:extLst>
                          <a:ext uri="{FF2B5EF4-FFF2-40B4-BE49-F238E27FC236}">
                            <a16:creationId xmlns:a16="http://schemas.microsoft.com/office/drawing/2014/main" id="{08F2477C-7C75-347A-B71F-E9A07BC31B23}"/>
                          </a:ext>
                        </a:extLst>
                      </p:cNvPr>
                      <p:cNvPicPr/>
                      <p:nvPr/>
                    </p:nvPicPr>
                    <p:blipFill>
                      <a:blip r:embed="rId18"/>
                      <a:stretch>
                        <a:fillRect/>
                      </a:stretch>
                    </p:blipFill>
                    <p:spPr>
                      <a:xfrm>
                        <a:off x="3377428" y="2147888"/>
                        <a:ext cx="1016000" cy="422275"/>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50118732-DA71-DF75-8585-91D90A3AC635}"/>
              </a:ext>
            </a:extLst>
          </p:cNvPr>
          <p:cNvGraphicFramePr>
            <a:graphicFrameLocks noChangeAspect="1"/>
          </p:cNvGraphicFramePr>
          <p:nvPr>
            <p:extLst>
              <p:ext uri="{D42A27DB-BD31-4B8C-83A1-F6EECF244321}">
                <p14:modId xmlns:p14="http://schemas.microsoft.com/office/powerpoint/2010/main" val="741452390"/>
              </p:ext>
            </p:extLst>
          </p:nvPr>
        </p:nvGraphicFramePr>
        <p:xfrm>
          <a:off x="5053694" y="2151063"/>
          <a:ext cx="1271588" cy="419100"/>
        </p:xfrm>
        <a:graphic>
          <a:graphicData uri="http://schemas.openxmlformats.org/presentationml/2006/ole">
            <mc:AlternateContent xmlns:mc="http://schemas.openxmlformats.org/markup-compatibility/2006">
              <mc:Choice xmlns:v="urn:schemas-microsoft-com:vml" Requires="v">
                <p:oleObj name="Equation" r:id="rId19" imgW="1307880" imgH="431640" progId="Equation.DSMT4">
                  <p:embed/>
                </p:oleObj>
              </mc:Choice>
              <mc:Fallback>
                <p:oleObj name="Equation" r:id="rId19" imgW="1307880" imgH="431640" progId="Equation.DSMT4">
                  <p:embed/>
                  <p:pic>
                    <p:nvPicPr>
                      <p:cNvPr id="37" name="Object 36">
                        <a:extLst>
                          <a:ext uri="{FF2B5EF4-FFF2-40B4-BE49-F238E27FC236}">
                            <a16:creationId xmlns:a16="http://schemas.microsoft.com/office/drawing/2014/main" id="{50118732-DA71-DF75-8585-91D90A3AC635}"/>
                          </a:ext>
                        </a:extLst>
                      </p:cNvPr>
                      <p:cNvPicPr/>
                      <p:nvPr/>
                    </p:nvPicPr>
                    <p:blipFill>
                      <a:blip r:embed="rId20"/>
                      <a:stretch>
                        <a:fillRect/>
                      </a:stretch>
                    </p:blipFill>
                    <p:spPr>
                      <a:xfrm>
                        <a:off x="5053694" y="2151063"/>
                        <a:ext cx="1271588" cy="419100"/>
                      </a:xfrm>
                      <a:prstGeom prst="rect">
                        <a:avLst/>
                      </a:prstGeom>
                    </p:spPr>
                  </p:pic>
                </p:oleObj>
              </mc:Fallback>
            </mc:AlternateContent>
          </a:graphicData>
        </a:graphic>
      </p:graphicFrame>
      <p:graphicFrame>
        <p:nvGraphicFramePr>
          <p:cNvPr id="38" name="Object 37">
            <a:extLst>
              <a:ext uri="{FF2B5EF4-FFF2-40B4-BE49-F238E27FC236}">
                <a16:creationId xmlns:a16="http://schemas.microsoft.com/office/drawing/2014/main" id="{BA9577D0-9925-4E56-D316-1981747F7FF9}"/>
              </a:ext>
            </a:extLst>
          </p:cNvPr>
          <p:cNvGraphicFramePr>
            <a:graphicFrameLocks noChangeAspect="1"/>
          </p:cNvGraphicFramePr>
          <p:nvPr>
            <p:extLst>
              <p:ext uri="{D42A27DB-BD31-4B8C-83A1-F6EECF244321}">
                <p14:modId xmlns:p14="http://schemas.microsoft.com/office/powerpoint/2010/main" val="505360433"/>
              </p:ext>
            </p:extLst>
          </p:nvPr>
        </p:nvGraphicFramePr>
        <p:xfrm>
          <a:off x="6579961" y="2085975"/>
          <a:ext cx="1246188" cy="393700"/>
        </p:xfrm>
        <a:graphic>
          <a:graphicData uri="http://schemas.openxmlformats.org/presentationml/2006/ole">
            <mc:AlternateContent xmlns:mc="http://schemas.openxmlformats.org/markup-compatibility/2006">
              <mc:Choice xmlns:v="urn:schemas-microsoft-com:vml" Requires="v">
                <p:oleObj name="Equation" r:id="rId21" imgW="1282680" imgH="406080" progId="Equation.DSMT4">
                  <p:embed/>
                </p:oleObj>
              </mc:Choice>
              <mc:Fallback>
                <p:oleObj name="Equation" r:id="rId21" imgW="1282680" imgH="406080" progId="Equation.DSMT4">
                  <p:embed/>
                  <p:pic>
                    <p:nvPicPr>
                      <p:cNvPr id="38" name="Object 37">
                        <a:extLst>
                          <a:ext uri="{FF2B5EF4-FFF2-40B4-BE49-F238E27FC236}">
                            <a16:creationId xmlns:a16="http://schemas.microsoft.com/office/drawing/2014/main" id="{BA9577D0-9925-4E56-D316-1981747F7FF9}"/>
                          </a:ext>
                        </a:extLst>
                      </p:cNvPr>
                      <p:cNvPicPr/>
                      <p:nvPr/>
                    </p:nvPicPr>
                    <p:blipFill>
                      <a:blip r:embed="rId22"/>
                      <a:stretch>
                        <a:fillRect/>
                      </a:stretch>
                    </p:blipFill>
                    <p:spPr>
                      <a:xfrm>
                        <a:off x="6579961" y="2085975"/>
                        <a:ext cx="1246188" cy="393700"/>
                      </a:xfrm>
                      <a:prstGeom prst="rect">
                        <a:avLst/>
                      </a:prstGeom>
                    </p:spPr>
                  </p:pic>
                </p:oleObj>
              </mc:Fallback>
            </mc:AlternateContent>
          </a:graphicData>
        </a:graphic>
      </p:graphicFrame>
      <p:graphicFrame>
        <p:nvGraphicFramePr>
          <p:cNvPr id="39" name="Object 38">
            <a:extLst>
              <a:ext uri="{FF2B5EF4-FFF2-40B4-BE49-F238E27FC236}">
                <a16:creationId xmlns:a16="http://schemas.microsoft.com/office/drawing/2014/main" id="{90E3B6B6-29BD-D1F2-B630-3B2AEBB16167}"/>
              </a:ext>
            </a:extLst>
          </p:cNvPr>
          <p:cNvGraphicFramePr>
            <a:graphicFrameLocks noChangeAspect="1"/>
          </p:cNvGraphicFramePr>
          <p:nvPr>
            <p:extLst>
              <p:ext uri="{D42A27DB-BD31-4B8C-83A1-F6EECF244321}">
                <p14:modId xmlns:p14="http://schemas.microsoft.com/office/powerpoint/2010/main" val="633866621"/>
              </p:ext>
            </p:extLst>
          </p:nvPr>
        </p:nvGraphicFramePr>
        <p:xfrm>
          <a:off x="495300" y="2732088"/>
          <a:ext cx="1311275" cy="219075"/>
        </p:xfrm>
        <a:graphic>
          <a:graphicData uri="http://schemas.openxmlformats.org/presentationml/2006/ole">
            <mc:AlternateContent xmlns:mc="http://schemas.openxmlformats.org/markup-compatibility/2006">
              <mc:Choice xmlns:v="urn:schemas-microsoft-com:vml" Requires="v">
                <p:oleObj name="Equation" r:id="rId23" imgW="1346040" imgH="228600" progId="Equation.DSMT4">
                  <p:embed/>
                </p:oleObj>
              </mc:Choice>
              <mc:Fallback>
                <p:oleObj name="Equation" r:id="rId23" imgW="1346040" imgH="228600" progId="Equation.DSMT4">
                  <p:embed/>
                  <p:pic>
                    <p:nvPicPr>
                      <p:cNvPr id="39" name="Object 38">
                        <a:extLst>
                          <a:ext uri="{FF2B5EF4-FFF2-40B4-BE49-F238E27FC236}">
                            <a16:creationId xmlns:a16="http://schemas.microsoft.com/office/drawing/2014/main" id="{90E3B6B6-29BD-D1F2-B630-3B2AEBB16167}"/>
                          </a:ext>
                        </a:extLst>
                      </p:cNvPr>
                      <p:cNvPicPr/>
                      <p:nvPr/>
                    </p:nvPicPr>
                    <p:blipFill>
                      <a:blip r:embed="rId24"/>
                      <a:stretch>
                        <a:fillRect/>
                      </a:stretch>
                    </p:blipFill>
                    <p:spPr>
                      <a:xfrm>
                        <a:off x="495300" y="2732088"/>
                        <a:ext cx="1311275" cy="219075"/>
                      </a:xfrm>
                      <a:prstGeom prst="rect">
                        <a:avLst/>
                      </a:prstGeom>
                    </p:spPr>
                  </p:pic>
                </p:oleObj>
              </mc:Fallback>
            </mc:AlternateContent>
          </a:graphicData>
        </a:graphic>
      </p:graphicFrame>
      <p:graphicFrame>
        <p:nvGraphicFramePr>
          <p:cNvPr id="40" name="Object 39">
            <a:extLst>
              <a:ext uri="{FF2B5EF4-FFF2-40B4-BE49-F238E27FC236}">
                <a16:creationId xmlns:a16="http://schemas.microsoft.com/office/drawing/2014/main" id="{04FF7389-0C0E-86E3-C172-0DA6A1745A98}"/>
              </a:ext>
            </a:extLst>
          </p:cNvPr>
          <p:cNvGraphicFramePr>
            <a:graphicFrameLocks noChangeAspect="1"/>
          </p:cNvGraphicFramePr>
          <p:nvPr>
            <p:extLst>
              <p:ext uri="{D42A27DB-BD31-4B8C-83A1-F6EECF244321}">
                <p14:modId xmlns:p14="http://schemas.microsoft.com/office/powerpoint/2010/main" val="281863074"/>
              </p:ext>
            </p:extLst>
          </p:nvPr>
        </p:nvGraphicFramePr>
        <p:xfrm>
          <a:off x="1944912" y="2688093"/>
          <a:ext cx="827088" cy="652462"/>
        </p:xfrm>
        <a:graphic>
          <a:graphicData uri="http://schemas.openxmlformats.org/presentationml/2006/ole">
            <mc:AlternateContent xmlns:mc="http://schemas.openxmlformats.org/markup-compatibility/2006">
              <mc:Choice xmlns:v="urn:schemas-microsoft-com:vml" Requires="v">
                <p:oleObj name="Equation" r:id="rId25" imgW="774360" imgH="609480" progId="Equation.DSMT4">
                  <p:embed/>
                </p:oleObj>
              </mc:Choice>
              <mc:Fallback>
                <p:oleObj name="Equation" r:id="rId25" imgW="774360" imgH="609480" progId="Equation.DSMT4">
                  <p:embed/>
                  <p:pic>
                    <p:nvPicPr>
                      <p:cNvPr id="40" name="Object 39">
                        <a:extLst>
                          <a:ext uri="{FF2B5EF4-FFF2-40B4-BE49-F238E27FC236}">
                            <a16:creationId xmlns:a16="http://schemas.microsoft.com/office/drawing/2014/main" id="{04FF7389-0C0E-86E3-C172-0DA6A1745A98}"/>
                          </a:ext>
                        </a:extLst>
                      </p:cNvPr>
                      <p:cNvPicPr/>
                      <p:nvPr/>
                    </p:nvPicPr>
                    <p:blipFill>
                      <a:blip r:embed="rId26"/>
                      <a:stretch>
                        <a:fillRect/>
                      </a:stretch>
                    </p:blipFill>
                    <p:spPr>
                      <a:xfrm>
                        <a:off x="1944912" y="2688093"/>
                        <a:ext cx="827088" cy="652462"/>
                      </a:xfrm>
                      <a:prstGeom prst="rect">
                        <a:avLst/>
                      </a:prstGeom>
                    </p:spPr>
                  </p:pic>
                </p:oleObj>
              </mc:Fallback>
            </mc:AlternateContent>
          </a:graphicData>
        </a:graphic>
      </p:graphicFrame>
      <p:graphicFrame>
        <p:nvGraphicFramePr>
          <p:cNvPr id="41" name="Object 40">
            <a:extLst>
              <a:ext uri="{FF2B5EF4-FFF2-40B4-BE49-F238E27FC236}">
                <a16:creationId xmlns:a16="http://schemas.microsoft.com/office/drawing/2014/main" id="{4EC30C02-8219-5E33-E9F4-7A9E2420175C}"/>
              </a:ext>
            </a:extLst>
          </p:cNvPr>
          <p:cNvGraphicFramePr>
            <a:graphicFrameLocks noChangeAspect="1"/>
          </p:cNvGraphicFramePr>
          <p:nvPr>
            <p:extLst>
              <p:ext uri="{D42A27DB-BD31-4B8C-83A1-F6EECF244321}">
                <p14:modId xmlns:p14="http://schemas.microsoft.com/office/powerpoint/2010/main" val="2036402868"/>
              </p:ext>
            </p:extLst>
          </p:nvPr>
        </p:nvGraphicFramePr>
        <p:xfrm>
          <a:off x="3359150" y="2760663"/>
          <a:ext cx="1111250" cy="215900"/>
        </p:xfrm>
        <a:graphic>
          <a:graphicData uri="http://schemas.openxmlformats.org/presentationml/2006/ole">
            <mc:AlternateContent xmlns:mc="http://schemas.openxmlformats.org/markup-compatibility/2006">
              <mc:Choice xmlns:v="urn:schemas-microsoft-com:vml" Requires="v">
                <p:oleObj name="Equation" r:id="rId27" imgW="1041120" imgH="203040" progId="Equation.DSMT4">
                  <p:embed/>
                </p:oleObj>
              </mc:Choice>
              <mc:Fallback>
                <p:oleObj name="Equation" r:id="rId27" imgW="1041120" imgH="203040" progId="Equation.DSMT4">
                  <p:embed/>
                  <p:pic>
                    <p:nvPicPr>
                      <p:cNvPr id="41" name="Object 40">
                        <a:extLst>
                          <a:ext uri="{FF2B5EF4-FFF2-40B4-BE49-F238E27FC236}">
                            <a16:creationId xmlns:a16="http://schemas.microsoft.com/office/drawing/2014/main" id="{4EC30C02-8219-5E33-E9F4-7A9E2420175C}"/>
                          </a:ext>
                        </a:extLst>
                      </p:cNvPr>
                      <p:cNvPicPr/>
                      <p:nvPr/>
                    </p:nvPicPr>
                    <p:blipFill>
                      <a:blip r:embed="rId28"/>
                      <a:stretch>
                        <a:fillRect/>
                      </a:stretch>
                    </p:blipFill>
                    <p:spPr>
                      <a:xfrm>
                        <a:off x="3359150" y="2760663"/>
                        <a:ext cx="1111250" cy="215900"/>
                      </a:xfrm>
                      <a:prstGeom prst="rect">
                        <a:avLst/>
                      </a:prstGeom>
                    </p:spPr>
                  </p:pic>
                </p:oleObj>
              </mc:Fallback>
            </mc:AlternateContent>
          </a:graphicData>
        </a:graphic>
      </p:graphicFrame>
      <p:graphicFrame>
        <p:nvGraphicFramePr>
          <p:cNvPr id="42" name="Object 41">
            <a:extLst>
              <a:ext uri="{FF2B5EF4-FFF2-40B4-BE49-F238E27FC236}">
                <a16:creationId xmlns:a16="http://schemas.microsoft.com/office/drawing/2014/main" id="{D3E34A97-CCB9-A6E6-1483-4091B7DBE75A}"/>
              </a:ext>
            </a:extLst>
          </p:cNvPr>
          <p:cNvGraphicFramePr>
            <a:graphicFrameLocks noChangeAspect="1"/>
          </p:cNvGraphicFramePr>
          <p:nvPr>
            <p:extLst>
              <p:ext uri="{D42A27DB-BD31-4B8C-83A1-F6EECF244321}">
                <p14:modId xmlns:p14="http://schemas.microsoft.com/office/powerpoint/2010/main" val="2739571993"/>
              </p:ext>
            </p:extLst>
          </p:nvPr>
        </p:nvGraphicFramePr>
        <p:xfrm>
          <a:off x="5007525" y="2724047"/>
          <a:ext cx="1417638" cy="395287"/>
        </p:xfrm>
        <a:graphic>
          <a:graphicData uri="http://schemas.openxmlformats.org/presentationml/2006/ole">
            <mc:AlternateContent xmlns:mc="http://schemas.openxmlformats.org/markup-compatibility/2006">
              <mc:Choice xmlns:v="urn:schemas-microsoft-com:vml" Requires="v">
                <p:oleObj name="Equation" r:id="rId29" imgW="1460160" imgH="406080" progId="Equation.DSMT4">
                  <p:embed/>
                </p:oleObj>
              </mc:Choice>
              <mc:Fallback>
                <p:oleObj name="Equation" r:id="rId29" imgW="1460160" imgH="406080" progId="Equation.DSMT4">
                  <p:embed/>
                  <p:pic>
                    <p:nvPicPr>
                      <p:cNvPr id="42" name="Object 41">
                        <a:extLst>
                          <a:ext uri="{FF2B5EF4-FFF2-40B4-BE49-F238E27FC236}">
                            <a16:creationId xmlns:a16="http://schemas.microsoft.com/office/drawing/2014/main" id="{D3E34A97-CCB9-A6E6-1483-4091B7DBE75A}"/>
                          </a:ext>
                        </a:extLst>
                      </p:cNvPr>
                      <p:cNvPicPr/>
                      <p:nvPr/>
                    </p:nvPicPr>
                    <p:blipFill>
                      <a:blip r:embed="rId30"/>
                      <a:stretch>
                        <a:fillRect/>
                      </a:stretch>
                    </p:blipFill>
                    <p:spPr>
                      <a:xfrm>
                        <a:off x="5007525" y="2724047"/>
                        <a:ext cx="1417638" cy="395287"/>
                      </a:xfrm>
                      <a:prstGeom prst="rect">
                        <a:avLst/>
                      </a:prstGeom>
                    </p:spPr>
                  </p:pic>
                </p:oleObj>
              </mc:Fallback>
            </mc:AlternateContent>
          </a:graphicData>
        </a:graphic>
      </p:graphicFrame>
      <p:graphicFrame>
        <p:nvGraphicFramePr>
          <p:cNvPr id="43" name="Object 42">
            <a:extLst>
              <a:ext uri="{FF2B5EF4-FFF2-40B4-BE49-F238E27FC236}">
                <a16:creationId xmlns:a16="http://schemas.microsoft.com/office/drawing/2014/main" id="{9A4288FF-6380-332E-C5B2-B7DF103D9883}"/>
              </a:ext>
            </a:extLst>
          </p:cNvPr>
          <p:cNvGraphicFramePr>
            <a:graphicFrameLocks noChangeAspect="1"/>
          </p:cNvGraphicFramePr>
          <p:nvPr>
            <p:extLst>
              <p:ext uri="{D42A27DB-BD31-4B8C-83A1-F6EECF244321}">
                <p14:modId xmlns:p14="http://schemas.microsoft.com/office/powerpoint/2010/main" val="2999067420"/>
              </p:ext>
            </p:extLst>
          </p:nvPr>
        </p:nvGraphicFramePr>
        <p:xfrm>
          <a:off x="6567148" y="2748817"/>
          <a:ext cx="1417638" cy="196850"/>
        </p:xfrm>
        <a:graphic>
          <a:graphicData uri="http://schemas.openxmlformats.org/presentationml/2006/ole">
            <mc:AlternateContent xmlns:mc="http://schemas.openxmlformats.org/markup-compatibility/2006">
              <mc:Choice xmlns:v="urn:schemas-microsoft-com:vml" Requires="v">
                <p:oleObj name="Equation" r:id="rId31" imgW="1460160" imgH="203040" progId="Equation.DSMT4">
                  <p:embed/>
                </p:oleObj>
              </mc:Choice>
              <mc:Fallback>
                <p:oleObj name="Equation" r:id="rId31" imgW="1460160" imgH="203040" progId="Equation.DSMT4">
                  <p:embed/>
                  <p:pic>
                    <p:nvPicPr>
                      <p:cNvPr id="43" name="Object 42">
                        <a:extLst>
                          <a:ext uri="{FF2B5EF4-FFF2-40B4-BE49-F238E27FC236}">
                            <a16:creationId xmlns:a16="http://schemas.microsoft.com/office/drawing/2014/main" id="{9A4288FF-6380-332E-C5B2-B7DF103D9883}"/>
                          </a:ext>
                        </a:extLst>
                      </p:cNvPr>
                      <p:cNvPicPr/>
                      <p:nvPr/>
                    </p:nvPicPr>
                    <p:blipFill>
                      <a:blip r:embed="rId32"/>
                      <a:stretch>
                        <a:fillRect/>
                      </a:stretch>
                    </p:blipFill>
                    <p:spPr>
                      <a:xfrm>
                        <a:off x="6567148" y="2748817"/>
                        <a:ext cx="1417638" cy="196850"/>
                      </a:xfrm>
                      <a:prstGeom prst="rect">
                        <a:avLst/>
                      </a:prstGeom>
                    </p:spPr>
                  </p:pic>
                </p:oleObj>
              </mc:Fallback>
            </mc:AlternateContent>
          </a:graphicData>
        </a:graphic>
      </p:graphicFrame>
      <p:graphicFrame>
        <p:nvGraphicFramePr>
          <p:cNvPr id="44" name="Object 43">
            <a:extLst>
              <a:ext uri="{FF2B5EF4-FFF2-40B4-BE49-F238E27FC236}">
                <a16:creationId xmlns:a16="http://schemas.microsoft.com/office/drawing/2014/main" id="{DDF35232-C8CD-A86D-C75D-0BE48C86CEDB}"/>
              </a:ext>
            </a:extLst>
          </p:cNvPr>
          <p:cNvGraphicFramePr>
            <a:graphicFrameLocks noChangeAspect="1"/>
          </p:cNvGraphicFramePr>
          <p:nvPr>
            <p:extLst>
              <p:ext uri="{D42A27DB-BD31-4B8C-83A1-F6EECF244321}">
                <p14:modId xmlns:p14="http://schemas.microsoft.com/office/powerpoint/2010/main" val="1104521342"/>
              </p:ext>
            </p:extLst>
          </p:nvPr>
        </p:nvGraphicFramePr>
        <p:xfrm>
          <a:off x="533852" y="3440602"/>
          <a:ext cx="1020763" cy="415925"/>
        </p:xfrm>
        <a:graphic>
          <a:graphicData uri="http://schemas.openxmlformats.org/presentationml/2006/ole">
            <mc:AlternateContent xmlns:mc="http://schemas.openxmlformats.org/markup-compatibility/2006">
              <mc:Choice xmlns:v="urn:schemas-microsoft-com:vml" Requires="v">
                <p:oleObj name="Equation" r:id="rId33" imgW="1054080" imgH="431640" progId="Equation.DSMT4">
                  <p:embed/>
                </p:oleObj>
              </mc:Choice>
              <mc:Fallback>
                <p:oleObj name="Equation" r:id="rId33" imgW="1054080" imgH="431640" progId="Equation.DSMT4">
                  <p:embed/>
                  <p:pic>
                    <p:nvPicPr>
                      <p:cNvPr id="44" name="Object 43">
                        <a:extLst>
                          <a:ext uri="{FF2B5EF4-FFF2-40B4-BE49-F238E27FC236}">
                            <a16:creationId xmlns:a16="http://schemas.microsoft.com/office/drawing/2014/main" id="{DDF35232-C8CD-A86D-C75D-0BE48C86CEDB}"/>
                          </a:ext>
                        </a:extLst>
                      </p:cNvPr>
                      <p:cNvPicPr/>
                      <p:nvPr/>
                    </p:nvPicPr>
                    <p:blipFill>
                      <a:blip r:embed="rId34"/>
                      <a:stretch>
                        <a:fillRect/>
                      </a:stretch>
                    </p:blipFill>
                    <p:spPr>
                      <a:xfrm>
                        <a:off x="533852" y="3440602"/>
                        <a:ext cx="1020763" cy="415925"/>
                      </a:xfrm>
                      <a:prstGeom prst="rect">
                        <a:avLst/>
                      </a:prstGeom>
                    </p:spPr>
                  </p:pic>
                </p:oleObj>
              </mc:Fallback>
            </mc:AlternateContent>
          </a:graphicData>
        </a:graphic>
      </p:graphicFrame>
      <p:graphicFrame>
        <p:nvGraphicFramePr>
          <p:cNvPr id="45" name="Object 44">
            <a:extLst>
              <a:ext uri="{FF2B5EF4-FFF2-40B4-BE49-F238E27FC236}">
                <a16:creationId xmlns:a16="http://schemas.microsoft.com/office/drawing/2014/main" id="{B6B6EB4E-1C68-BE8A-BFD4-54E14431A0ED}"/>
              </a:ext>
            </a:extLst>
          </p:cNvPr>
          <p:cNvGraphicFramePr>
            <a:graphicFrameLocks noChangeAspect="1"/>
          </p:cNvGraphicFramePr>
          <p:nvPr>
            <p:extLst>
              <p:ext uri="{D42A27DB-BD31-4B8C-83A1-F6EECF244321}">
                <p14:modId xmlns:p14="http://schemas.microsoft.com/office/powerpoint/2010/main" val="2722192163"/>
              </p:ext>
            </p:extLst>
          </p:nvPr>
        </p:nvGraphicFramePr>
        <p:xfrm>
          <a:off x="1922463" y="3407373"/>
          <a:ext cx="941387" cy="698500"/>
        </p:xfrm>
        <a:graphic>
          <a:graphicData uri="http://schemas.openxmlformats.org/presentationml/2006/ole">
            <mc:AlternateContent xmlns:mc="http://schemas.openxmlformats.org/markup-compatibility/2006">
              <mc:Choice xmlns:v="urn:schemas-microsoft-com:vml" Requires="v">
                <p:oleObj name="Equation" r:id="rId35" imgW="888840" imgH="660240" progId="Equation.DSMT4">
                  <p:embed/>
                </p:oleObj>
              </mc:Choice>
              <mc:Fallback>
                <p:oleObj name="Equation" r:id="rId35" imgW="888840" imgH="660240" progId="Equation.DSMT4">
                  <p:embed/>
                  <p:pic>
                    <p:nvPicPr>
                      <p:cNvPr id="45" name="Object 44">
                        <a:extLst>
                          <a:ext uri="{FF2B5EF4-FFF2-40B4-BE49-F238E27FC236}">
                            <a16:creationId xmlns:a16="http://schemas.microsoft.com/office/drawing/2014/main" id="{B6B6EB4E-1C68-BE8A-BFD4-54E14431A0ED}"/>
                          </a:ext>
                        </a:extLst>
                      </p:cNvPr>
                      <p:cNvPicPr/>
                      <p:nvPr/>
                    </p:nvPicPr>
                    <p:blipFill>
                      <a:blip r:embed="rId36"/>
                      <a:stretch>
                        <a:fillRect/>
                      </a:stretch>
                    </p:blipFill>
                    <p:spPr>
                      <a:xfrm>
                        <a:off x="1922463" y="3407373"/>
                        <a:ext cx="941387" cy="698500"/>
                      </a:xfrm>
                      <a:prstGeom prst="rect">
                        <a:avLst/>
                      </a:prstGeom>
                    </p:spPr>
                  </p:pic>
                </p:oleObj>
              </mc:Fallback>
            </mc:AlternateContent>
          </a:graphicData>
        </a:graphic>
      </p:graphicFrame>
      <p:graphicFrame>
        <p:nvGraphicFramePr>
          <p:cNvPr id="46" name="Object 45">
            <a:extLst>
              <a:ext uri="{FF2B5EF4-FFF2-40B4-BE49-F238E27FC236}">
                <a16:creationId xmlns:a16="http://schemas.microsoft.com/office/drawing/2014/main" id="{6CD9C2CF-17E6-9393-6D58-42405E714519}"/>
              </a:ext>
            </a:extLst>
          </p:cNvPr>
          <p:cNvGraphicFramePr>
            <a:graphicFrameLocks noChangeAspect="1"/>
          </p:cNvGraphicFramePr>
          <p:nvPr>
            <p:extLst>
              <p:ext uri="{D42A27DB-BD31-4B8C-83A1-F6EECF244321}">
                <p14:modId xmlns:p14="http://schemas.microsoft.com/office/powerpoint/2010/main" val="3104231210"/>
              </p:ext>
            </p:extLst>
          </p:nvPr>
        </p:nvGraphicFramePr>
        <p:xfrm>
          <a:off x="3343275" y="3449638"/>
          <a:ext cx="1169988" cy="196850"/>
        </p:xfrm>
        <a:graphic>
          <a:graphicData uri="http://schemas.openxmlformats.org/presentationml/2006/ole">
            <mc:AlternateContent xmlns:mc="http://schemas.openxmlformats.org/markup-compatibility/2006">
              <mc:Choice xmlns:v="urn:schemas-microsoft-com:vml" Requires="v">
                <p:oleObj name="Equation" r:id="rId37" imgW="1206360" imgH="203040" progId="Equation.DSMT4">
                  <p:embed/>
                </p:oleObj>
              </mc:Choice>
              <mc:Fallback>
                <p:oleObj name="Equation" r:id="rId37" imgW="1206360" imgH="203040" progId="Equation.DSMT4">
                  <p:embed/>
                  <p:pic>
                    <p:nvPicPr>
                      <p:cNvPr id="46" name="Object 45">
                        <a:extLst>
                          <a:ext uri="{FF2B5EF4-FFF2-40B4-BE49-F238E27FC236}">
                            <a16:creationId xmlns:a16="http://schemas.microsoft.com/office/drawing/2014/main" id="{6CD9C2CF-17E6-9393-6D58-42405E714519}"/>
                          </a:ext>
                        </a:extLst>
                      </p:cNvPr>
                      <p:cNvPicPr/>
                      <p:nvPr/>
                    </p:nvPicPr>
                    <p:blipFill>
                      <a:blip r:embed="rId38"/>
                      <a:stretch>
                        <a:fillRect/>
                      </a:stretch>
                    </p:blipFill>
                    <p:spPr>
                      <a:xfrm>
                        <a:off x="3343275" y="3449638"/>
                        <a:ext cx="1169988" cy="196850"/>
                      </a:xfrm>
                      <a:prstGeom prst="rect">
                        <a:avLst/>
                      </a:prstGeom>
                    </p:spPr>
                  </p:pic>
                </p:oleObj>
              </mc:Fallback>
            </mc:AlternateContent>
          </a:graphicData>
        </a:graphic>
      </p:graphicFrame>
      <p:graphicFrame>
        <p:nvGraphicFramePr>
          <p:cNvPr id="47" name="Object 46">
            <a:extLst>
              <a:ext uri="{FF2B5EF4-FFF2-40B4-BE49-F238E27FC236}">
                <a16:creationId xmlns:a16="http://schemas.microsoft.com/office/drawing/2014/main" id="{9E58734D-B3E2-CA34-0594-2EE6336BAEFB}"/>
              </a:ext>
            </a:extLst>
          </p:cNvPr>
          <p:cNvGraphicFramePr>
            <a:graphicFrameLocks noChangeAspect="1"/>
          </p:cNvGraphicFramePr>
          <p:nvPr>
            <p:extLst>
              <p:ext uri="{D42A27DB-BD31-4B8C-83A1-F6EECF244321}">
                <p14:modId xmlns:p14="http://schemas.microsoft.com/office/powerpoint/2010/main" val="1031703135"/>
              </p:ext>
            </p:extLst>
          </p:nvPr>
        </p:nvGraphicFramePr>
        <p:xfrm>
          <a:off x="5021263" y="3436938"/>
          <a:ext cx="1387475" cy="582612"/>
        </p:xfrm>
        <a:graphic>
          <a:graphicData uri="http://schemas.openxmlformats.org/presentationml/2006/ole">
            <mc:AlternateContent xmlns:mc="http://schemas.openxmlformats.org/markup-compatibility/2006">
              <mc:Choice xmlns:v="urn:schemas-microsoft-com:vml" Requires="v">
                <p:oleObj name="Equation" r:id="rId39" imgW="1574640" imgH="660240" progId="Equation.DSMT4">
                  <p:embed/>
                </p:oleObj>
              </mc:Choice>
              <mc:Fallback>
                <p:oleObj name="Equation" r:id="rId39" imgW="1574640" imgH="660240" progId="Equation.DSMT4">
                  <p:embed/>
                  <p:pic>
                    <p:nvPicPr>
                      <p:cNvPr id="47" name="Object 46">
                        <a:extLst>
                          <a:ext uri="{FF2B5EF4-FFF2-40B4-BE49-F238E27FC236}">
                            <a16:creationId xmlns:a16="http://schemas.microsoft.com/office/drawing/2014/main" id="{9E58734D-B3E2-CA34-0594-2EE6336BAEFB}"/>
                          </a:ext>
                        </a:extLst>
                      </p:cNvPr>
                      <p:cNvPicPr/>
                      <p:nvPr/>
                    </p:nvPicPr>
                    <p:blipFill>
                      <a:blip r:embed="rId40"/>
                      <a:stretch>
                        <a:fillRect/>
                      </a:stretch>
                    </p:blipFill>
                    <p:spPr>
                      <a:xfrm>
                        <a:off x="5021263" y="3436938"/>
                        <a:ext cx="1387475" cy="582612"/>
                      </a:xfrm>
                      <a:prstGeom prst="rect">
                        <a:avLst/>
                      </a:prstGeom>
                    </p:spPr>
                  </p:pic>
                </p:oleObj>
              </mc:Fallback>
            </mc:AlternateContent>
          </a:graphicData>
        </a:graphic>
      </p:graphicFrame>
      <p:graphicFrame>
        <p:nvGraphicFramePr>
          <p:cNvPr id="48" name="Object 47">
            <a:extLst>
              <a:ext uri="{FF2B5EF4-FFF2-40B4-BE49-F238E27FC236}">
                <a16:creationId xmlns:a16="http://schemas.microsoft.com/office/drawing/2014/main" id="{9E29F144-2480-08F9-19CE-1F368EEC47A6}"/>
              </a:ext>
            </a:extLst>
          </p:cNvPr>
          <p:cNvGraphicFramePr>
            <a:graphicFrameLocks noChangeAspect="1"/>
          </p:cNvGraphicFramePr>
          <p:nvPr>
            <p:extLst>
              <p:ext uri="{D42A27DB-BD31-4B8C-83A1-F6EECF244321}">
                <p14:modId xmlns:p14="http://schemas.microsoft.com/office/powerpoint/2010/main" val="557139734"/>
              </p:ext>
            </p:extLst>
          </p:nvPr>
        </p:nvGraphicFramePr>
        <p:xfrm>
          <a:off x="6567148" y="3446939"/>
          <a:ext cx="1417638" cy="196850"/>
        </p:xfrm>
        <a:graphic>
          <a:graphicData uri="http://schemas.openxmlformats.org/presentationml/2006/ole">
            <mc:AlternateContent xmlns:mc="http://schemas.openxmlformats.org/markup-compatibility/2006">
              <mc:Choice xmlns:v="urn:schemas-microsoft-com:vml" Requires="v">
                <p:oleObj name="Equation" r:id="rId41" imgW="1460160" imgH="203040" progId="Equation.DSMT4">
                  <p:embed/>
                </p:oleObj>
              </mc:Choice>
              <mc:Fallback>
                <p:oleObj name="Equation" r:id="rId41" imgW="1460160" imgH="203040" progId="Equation.DSMT4">
                  <p:embed/>
                  <p:pic>
                    <p:nvPicPr>
                      <p:cNvPr id="48" name="Object 47">
                        <a:extLst>
                          <a:ext uri="{FF2B5EF4-FFF2-40B4-BE49-F238E27FC236}">
                            <a16:creationId xmlns:a16="http://schemas.microsoft.com/office/drawing/2014/main" id="{9E29F144-2480-08F9-19CE-1F368EEC47A6}"/>
                          </a:ext>
                        </a:extLst>
                      </p:cNvPr>
                      <p:cNvPicPr/>
                      <p:nvPr/>
                    </p:nvPicPr>
                    <p:blipFill>
                      <a:blip r:embed="rId42"/>
                      <a:stretch>
                        <a:fillRect/>
                      </a:stretch>
                    </p:blipFill>
                    <p:spPr>
                      <a:xfrm>
                        <a:off x="6567148" y="3446939"/>
                        <a:ext cx="1417638" cy="196850"/>
                      </a:xfrm>
                      <a:prstGeom prst="rect">
                        <a:avLst/>
                      </a:prstGeom>
                    </p:spPr>
                  </p:pic>
                </p:oleObj>
              </mc:Fallback>
            </mc:AlternateContent>
          </a:graphicData>
        </a:graphic>
      </p:graphicFrame>
      <p:graphicFrame>
        <p:nvGraphicFramePr>
          <p:cNvPr id="49" name="Object 48">
            <a:extLst>
              <a:ext uri="{FF2B5EF4-FFF2-40B4-BE49-F238E27FC236}">
                <a16:creationId xmlns:a16="http://schemas.microsoft.com/office/drawing/2014/main" id="{DFD80784-DBA8-DCE5-CF1C-36B9CDD7242C}"/>
              </a:ext>
            </a:extLst>
          </p:cNvPr>
          <p:cNvGraphicFramePr>
            <a:graphicFrameLocks noChangeAspect="1"/>
          </p:cNvGraphicFramePr>
          <p:nvPr>
            <p:extLst>
              <p:ext uri="{D42A27DB-BD31-4B8C-83A1-F6EECF244321}">
                <p14:modId xmlns:p14="http://schemas.microsoft.com/office/powerpoint/2010/main" val="3923130619"/>
              </p:ext>
            </p:extLst>
          </p:nvPr>
        </p:nvGraphicFramePr>
        <p:xfrm>
          <a:off x="531813" y="4200525"/>
          <a:ext cx="935037" cy="422275"/>
        </p:xfrm>
        <a:graphic>
          <a:graphicData uri="http://schemas.openxmlformats.org/presentationml/2006/ole">
            <mc:AlternateContent xmlns:mc="http://schemas.openxmlformats.org/markup-compatibility/2006">
              <mc:Choice xmlns:v="urn:schemas-microsoft-com:vml" Requires="v">
                <p:oleObj name="Equation" r:id="rId43" imgW="965160" imgH="431640" progId="Equation.DSMT4">
                  <p:embed/>
                </p:oleObj>
              </mc:Choice>
              <mc:Fallback>
                <p:oleObj name="Equation" r:id="rId43" imgW="965160" imgH="431640" progId="Equation.DSMT4">
                  <p:embed/>
                  <p:pic>
                    <p:nvPicPr>
                      <p:cNvPr id="49" name="Object 48">
                        <a:extLst>
                          <a:ext uri="{FF2B5EF4-FFF2-40B4-BE49-F238E27FC236}">
                            <a16:creationId xmlns:a16="http://schemas.microsoft.com/office/drawing/2014/main" id="{DFD80784-DBA8-DCE5-CF1C-36B9CDD7242C}"/>
                          </a:ext>
                        </a:extLst>
                      </p:cNvPr>
                      <p:cNvPicPr/>
                      <p:nvPr/>
                    </p:nvPicPr>
                    <p:blipFill>
                      <a:blip r:embed="rId44"/>
                      <a:stretch>
                        <a:fillRect/>
                      </a:stretch>
                    </p:blipFill>
                    <p:spPr>
                      <a:xfrm>
                        <a:off x="531813" y="4200525"/>
                        <a:ext cx="935037" cy="422275"/>
                      </a:xfrm>
                      <a:prstGeom prst="rect">
                        <a:avLst/>
                      </a:prstGeom>
                    </p:spPr>
                  </p:pic>
                </p:oleObj>
              </mc:Fallback>
            </mc:AlternateContent>
          </a:graphicData>
        </a:graphic>
      </p:graphicFrame>
      <p:graphicFrame>
        <p:nvGraphicFramePr>
          <p:cNvPr id="50" name="Object 49">
            <a:extLst>
              <a:ext uri="{FF2B5EF4-FFF2-40B4-BE49-F238E27FC236}">
                <a16:creationId xmlns:a16="http://schemas.microsoft.com/office/drawing/2014/main" id="{9D018D2C-517D-94EC-1F81-65E09F798542}"/>
              </a:ext>
            </a:extLst>
          </p:cNvPr>
          <p:cNvGraphicFramePr>
            <a:graphicFrameLocks noChangeAspect="1"/>
          </p:cNvGraphicFramePr>
          <p:nvPr>
            <p:extLst>
              <p:ext uri="{D42A27DB-BD31-4B8C-83A1-F6EECF244321}">
                <p14:modId xmlns:p14="http://schemas.microsoft.com/office/powerpoint/2010/main" val="2770084078"/>
              </p:ext>
            </p:extLst>
          </p:nvPr>
        </p:nvGraphicFramePr>
        <p:xfrm>
          <a:off x="1955800" y="4186238"/>
          <a:ext cx="582613" cy="493712"/>
        </p:xfrm>
        <a:graphic>
          <a:graphicData uri="http://schemas.openxmlformats.org/presentationml/2006/ole">
            <mc:AlternateContent xmlns:mc="http://schemas.openxmlformats.org/markup-compatibility/2006">
              <mc:Choice xmlns:v="urn:schemas-microsoft-com:vml" Requires="v">
                <p:oleObj name="Equation" r:id="rId45" imgW="495000" imgH="419040" progId="Equation.DSMT4">
                  <p:embed/>
                </p:oleObj>
              </mc:Choice>
              <mc:Fallback>
                <p:oleObj name="Equation" r:id="rId45" imgW="495000" imgH="419040" progId="Equation.DSMT4">
                  <p:embed/>
                  <p:pic>
                    <p:nvPicPr>
                      <p:cNvPr id="50" name="Object 49">
                        <a:extLst>
                          <a:ext uri="{FF2B5EF4-FFF2-40B4-BE49-F238E27FC236}">
                            <a16:creationId xmlns:a16="http://schemas.microsoft.com/office/drawing/2014/main" id="{9D018D2C-517D-94EC-1F81-65E09F798542}"/>
                          </a:ext>
                        </a:extLst>
                      </p:cNvPr>
                      <p:cNvPicPr/>
                      <p:nvPr/>
                    </p:nvPicPr>
                    <p:blipFill>
                      <a:blip r:embed="rId46"/>
                      <a:stretch>
                        <a:fillRect/>
                      </a:stretch>
                    </p:blipFill>
                    <p:spPr>
                      <a:xfrm>
                        <a:off x="1955800" y="4186238"/>
                        <a:ext cx="582613" cy="493712"/>
                      </a:xfrm>
                      <a:prstGeom prst="rect">
                        <a:avLst/>
                      </a:prstGeom>
                    </p:spPr>
                  </p:pic>
                </p:oleObj>
              </mc:Fallback>
            </mc:AlternateContent>
          </a:graphicData>
        </a:graphic>
      </p:graphicFrame>
      <p:graphicFrame>
        <p:nvGraphicFramePr>
          <p:cNvPr id="51" name="Object 50">
            <a:extLst>
              <a:ext uri="{FF2B5EF4-FFF2-40B4-BE49-F238E27FC236}">
                <a16:creationId xmlns:a16="http://schemas.microsoft.com/office/drawing/2014/main" id="{E88EE755-A62C-502F-856A-DA924C8BFCD6}"/>
              </a:ext>
            </a:extLst>
          </p:cNvPr>
          <p:cNvGraphicFramePr>
            <a:graphicFrameLocks noChangeAspect="1"/>
          </p:cNvGraphicFramePr>
          <p:nvPr>
            <p:extLst>
              <p:ext uri="{D42A27DB-BD31-4B8C-83A1-F6EECF244321}">
                <p14:modId xmlns:p14="http://schemas.microsoft.com/office/powerpoint/2010/main" val="128537327"/>
              </p:ext>
            </p:extLst>
          </p:nvPr>
        </p:nvGraphicFramePr>
        <p:xfrm>
          <a:off x="3377428" y="4336182"/>
          <a:ext cx="416963" cy="193823"/>
        </p:xfrm>
        <a:graphic>
          <a:graphicData uri="http://schemas.openxmlformats.org/presentationml/2006/ole">
            <mc:AlternateContent xmlns:mc="http://schemas.openxmlformats.org/markup-compatibility/2006">
              <mc:Choice xmlns:v="urn:schemas-microsoft-com:vml" Requires="v">
                <p:oleObj name="Equation" r:id="rId47" imgW="380880" imgH="177480" progId="Equation.DSMT4">
                  <p:embed/>
                </p:oleObj>
              </mc:Choice>
              <mc:Fallback>
                <p:oleObj name="Equation" r:id="rId47" imgW="380880" imgH="177480" progId="Equation.DSMT4">
                  <p:embed/>
                  <p:pic>
                    <p:nvPicPr>
                      <p:cNvPr id="51" name="Object 50">
                        <a:extLst>
                          <a:ext uri="{FF2B5EF4-FFF2-40B4-BE49-F238E27FC236}">
                            <a16:creationId xmlns:a16="http://schemas.microsoft.com/office/drawing/2014/main" id="{E88EE755-A62C-502F-856A-DA924C8BFCD6}"/>
                          </a:ext>
                        </a:extLst>
                      </p:cNvPr>
                      <p:cNvPicPr/>
                      <p:nvPr/>
                    </p:nvPicPr>
                    <p:blipFill>
                      <a:blip r:embed="rId48"/>
                      <a:stretch>
                        <a:fillRect/>
                      </a:stretch>
                    </p:blipFill>
                    <p:spPr>
                      <a:xfrm>
                        <a:off x="3377428" y="4336182"/>
                        <a:ext cx="416963" cy="193823"/>
                      </a:xfrm>
                      <a:prstGeom prst="rect">
                        <a:avLst/>
                      </a:prstGeom>
                    </p:spPr>
                  </p:pic>
                </p:oleObj>
              </mc:Fallback>
            </mc:AlternateContent>
          </a:graphicData>
        </a:graphic>
      </p:graphicFrame>
      <p:graphicFrame>
        <p:nvGraphicFramePr>
          <p:cNvPr id="52" name="Object 51">
            <a:extLst>
              <a:ext uri="{FF2B5EF4-FFF2-40B4-BE49-F238E27FC236}">
                <a16:creationId xmlns:a16="http://schemas.microsoft.com/office/drawing/2014/main" id="{CB5D7CE7-9321-6CAB-9B85-3E0991628EC3}"/>
              </a:ext>
            </a:extLst>
          </p:cNvPr>
          <p:cNvGraphicFramePr>
            <a:graphicFrameLocks noChangeAspect="1"/>
          </p:cNvGraphicFramePr>
          <p:nvPr>
            <p:extLst>
              <p:ext uri="{D42A27DB-BD31-4B8C-83A1-F6EECF244321}">
                <p14:modId xmlns:p14="http://schemas.microsoft.com/office/powerpoint/2010/main" val="4077021086"/>
              </p:ext>
            </p:extLst>
          </p:nvPr>
        </p:nvGraphicFramePr>
        <p:xfrm>
          <a:off x="5026025" y="4152900"/>
          <a:ext cx="1292225" cy="963613"/>
        </p:xfrm>
        <a:graphic>
          <a:graphicData uri="http://schemas.openxmlformats.org/presentationml/2006/ole">
            <mc:AlternateContent xmlns:mc="http://schemas.openxmlformats.org/markup-compatibility/2006">
              <mc:Choice xmlns:v="urn:schemas-microsoft-com:vml" Requires="v">
                <p:oleObj name="Equation" r:id="rId49" imgW="1460160" imgH="1091880" progId="Equation.DSMT4">
                  <p:embed/>
                </p:oleObj>
              </mc:Choice>
              <mc:Fallback>
                <p:oleObj name="Equation" r:id="rId49" imgW="1460160" imgH="1091880" progId="Equation.DSMT4">
                  <p:embed/>
                  <p:pic>
                    <p:nvPicPr>
                      <p:cNvPr id="52" name="Object 51">
                        <a:extLst>
                          <a:ext uri="{FF2B5EF4-FFF2-40B4-BE49-F238E27FC236}">
                            <a16:creationId xmlns:a16="http://schemas.microsoft.com/office/drawing/2014/main" id="{CB5D7CE7-9321-6CAB-9B85-3E0991628EC3}"/>
                          </a:ext>
                        </a:extLst>
                      </p:cNvPr>
                      <p:cNvPicPr/>
                      <p:nvPr/>
                    </p:nvPicPr>
                    <p:blipFill>
                      <a:blip r:embed="rId50"/>
                      <a:stretch>
                        <a:fillRect/>
                      </a:stretch>
                    </p:blipFill>
                    <p:spPr>
                      <a:xfrm>
                        <a:off x="5026025" y="4152900"/>
                        <a:ext cx="1292225" cy="963613"/>
                      </a:xfrm>
                      <a:prstGeom prst="rect">
                        <a:avLst/>
                      </a:prstGeom>
                    </p:spPr>
                  </p:pic>
                </p:oleObj>
              </mc:Fallback>
            </mc:AlternateContent>
          </a:graphicData>
        </a:graphic>
      </p:graphicFrame>
      <p:graphicFrame>
        <p:nvGraphicFramePr>
          <p:cNvPr id="53" name="Object 52">
            <a:extLst>
              <a:ext uri="{FF2B5EF4-FFF2-40B4-BE49-F238E27FC236}">
                <a16:creationId xmlns:a16="http://schemas.microsoft.com/office/drawing/2014/main" id="{10E5CA5B-BCE0-A465-F606-A4013027EAC0}"/>
              </a:ext>
            </a:extLst>
          </p:cNvPr>
          <p:cNvGraphicFramePr>
            <a:graphicFrameLocks noChangeAspect="1"/>
          </p:cNvGraphicFramePr>
          <p:nvPr>
            <p:extLst>
              <p:ext uri="{D42A27DB-BD31-4B8C-83A1-F6EECF244321}">
                <p14:modId xmlns:p14="http://schemas.microsoft.com/office/powerpoint/2010/main" val="2457231530"/>
              </p:ext>
            </p:extLst>
          </p:nvPr>
        </p:nvGraphicFramePr>
        <p:xfrm>
          <a:off x="6590847" y="4205288"/>
          <a:ext cx="1071562" cy="417512"/>
        </p:xfrm>
        <a:graphic>
          <a:graphicData uri="http://schemas.openxmlformats.org/presentationml/2006/ole">
            <mc:AlternateContent xmlns:mc="http://schemas.openxmlformats.org/markup-compatibility/2006">
              <mc:Choice xmlns:v="urn:schemas-microsoft-com:vml" Requires="v">
                <p:oleObj name="Equation" r:id="rId51" imgW="1104840" imgH="431640" progId="Equation.DSMT4">
                  <p:embed/>
                </p:oleObj>
              </mc:Choice>
              <mc:Fallback>
                <p:oleObj name="Equation" r:id="rId51" imgW="1104840" imgH="431640" progId="Equation.DSMT4">
                  <p:embed/>
                  <p:pic>
                    <p:nvPicPr>
                      <p:cNvPr id="53" name="Object 52">
                        <a:extLst>
                          <a:ext uri="{FF2B5EF4-FFF2-40B4-BE49-F238E27FC236}">
                            <a16:creationId xmlns:a16="http://schemas.microsoft.com/office/drawing/2014/main" id="{10E5CA5B-BCE0-A465-F606-A4013027EAC0}"/>
                          </a:ext>
                        </a:extLst>
                      </p:cNvPr>
                      <p:cNvPicPr/>
                      <p:nvPr/>
                    </p:nvPicPr>
                    <p:blipFill>
                      <a:blip r:embed="rId52"/>
                      <a:stretch>
                        <a:fillRect/>
                      </a:stretch>
                    </p:blipFill>
                    <p:spPr>
                      <a:xfrm>
                        <a:off x="6590847" y="4205288"/>
                        <a:ext cx="1071562" cy="417512"/>
                      </a:xfrm>
                      <a:prstGeom prst="rect">
                        <a:avLst/>
                      </a:prstGeom>
                    </p:spPr>
                  </p:pic>
                </p:oleObj>
              </mc:Fallback>
            </mc:AlternateContent>
          </a:graphicData>
        </a:graphic>
      </p:graphicFrame>
      <p:graphicFrame>
        <p:nvGraphicFramePr>
          <p:cNvPr id="54" name="Object 53">
            <a:extLst>
              <a:ext uri="{FF2B5EF4-FFF2-40B4-BE49-F238E27FC236}">
                <a16:creationId xmlns:a16="http://schemas.microsoft.com/office/drawing/2014/main" id="{4935A9CF-5F2B-D21D-6325-EAA26FC45FDB}"/>
              </a:ext>
            </a:extLst>
          </p:cNvPr>
          <p:cNvGraphicFramePr>
            <a:graphicFrameLocks noChangeAspect="1"/>
          </p:cNvGraphicFramePr>
          <p:nvPr>
            <p:extLst>
              <p:ext uri="{D42A27DB-BD31-4B8C-83A1-F6EECF244321}">
                <p14:modId xmlns:p14="http://schemas.microsoft.com/office/powerpoint/2010/main" val="3778422049"/>
              </p:ext>
            </p:extLst>
          </p:nvPr>
        </p:nvGraphicFramePr>
        <p:xfrm>
          <a:off x="527050" y="5207000"/>
          <a:ext cx="1071563" cy="419100"/>
        </p:xfrm>
        <a:graphic>
          <a:graphicData uri="http://schemas.openxmlformats.org/presentationml/2006/ole">
            <mc:AlternateContent xmlns:mc="http://schemas.openxmlformats.org/markup-compatibility/2006">
              <mc:Choice xmlns:v="urn:schemas-microsoft-com:vml" Requires="v">
                <p:oleObj name="Equation" r:id="rId53" imgW="1104840" imgH="431640" progId="Equation.DSMT4">
                  <p:embed/>
                </p:oleObj>
              </mc:Choice>
              <mc:Fallback>
                <p:oleObj name="Equation" r:id="rId53" imgW="1104840" imgH="431640" progId="Equation.DSMT4">
                  <p:embed/>
                  <p:pic>
                    <p:nvPicPr>
                      <p:cNvPr id="54" name="Object 53">
                        <a:extLst>
                          <a:ext uri="{FF2B5EF4-FFF2-40B4-BE49-F238E27FC236}">
                            <a16:creationId xmlns:a16="http://schemas.microsoft.com/office/drawing/2014/main" id="{4935A9CF-5F2B-D21D-6325-EAA26FC45FDB}"/>
                          </a:ext>
                        </a:extLst>
                      </p:cNvPr>
                      <p:cNvPicPr/>
                      <p:nvPr/>
                    </p:nvPicPr>
                    <p:blipFill>
                      <a:blip r:embed="rId54"/>
                      <a:stretch>
                        <a:fillRect/>
                      </a:stretch>
                    </p:blipFill>
                    <p:spPr>
                      <a:xfrm>
                        <a:off x="527050" y="5207000"/>
                        <a:ext cx="1071563" cy="419100"/>
                      </a:xfrm>
                      <a:prstGeom prst="rect">
                        <a:avLst/>
                      </a:prstGeom>
                    </p:spPr>
                  </p:pic>
                </p:oleObj>
              </mc:Fallback>
            </mc:AlternateContent>
          </a:graphicData>
        </a:graphic>
      </p:graphicFrame>
      <p:graphicFrame>
        <p:nvGraphicFramePr>
          <p:cNvPr id="55" name="Object 54">
            <a:extLst>
              <a:ext uri="{FF2B5EF4-FFF2-40B4-BE49-F238E27FC236}">
                <a16:creationId xmlns:a16="http://schemas.microsoft.com/office/drawing/2014/main" id="{9D4E184A-FF8B-1D47-4208-4AF9CFC5A35A}"/>
              </a:ext>
            </a:extLst>
          </p:cNvPr>
          <p:cNvGraphicFramePr>
            <a:graphicFrameLocks noChangeAspect="1"/>
          </p:cNvGraphicFramePr>
          <p:nvPr>
            <p:extLst>
              <p:ext uri="{D42A27DB-BD31-4B8C-83A1-F6EECF244321}">
                <p14:modId xmlns:p14="http://schemas.microsoft.com/office/powerpoint/2010/main" val="3279039741"/>
              </p:ext>
            </p:extLst>
          </p:nvPr>
        </p:nvGraphicFramePr>
        <p:xfrm>
          <a:off x="1912200" y="5162731"/>
          <a:ext cx="836612" cy="784225"/>
        </p:xfrm>
        <a:graphic>
          <a:graphicData uri="http://schemas.openxmlformats.org/presentationml/2006/ole">
            <mc:AlternateContent xmlns:mc="http://schemas.openxmlformats.org/markup-compatibility/2006">
              <mc:Choice xmlns:v="urn:schemas-microsoft-com:vml" Requires="v">
                <p:oleObj name="Equation" r:id="rId55" imgW="647640" imgH="609480" progId="Equation.DSMT4">
                  <p:embed/>
                </p:oleObj>
              </mc:Choice>
              <mc:Fallback>
                <p:oleObj name="Equation" r:id="rId55" imgW="647640" imgH="609480" progId="Equation.DSMT4">
                  <p:embed/>
                  <p:pic>
                    <p:nvPicPr>
                      <p:cNvPr id="55" name="Object 54">
                        <a:extLst>
                          <a:ext uri="{FF2B5EF4-FFF2-40B4-BE49-F238E27FC236}">
                            <a16:creationId xmlns:a16="http://schemas.microsoft.com/office/drawing/2014/main" id="{9D4E184A-FF8B-1D47-4208-4AF9CFC5A35A}"/>
                          </a:ext>
                        </a:extLst>
                      </p:cNvPr>
                      <p:cNvPicPr/>
                      <p:nvPr/>
                    </p:nvPicPr>
                    <p:blipFill>
                      <a:blip r:embed="rId56"/>
                      <a:stretch>
                        <a:fillRect/>
                      </a:stretch>
                    </p:blipFill>
                    <p:spPr>
                      <a:xfrm>
                        <a:off x="1912200" y="5162731"/>
                        <a:ext cx="836612" cy="784225"/>
                      </a:xfrm>
                      <a:prstGeom prst="rect">
                        <a:avLst/>
                      </a:prstGeom>
                    </p:spPr>
                  </p:pic>
                </p:oleObj>
              </mc:Fallback>
            </mc:AlternateContent>
          </a:graphicData>
        </a:graphic>
      </p:graphicFrame>
      <p:graphicFrame>
        <p:nvGraphicFramePr>
          <p:cNvPr id="56" name="Object 55">
            <a:extLst>
              <a:ext uri="{FF2B5EF4-FFF2-40B4-BE49-F238E27FC236}">
                <a16:creationId xmlns:a16="http://schemas.microsoft.com/office/drawing/2014/main" id="{B81CA7B3-B08E-60A9-0975-8E8C3E59D96A}"/>
              </a:ext>
            </a:extLst>
          </p:cNvPr>
          <p:cNvGraphicFramePr>
            <a:graphicFrameLocks noChangeAspect="1"/>
          </p:cNvGraphicFramePr>
          <p:nvPr>
            <p:extLst>
              <p:ext uri="{D42A27DB-BD31-4B8C-83A1-F6EECF244321}">
                <p14:modId xmlns:p14="http://schemas.microsoft.com/office/powerpoint/2010/main" val="388479182"/>
              </p:ext>
            </p:extLst>
          </p:nvPr>
        </p:nvGraphicFramePr>
        <p:xfrm>
          <a:off x="3360738" y="5280025"/>
          <a:ext cx="1135062" cy="188913"/>
        </p:xfrm>
        <a:graphic>
          <a:graphicData uri="http://schemas.openxmlformats.org/presentationml/2006/ole">
            <mc:AlternateContent xmlns:mc="http://schemas.openxmlformats.org/markup-compatibility/2006">
              <mc:Choice xmlns:v="urn:schemas-microsoft-com:vml" Requires="v">
                <p:oleObj name="Equation" r:id="rId57" imgW="1218960" imgH="203040" progId="Equation.DSMT4">
                  <p:embed/>
                </p:oleObj>
              </mc:Choice>
              <mc:Fallback>
                <p:oleObj name="Equation" r:id="rId57" imgW="1218960" imgH="203040" progId="Equation.DSMT4">
                  <p:embed/>
                  <p:pic>
                    <p:nvPicPr>
                      <p:cNvPr id="56" name="Object 55">
                        <a:extLst>
                          <a:ext uri="{FF2B5EF4-FFF2-40B4-BE49-F238E27FC236}">
                            <a16:creationId xmlns:a16="http://schemas.microsoft.com/office/drawing/2014/main" id="{B81CA7B3-B08E-60A9-0975-8E8C3E59D96A}"/>
                          </a:ext>
                        </a:extLst>
                      </p:cNvPr>
                      <p:cNvPicPr/>
                      <p:nvPr/>
                    </p:nvPicPr>
                    <p:blipFill>
                      <a:blip r:embed="rId58"/>
                      <a:stretch>
                        <a:fillRect/>
                      </a:stretch>
                    </p:blipFill>
                    <p:spPr>
                      <a:xfrm>
                        <a:off x="3360738" y="5280025"/>
                        <a:ext cx="1135062" cy="188913"/>
                      </a:xfrm>
                      <a:prstGeom prst="rect">
                        <a:avLst/>
                      </a:prstGeom>
                    </p:spPr>
                  </p:pic>
                </p:oleObj>
              </mc:Fallback>
            </mc:AlternateContent>
          </a:graphicData>
        </a:graphic>
      </p:graphicFrame>
      <p:graphicFrame>
        <p:nvGraphicFramePr>
          <p:cNvPr id="57" name="Object 56">
            <a:extLst>
              <a:ext uri="{FF2B5EF4-FFF2-40B4-BE49-F238E27FC236}">
                <a16:creationId xmlns:a16="http://schemas.microsoft.com/office/drawing/2014/main" id="{EFDC4272-555E-6225-76B2-0E6A8674E94E}"/>
              </a:ext>
            </a:extLst>
          </p:cNvPr>
          <p:cNvGraphicFramePr>
            <a:graphicFrameLocks noChangeAspect="1"/>
          </p:cNvGraphicFramePr>
          <p:nvPr>
            <p:extLst>
              <p:ext uri="{D42A27DB-BD31-4B8C-83A1-F6EECF244321}">
                <p14:modId xmlns:p14="http://schemas.microsoft.com/office/powerpoint/2010/main" val="918656901"/>
              </p:ext>
            </p:extLst>
          </p:nvPr>
        </p:nvGraphicFramePr>
        <p:xfrm>
          <a:off x="5026025" y="5296456"/>
          <a:ext cx="1196975" cy="196850"/>
        </p:xfrm>
        <a:graphic>
          <a:graphicData uri="http://schemas.openxmlformats.org/presentationml/2006/ole">
            <mc:AlternateContent xmlns:mc="http://schemas.openxmlformats.org/markup-compatibility/2006">
              <mc:Choice xmlns:v="urn:schemas-microsoft-com:vml" Requires="v">
                <p:oleObj name="Equation" r:id="rId59" imgW="1231560" imgH="203040" progId="Equation.DSMT4">
                  <p:embed/>
                </p:oleObj>
              </mc:Choice>
              <mc:Fallback>
                <p:oleObj name="Equation" r:id="rId59" imgW="1231560" imgH="203040" progId="Equation.DSMT4">
                  <p:embed/>
                  <p:pic>
                    <p:nvPicPr>
                      <p:cNvPr id="57" name="Object 56">
                        <a:extLst>
                          <a:ext uri="{FF2B5EF4-FFF2-40B4-BE49-F238E27FC236}">
                            <a16:creationId xmlns:a16="http://schemas.microsoft.com/office/drawing/2014/main" id="{EFDC4272-555E-6225-76B2-0E6A8674E94E}"/>
                          </a:ext>
                        </a:extLst>
                      </p:cNvPr>
                      <p:cNvPicPr/>
                      <p:nvPr/>
                    </p:nvPicPr>
                    <p:blipFill>
                      <a:blip r:embed="rId60"/>
                      <a:stretch>
                        <a:fillRect/>
                      </a:stretch>
                    </p:blipFill>
                    <p:spPr>
                      <a:xfrm>
                        <a:off x="5026025" y="5296456"/>
                        <a:ext cx="1196975" cy="196850"/>
                      </a:xfrm>
                      <a:prstGeom prst="rect">
                        <a:avLst/>
                      </a:prstGeom>
                    </p:spPr>
                  </p:pic>
                </p:oleObj>
              </mc:Fallback>
            </mc:AlternateContent>
          </a:graphicData>
        </a:graphic>
      </p:graphicFrame>
      <p:graphicFrame>
        <p:nvGraphicFramePr>
          <p:cNvPr id="58" name="Object 57">
            <a:extLst>
              <a:ext uri="{FF2B5EF4-FFF2-40B4-BE49-F238E27FC236}">
                <a16:creationId xmlns:a16="http://schemas.microsoft.com/office/drawing/2014/main" id="{9466DA29-F86E-9D40-A686-919C1461DCD7}"/>
              </a:ext>
            </a:extLst>
          </p:cNvPr>
          <p:cNvGraphicFramePr>
            <a:graphicFrameLocks noChangeAspect="1"/>
          </p:cNvGraphicFramePr>
          <p:nvPr>
            <p:extLst>
              <p:ext uri="{D42A27DB-BD31-4B8C-83A1-F6EECF244321}">
                <p14:modId xmlns:p14="http://schemas.microsoft.com/office/powerpoint/2010/main" val="3712796815"/>
              </p:ext>
            </p:extLst>
          </p:nvPr>
        </p:nvGraphicFramePr>
        <p:xfrm>
          <a:off x="6590847" y="5245537"/>
          <a:ext cx="1317625" cy="419100"/>
        </p:xfrm>
        <a:graphic>
          <a:graphicData uri="http://schemas.openxmlformats.org/presentationml/2006/ole">
            <mc:AlternateContent xmlns:mc="http://schemas.openxmlformats.org/markup-compatibility/2006">
              <mc:Choice xmlns:v="urn:schemas-microsoft-com:vml" Requires="v">
                <p:oleObj name="Equation" r:id="rId61" imgW="1358640" imgH="431640" progId="Equation.DSMT4">
                  <p:embed/>
                </p:oleObj>
              </mc:Choice>
              <mc:Fallback>
                <p:oleObj name="Equation" r:id="rId61" imgW="1358640" imgH="431640" progId="Equation.DSMT4">
                  <p:embed/>
                  <p:pic>
                    <p:nvPicPr>
                      <p:cNvPr id="58" name="Object 57">
                        <a:extLst>
                          <a:ext uri="{FF2B5EF4-FFF2-40B4-BE49-F238E27FC236}">
                            <a16:creationId xmlns:a16="http://schemas.microsoft.com/office/drawing/2014/main" id="{9466DA29-F86E-9D40-A686-919C1461DCD7}"/>
                          </a:ext>
                        </a:extLst>
                      </p:cNvPr>
                      <p:cNvPicPr/>
                      <p:nvPr/>
                    </p:nvPicPr>
                    <p:blipFill>
                      <a:blip r:embed="rId62"/>
                      <a:stretch>
                        <a:fillRect/>
                      </a:stretch>
                    </p:blipFill>
                    <p:spPr>
                      <a:xfrm>
                        <a:off x="6590847" y="5245537"/>
                        <a:ext cx="1317625" cy="419100"/>
                      </a:xfrm>
                      <a:prstGeom prst="rect">
                        <a:avLst/>
                      </a:prstGeom>
                    </p:spPr>
                  </p:pic>
                </p:oleObj>
              </mc:Fallback>
            </mc:AlternateContent>
          </a:graphicData>
        </a:graphic>
      </p:graphicFrame>
      <p:sp>
        <p:nvSpPr>
          <p:cNvPr id="3" name="Slide Number Placeholder 5">
            <a:extLst>
              <a:ext uri="{FF2B5EF4-FFF2-40B4-BE49-F238E27FC236}">
                <a16:creationId xmlns:a16="http://schemas.microsoft.com/office/drawing/2014/main" id="{F83476C0-5CC3-4617-1820-A33D3A2262FC}"/>
              </a:ext>
            </a:extLst>
          </p:cNvPr>
          <p:cNvSpPr>
            <a:spLocks noGrp="1"/>
          </p:cNvSpPr>
          <p:nvPr>
            <p:ph type="sldNum" sz="quarter" idx="10"/>
          </p:nvPr>
        </p:nvSpPr>
        <p:spPr>
          <a:xfrm>
            <a:off x="8626411" y="6646460"/>
            <a:ext cx="462997" cy="188467"/>
          </a:xfrm>
        </p:spPr>
        <p:txBody>
          <a:bodyPr/>
          <a:lstStyle/>
          <a:p>
            <a:fld id="{68151E55-6873-49E2-B8D5-2F265E6F1973}" type="slidenum">
              <a:rPr lang="en-US" smtClean="0"/>
              <a:pPr/>
              <a:t>20</a:t>
            </a:fld>
            <a:endParaRPr lang="en-US" dirty="0"/>
          </a:p>
        </p:txBody>
      </p:sp>
    </p:spTree>
    <p:extLst>
      <p:ext uri="{BB962C8B-B14F-4D97-AF65-F5344CB8AC3E}">
        <p14:creationId xmlns:p14="http://schemas.microsoft.com/office/powerpoint/2010/main" val="11045825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dirty="0"/>
              <a:t>Range</a:t>
            </a:r>
          </a:p>
        </p:txBody>
      </p:sp>
      <p:sp>
        <p:nvSpPr>
          <p:cNvPr id="3" name="Content Placeholder 2"/>
          <p:cNvSpPr>
            <a:spLocks noGrp="1"/>
          </p:cNvSpPr>
          <p:nvPr>
            <p:ph sz="quarter" idx="11"/>
          </p:nvPr>
        </p:nvSpPr>
        <p:spPr>
          <a:xfrm>
            <a:off x="8595360" y="55330"/>
            <a:ext cx="487680" cy="1356360"/>
          </a:xfrm>
        </p:spPr>
        <p:txBody>
          <a:bodyPr vert="vert" rIns="0"/>
          <a:lstStyle/>
          <a:p>
            <a:pPr marL="1025525" indent="-1025525"/>
            <a:r>
              <a:rPr lang="en-US" b="1" dirty="0"/>
              <a:t>L</a:t>
            </a:r>
            <a:r>
              <a:rPr lang="en-US" sz="100" b="1" dirty="0"/>
              <a:t> </a:t>
            </a:r>
            <a:r>
              <a:rPr lang="en-US" b="1" dirty="0"/>
              <a:t>O 4.3</a:t>
            </a:r>
            <a:endParaRPr lang="en-IN" b="1" dirty="0"/>
          </a:p>
        </p:txBody>
      </p:sp>
      <p:sp>
        <p:nvSpPr>
          <p:cNvPr id="4" name="Content Placeholder 3"/>
          <p:cNvSpPr>
            <a:spLocks noGrp="1"/>
          </p:cNvSpPr>
          <p:nvPr>
            <p:ph sz="quarter" idx="14"/>
          </p:nvPr>
        </p:nvSpPr>
        <p:spPr>
          <a:xfrm>
            <a:off x="342900" y="1262776"/>
            <a:ext cx="8191500" cy="841350"/>
          </a:xfrm>
        </p:spPr>
        <p:txBody>
          <a:bodyPr/>
          <a:lstStyle/>
          <a:p>
            <a:pPr marL="292608" indent="-292608">
              <a:buFont typeface="Arial" panose="020B0604020202020204" pitchFamily="34" charset="0"/>
              <a:buChar char="•"/>
            </a:pPr>
            <a:r>
              <a:rPr lang="en-US" dirty="0"/>
              <a:t>The </a:t>
            </a:r>
            <a:r>
              <a:rPr lang="en-US" b="1" dirty="0"/>
              <a:t>range</a:t>
            </a:r>
            <a:r>
              <a:rPr lang="en-US" dirty="0"/>
              <a:t> is the difference between the largest and smallest observations:</a:t>
            </a:r>
          </a:p>
        </p:txBody>
      </p:sp>
      <p:graphicFrame>
        <p:nvGraphicFramePr>
          <p:cNvPr id="9" name="Object 8"/>
          <p:cNvGraphicFramePr>
            <a:graphicFrameLocks noChangeAspect="1"/>
          </p:cNvGraphicFramePr>
          <p:nvPr>
            <p:extLst>
              <p:ext uri="{D42A27DB-BD31-4B8C-83A1-F6EECF244321}">
                <p14:modId xmlns:p14="http://schemas.microsoft.com/office/powerpoint/2010/main" val="159582451"/>
              </p:ext>
            </p:extLst>
          </p:nvPr>
        </p:nvGraphicFramePr>
        <p:xfrm>
          <a:off x="3387725" y="2365375"/>
          <a:ext cx="2366963" cy="379413"/>
        </p:xfrm>
        <a:graphic>
          <a:graphicData uri="http://schemas.openxmlformats.org/presentationml/2006/ole">
            <mc:AlternateContent xmlns:mc="http://schemas.openxmlformats.org/markup-compatibility/2006">
              <mc:Choice xmlns:v="urn:schemas-microsoft-com:vml" Requires="v">
                <p:oleObj name="Equation" r:id="rId2" imgW="2692080" imgH="431640" progId="Equation.DSMT4">
                  <p:embed/>
                </p:oleObj>
              </mc:Choice>
              <mc:Fallback>
                <p:oleObj name="Equation" r:id="rId2" imgW="2692080" imgH="431640" progId="Equation.DSMT4">
                  <p:embed/>
                  <p:pic>
                    <p:nvPicPr>
                      <p:cNvPr id="0" name=""/>
                      <p:cNvPicPr/>
                      <p:nvPr/>
                    </p:nvPicPr>
                    <p:blipFill>
                      <a:blip r:embed="rId3"/>
                      <a:stretch>
                        <a:fillRect/>
                      </a:stretch>
                    </p:blipFill>
                    <p:spPr>
                      <a:xfrm>
                        <a:off x="3387725" y="2365375"/>
                        <a:ext cx="2366963" cy="379413"/>
                      </a:xfrm>
                      <a:prstGeom prst="rect">
                        <a:avLst/>
                      </a:prstGeom>
                    </p:spPr>
                  </p:pic>
                </p:oleObj>
              </mc:Fallback>
            </mc:AlternateContent>
          </a:graphicData>
        </a:graphic>
      </p:graphicFrame>
      <p:sp>
        <p:nvSpPr>
          <p:cNvPr id="5" name="Content Placeholder 4"/>
          <p:cNvSpPr>
            <a:spLocks noGrp="1"/>
          </p:cNvSpPr>
          <p:nvPr>
            <p:ph sz="quarter" idx="15"/>
          </p:nvPr>
        </p:nvSpPr>
        <p:spPr>
          <a:xfrm>
            <a:off x="342900" y="3172592"/>
            <a:ext cx="8191500" cy="512816"/>
          </a:xfrm>
        </p:spPr>
        <p:txBody>
          <a:bodyPr/>
          <a:lstStyle/>
          <a:p>
            <a:pPr marL="292608" indent="-292608">
              <a:buFont typeface="Arial" panose="020B0604020202020204" pitchFamily="34" charset="0"/>
              <a:buChar char="•"/>
            </a:pPr>
            <a:r>
              <a:rPr lang="en-US" dirty="0"/>
              <a:t>For the J.D. Power data, the range is</a:t>
            </a:r>
          </a:p>
        </p:txBody>
      </p:sp>
      <p:graphicFrame>
        <p:nvGraphicFramePr>
          <p:cNvPr id="11" name="Object 10"/>
          <p:cNvGraphicFramePr>
            <a:graphicFrameLocks noChangeAspect="1"/>
          </p:cNvGraphicFramePr>
          <p:nvPr>
            <p:extLst>
              <p:ext uri="{D42A27DB-BD31-4B8C-83A1-F6EECF244321}">
                <p14:modId xmlns:p14="http://schemas.microsoft.com/office/powerpoint/2010/main" val="262447782"/>
              </p:ext>
            </p:extLst>
          </p:nvPr>
        </p:nvGraphicFramePr>
        <p:xfrm>
          <a:off x="3086781" y="4078212"/>
          <a:ext cx="2970437" cy="332432"/>
        </p:xfrm>
        <a:graphic>
          <a:graphicData uri="http://schemas.openxmlformats.org/presentationml/2006/ole">
            <mc:AlternateContent xmlns:mc="http://schemas.openxmlformats.org/markup-compatibility/2006">
              <mc:Choice xmlns:v="urn:schemas-microsoft-com:vml" Requires="v">
                <p:oleObj name="Equation" r:id="rId4" imgW="3517560" imgH="393480" progId="Equation.DSMT4">
                  <p:embed/>
                </p:oleObj>
              </mc:Choice>
              <mc:Fallback>
                <p:oleObj name="Equation" r:id="rId4" imgW="3517560" imgH="393480" progId="Equation.DSMT4">
                  <p:embed/>
                  <p:pic>
                    <p:nvPicPr>
                      <p:cNvPr id="9" name="Object 8"/>
                      <p:cNvPicPr/>
                      <p:nvPr/>
                    </p:nvPicPr>
                    <p:blipFill>
                      <a:blip r:embed="rId5"/>
                      <a:stretch>
                        <a:fillRect/>
                      </a:stretch>
                    </p:blipFill>
                    <p:spPr>
                      <a:xfrm>
                        <a:off x="3086781" y="4078212"/>
                        <a:ext cx="2970437" cy="332432"/>
                      </a:xfrm>
                      <a:prstGeom prst="rect">
                        <a:avLst/>
                      </a:prstGeom>
                    </p:spPr>
                  </p:pic>
                </p:oleObj>
              </mc:Fallback>
            </mc:AlternateContent>
          </a:graphicData>
        </a:graphic>
      </p:graphicFrame>
      <p:sp>
        <p:nvSpPr>
          <p:cNvPr id="6" name="Content Placeholder 5"/>
          <p:cNvSpPr>
            <a:spLocks noGrp="1"/>
          </p:cNvSpPr>
          <p:nvPr>
            <p:ph sz="quarter" idx="16"/>
          </p:nvPr>
        </p:nvSpPr>
        <p:spPr>
          <a:xfrm>
            <a:off x="342899" y="4753874"/>
            <a:ext cx="8458200" cy="903231"/>
          </a:xfrm>
        </p:spPr>
        <p:txBody>
          <a:bodyPr/>
          <a:lstStyle/>
          <a:p>
            <a:pPr marL="292608" indent="-292608">
              <a:buFont typeface="Arial" panose="020B0604020202020204" pitchFamily="34" charset="0"/>
              <a:buChar char="•"/>
            </a:pPr>
            <a:r>
              <a:rPr lang="en-US" dirty="0"/>
              <a:t>Although it is easy to calculate, a drawback of the range is that it only considers the two extreme data values.</a:t>
            </a:r>
          </a:p>
        </p:txBody>
      </p:sp>
      <p:sp>
        <p:nvSpPr>
          <p:cNvPr id="10" name="Slide Number Placeholder 9"/>
          <p:cNvSpPr>
            <a:spLocks noGrp="1"/>
          </p:cNvSpPr>
          <p:nvPr>
            <p:ph type="sldNum" sz="quarter" idx="10"/>
          </p:nvPr>
        </p:nvSpPr>
        <p:spPr/>
        <p:txBody>
          <a:bodyPr/>
          <a:lstStyle/>
          <a:p>
            <a:fld id="{68151E55-6873-49E2-B8D5-2F265E6F1973}" type="slidenum">
              <a:rPr lang="en-US" smtClean="0"/>
              <a:t>21</a:t>
            </a:fld>
            <a:endParaRPr lang="en-US" dirty="0"/>
          </a:p>
        </p:txBody>
      </p:sp>
    </p:spTree>
    <p:extLst>
      <p:ext uri="{BB962C8B-B14F-4D97-AF65-F5344CB8AC3E}">
        <p14:creationId xmlns:p14="http://schemas.microsoft.com/office/powerpoint/2010/main" val="13717005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dirty="0"/>
              <a:t>Variance</a:t>
            </a:r>
          </a:p>
        </p:txBody>
      </p:sp>
      <p:sp>
        <p:nvSpPr>
          <p:cNvPr id="13" name="Content Placeholder 2">
            <a:extLst>
              <a:ext uri="{FF2B5EF4-FFF2-40B4-BE49-F238E27FC236}">
                <a16:creationId xmlns:a16="http://schemas.microsoft.com/office/drawing/2014/main" id="{5FABB00E-17B8-07F6-A669-251725CABB78}"/>
              </a:ext>
            </a:extLst>
          </p:cNvPr>
          <p:cNvSpPr>
            <a:spLocks noGrp="1"/>
          </p:cNvSpPr>
          <p:nvPr>
            <p:ph sz="quarter" idx="11"/>
          </p:nvPr>
        </p:nvSpPr>
        <p:spPr>
          <a:xfrm>
            <a:off x="8595360" y="55330"/>
            <a:ext cx="487680" cy="1356360"/>
          </a:xfrm>
        </p:spPr>
        <p:txBody>
          <a:bodyPr vert="vert" rIns="0"/>
          <a:lstStyle/>
          <a:p>
            <a:pPr marL="1025525" indent="-1025525"/>
            <a:r>
              <a:rPr lang="en-US" b="1" dirty="0"/>
              <a:t>L</a:t>
            </a:r>
            <a:r>
              <a:rPr lang="en-US" sz="100" b="1" dirty="0"/>
              <a:t> </a:t>
            </a:r>
            <a:r>
              <a:rPr lang="en-US" b="1" dirty="0"/>
              <a:t>O 4.3</a:t>
            </a:r>
            <a:endParaRPr lang="en-IN" b="1" dirty="0"/>
          </a:p>
        </p:txBody>
      </p:sp>
      <p:sp>
        <p:nvSpPr>
          <p:cNvPr id="4" name="Content Placeholder 3"/>
          <p:cNvSpPr>
            <a:spLocks noGrp="1"/>
          </p:cNvSpPr>
          <p:nvPr>
            <p:ph sz="quarter" idx="14"/>
          </p:nvPr>
        </p:nvSpPr>
        <p:spPr>
          <a:xfrm>
            <a:off x="342900" y="1217055"/>
            <a:ext cx="5280660" cy="459345"/>
          </a:xfrm>
        </p:spPr>
        <p:txBody>
          <a:bodyPr/>
          <a:lstStyle/>
          <a:p>
            <a:pPr marL="292608" indent="-292608">
              <a:buFont typeface="Arial" panose="020B0604020202020204" pitchFamily="34" charset="0"/>
              <a:buChar char="•"/>
            </a:pPr>
            <a:r>
              <a:rPr lang="en-US" dirty="0"/>
              <a:t>The </a:t>
            </a:r>
            <a:r>
              <a:rPr lang="en-US" b="1" dirty="0"/>
              <a:t>population variance</a:t>
            </a:r>
            <a:r>
              <a:rPr lang="en-US" dirty="0"/>
              <a:t> (denoted</a:t>
            </a:r>
          </a:p>
        </p:txBody>
      </p:sp>
      <p:graphicFrame>
        <p:nvGraphicFramePr>
          <p:cNvPr id="15" name="Object 14"/>
          <p:cNvGraphicFramePr>
            <a:graphicFrameLocks noChangeAspect="1"/>
          </p:cNvGraphicFramePr>
          <p:nvPr>
            <p:extLst>
              <p:ext uri="{D42A27DB-BD31-4B8C-83A1-F6EECF244321}">
                <p14:modId xmlns:p14="http://schemas.microsoft.com/office/powerpoint/2010/main" val="4131692211"/>
              </p:ext>
            </p:extLst>
          </p:nvPr>
        </p:nvGraphicFramePr>
        <p:xfrm>
          <a:off x="5640525" y="1241055"/>
          <a:ext cx="1647551" cy="435716"/>
        </p:xfrm>
        <a:graphic>
          <a:graphicData uri="http://schemas.openxmlformats.org/presentationml/2006/ole">
            <mc:AlternateContent xmlns:mc="http://schemas.openxmlformats.org/markup-compatibility/2006">
              <mc:Choice xmlns:v="urn:schemas-microsoft-com:vml" Requires="v">
                <p:oleObj name="Equation" r:id="rId2" imgW="1536480" imgH="406080" progId="Equation.DSMT4">
                  <p:embed/>
                </p:oleObj>
              </mc:Choice>
              <mc:Fallback>
                <p:oleObj name="Equation" r:id="rId2" imgW="1536480" imgH="406080" progId="Equation.DSMT4">
                  <p:embed/>
                  <p:pic>
                    <p:nvPicPr>
                      <p:cNvPr id="0" name=""/>
                      <p:cNvPicPr/>
                      <p:nvPr/>
                    </p:nvPicPr>
                    <p:blipFill>
                      <a:blip r:embed="rId3"/>
                      <a:stretch>
                        <a:fillRect/>
                      </a:stretch>
                    </p:blipFill>
                    <p:spPr>
                      <a:xfrm>
                        <a:off x="5640525" y="1241055"/>
                        <a:ext cx="1647551" cy="435716"/>
                      </a:xfrm>
                      <a:prstGeom prst="rect">
                        <a:avLst/>
                      </a:prstGeom>
                    </p:spPr>
                  </p:pic>
                </p:oleObj>
              </mc:Fallback>
            </mc:AlternateContent>
          </a:graphicData>
        </a:graphic>
      </p:graphicFrame>
      <p:sp>
        <p:nvSpPr>
          <p:cNvPr id="5" name="Content Placeholder 4"/>
          <p:cNvSpPr>
            <a:spLocks noGrp="1"/>
          </p:cNvSpPr>
          <p:nvPr>
            <p:ph sz="quarter" idx="15"/>
          </p:nvPr>
        </p:nvSpPr>
        <p:spPr>
          <a:xfrm>
            <a:off x="7360920" y="1219200"/>
            <a:ext cx="1179621" cy="442595"/>
          </a:xfrm>
        </p:spPr>
        <p:txBody>
          <a:bodyPr/>
          <a:lstStyle/>
          <a:p>
            <a:r>
              <a:rPr lang="en-US" dirty="0"/>
              <a:t>is the</a:t>
            </a:r>
          </a:p>
        </p:txBody>
      </p:sp>
      <p:sp>
        <p:nvSpPr>
          <p:cNvPr id="6" name="Content Placeholder 5"/>
          <p:cNvSpPr>
            <a:spLocks noGrp="1"/>
          </p:cNvSpPr>
          <p:nvPr>
            <p:ph sz="quarter" idx="16"/>
          </p:nvPr>
        </p:nvSpPr>
        <p:spPr>
          <a:xfrm>
            <a:off x="342900" y="1728434"/>
            <a:ext cx="8191500" cy="1106206"/>
          </a:xfrm>
        </p:spPr>
        <p:txBody>
          <a:bodyPr tIns="0"/>
          <a:lstStyle/>
          <a:p>
            <a:pPr marL="292608"/>
            <a:r>
              <a:rPr lang="en-US" dirty="0"/>
              <a:t>lowercase Greek letter “sigma”) is defined as the sum of squared deviations from the mean divided by the population size. If we have a sample (that is, most of the</a:t>
            </a:r>
          </a:p>
        </p:txBody>
      </p:sp>
      <p:sp>
        <p:nvSpPr>
          <p:cNvPr id="7" name="Content Placeholder 6"/>
          <p:cNvSpPr>
            <a:spLocks noGrp="1"/>
          </p:cNvSpPr>
          <p:nvPr>
            <p:ph sz="quarter" idx="17"/>
          </p:nvPr>
        </p:nvSpPr>
        <p:spPr>
          <a:xfrm>
            <a:off x="342901" y="2882564"/>
            <a:ext cx="2811780" cy="394036"/>
          </a:xfrm>
        </p:spPr>
        <p:txBody>
          <a:bodyPr tIns="0"/>
          <a:lstStyle/>
          <a:p>
            <a:pPr marL="292608"/>
            <a:r>
              <a:rPr lang="en-US" dirty="0"/>
              <a:t>time), we replace</a:t>
            </a:r>
          </a:p>
        </p:txBody>
      </p:sp>
      <p:graphicFrame>
        <p:nvGraphicFramePr>
          <p:cNvPr id="16" name="Object 15"/>
          <p:cNvGraphicFramePr>
            <a:graphicFrameLocks noChangeAspect="1"/>
          </p:cNvGraphicFramePr>
          <p:nvPr>
            <p:extLst>
              <p:ext uri="{D42A27DB-BD31-4B8C-83A1-F6EECF244321}">
                <p14:modId xmlns:p14="http://schemas.microsoft.com/office/powerpoint/2010/main" val="2715494386"/>
              </p:ext>
            </p:extLst>
          </p:nvPr>
        </p:nvGraphicFramePr>
        <p:xfrm>
          <a:off x="3140111" y="2917638"/>
          <a:ext cx="1222304" cy="375024"/>
        </p:xfrm>
        <a:graphic>
          <a:graphicData uri="http://schemas.openxmlformats.org/presentationml/2006/ole">
            <mc:AlternateContent xmlns:mc="http://schemas.openxmlformats.org/markup-compatibility/2006">
              <mc:Choice xmlns:v="urn:schemas-microsoft-com:vml" Requires="v">
                <p:oleObj name="Equation" r:id="rId4" imgW="1117440" imgH="342720" progId="Equation.DSMT4">
                  <p:embed/>
                </p:oleObj>
              </mc:Choice>
              <mc:Fallback>
                <p:oleObj name="Equation" r:id="rId4" imgW="1117440" imgH="342720" progId="Equation.DSMT4">
                  <p:embed/>
                  <p:pic>
                    <p:nvPicPr>
                      <p:cNvPr id="0" name=""/>
                      <p:cNvPicPr/>
                      <p:nvPr/>
                    </p:nvPicPr>
                    <p:blipFill>
                      <a:blip r:embed="rId5"/>
                      <a:stretch>
                        <a:fillRect/>
                      </a:stretch>
                    </p:blipFill>
                    <p:spPr>
                      <a:xfrm>
                        <a:off x="3140111" y="2917638"/>
                        <a:ext cx="1222304" cy="375024"/>
                      </a:xfrm>
                      <a:prstGeom prst="rect">
                        <a:avLst/>
                      </a:prstGeom>
                    </p:spPr>
                  </p:pic>
                </p:oleObj>
              </mc:Fallback>
            </mc:AlternateContent>
          </a:graphicData>
        </a:graphic>
      </p:graphicFrame>
      <p:sp>
        <p:nvSpPr>
          <p:cNvPr id="8" name="Content Placeholder 7"/>
          <p:cNvSpPr>
            <a:spLocks noGrp="1"/>
          </p:cNvSpPr>
          <p:nvPr>
            <p:ph sz="quarter" idx="18"/>
          </p:nvPr>
        </p:nvSpPr>
        <p:spPr>
          <a:xfrm>
            <a:off x="4434840" y="2882565"/>
            <a:ext cx="4099558" cy="394035"/>
          </a:xfrm>
        </p:spPr>
        <p:txBody>
          <a:bodyPr tIns="0"/>
          <a:lstStyle/>
          <a:p>
            <a:r>
              <a:rPr lang="en-US" dirty="0"/>
              <a:t>to get the </a:t>
            </a:r>
            <a:r>
              <a:rPr lang="en-US" b="1" dirty="0"/>
              <a:t>sample variance</a:t>
            </a:r>
          </a:p>
        </p:txBody>
      </p:sp>
      <p:graphicFrame>
        <p:nvGraphicFramePr>
          <p:cNvPr id="18" name="Object 17"/>
          <p:cNvGraphicFramePr>
            <a:graphicFrameLocks noChangeAspect="1"/>
          </p:cNvGraphicFramePr>
          <p:nvPr>
            <p:extLst>
              <p:ext uri="{D42A27DB-BD31-4B8C-83A1-F6EECF244321}">
                <p14:modId xmlns:p14="http://schemas.microsoft.com/office/powerpoint/2010/main" val="3822216126"/>
              </p:ext>
            </p:extLst>
          </p:nvPr>
        </p:nvGraphicFramePr>
        <p:xfrm>
          <a:off x="697734" y="3308599"/>
          <a:ext cx="1779533" cy="539252"/>
        </p:xfrm>
        <a:graphic>
          <a:graphicData uri="http://schemas.openxmlformats.org/presentationml/2006/ole">
            <mc:AlternateContent xmlns:mc="http://schemas.openxmlformats.org/markup-compatibility/2006">
              <mc:Choice xmlns:v="urn:schemas-microsoft-com:vml" Requires="v">
                <p:oleObj name="Equation" r:id="rId6" imgW="1676160" imgH="507960" progId="Equation.DSMT4">
                  <p:embed/>
                </p:oleObj>
              </mc:Choice>
              <mc:Fallback>
                <p:oleObj name="Equation" r:id="rId6" imgW="1676160" imgH="507960" progId="Equation.DSMT4">
                  <p:embed/>
                  <p:pic>
                    <p:nvPicPr>
                      <p:cNvPr id="0" name=""/>
                      <p:cNvPicPr/>
                      <p:nvPr/>
                    </p:nvPicPr>
                    <p:blipFill>
                      <a:blip r:embed="rId7"/>
                      <a:stretch>
                        <a:fillRect/>
                      </a:stretch>
                    </p:blipFill>
                    <p:spPr>
                      <a:xfrm>
                        <a:off x="697734" y="3308599"/>
                        <a:ext cx="1779533" cy="539252"/>
                      </a:xfrm>
                      <a:prstGeom prst="rect">
                        <a:avLst/>
                      </a:prstGeom>
                    </p:spPr>
                  </p:pic>
                </p:oleObj>
              </mc:Fallback>
            </mc:AlternateContent>
          </a:graphicData>
        </a:graphic>
      </p:graphicFrame>
      <p:graphicFrame>
        <p:nvGraphicFramePr>
          <p:cNvPr id="19" name="Object 18"/>
          <p:cNvGraphicFramePr>
            <a:graphicFrameLocks noChangeAspect="1"/>
          </p:cNvGraphicFramePr>
          <p:nvPr>
            <p:extLst>
              <p:ext uri="{D42A27DB-BD31-4B8C-83A1-F6EECF244321}">
                <p14:modId xmlns:p14="http://schemas.microsoft.com/office/powerpoint/2010/main" val="3414173661"/>
              </p:ext>
            </p:extLst>
          </p:nvPr>
        </p:nvGraphicFramePr>
        <p:xfrm>
          <a:off x="1346200" y="4113213"/>
          <a:ext cx="2159000" cy="1155700"/>
        </p:xfrm>
        <a:graphic>
          <a:graphicData uri="http://schemas.openxmlformats.org/presentationml/2006/ole">
            <mc:AlternateContent xmlns:mc="http://schemas.openxmlformats.org/markup-compatibility/2006">
              <mc:Choice xmlns:v="urn:schemas-microsoft-com:vml" Requires="v">
                <p:oleObj name="Equation" r:id="rId8" imgW="2158920" imgH="1155600" progId="Equation.DSMT4">
                  <p:embed/>
                </p:oleObj>
              </mc:Choice>
              <mc:Fallback>
                <p:oleObj name="Equation" r:id="rId8" imgW="2158920" imgH="1155600" progId="Equation.DSMT4">
                  <p:embed/>
                  <p:pic>
                    <p:nvPicPr>
                      <p:cNvPr id="0" name=""/>
                      <p:cNvPicPr/>
                      <p:nvPr/>
                    </p:nvPicPr>
                    <p:blipFill>
                      <a:blip r:embed="rId9"/>
                      <a:stretch>
                        <a:fillRect/>
                      </a:stretch>
                    </p:blipFill>
                    <p:spPr>
                      <a:xfrm>
                        <a:off x="1346200" y="4113213"/>
                        <a:ext cx="2159000" cy="1155700"/>
                      </a:xfrm>
                      <a:prstGeom prst="rect">
                        <a:avLst/>
                      </a:prstGeom>
                    </p:spPr>
                  </p:pic>
                </p:oleObj>
              </mc:Fallback>
            </mc:AlternateContent>
          </a:graphicData>
        </a:graphic>
      </p:graphicFrame>
      <p:sp>
        <p:nvSpPr>
          <p:cNvPr id="9" name="Content Placeholder 8"/>
          <p:cNvSpPr>
            <a:spLocks noGrp="1"/>
          </p:cNvSpPr>
          <p:nvPr>
            <p:ph sz="quarter" idx="19"/>
          </p:nvPr>
        </p:nvSpPr>
        <p:spPr>
          <a:xfrm>
            <a:off x="1235919" y="5477939"/>
            <a:ext cx="2497881" cy="450421"/>
          </a:xfrm>
        </p:spPr>
        <p:txBody>
          <a:bodyPr/>
          <a:lstStyle/>
          <a:p>
            <a:r>
              <a:rPr lang="en-US" sz="2000" dirty="0"/>
              <a:t>Population Variance</a:t>
            </a:r>
          </a:p>
        </p:txBody>
      </p:sp>
      <p:graphicFrame>
        <p:nvGraphicFramePr>
          <p:cNvPr id="20" name="Object 19"/>
          <p:cNvGraphicFramePr>
            <a:graphicFrameLocks noChangeAspect="1"/>
          </p:cNvGraphicFramePr>
          <p:nvPr>
            <p:extLst>
              <p:ext uri="{D42A27DB-BD31-4B8C-83A1-F6EECF244321}">
                <p14:modId xmlns:p14="http://schemas.microsoft.com/office/powerpoint/2010/main" val="1235510562"/>
              </p:ext>
            </p:extLst>
          </p:nvPr>
        </p:nvGraphicFramePr>
        <p:xfrm>
          <a:off x="5375275" y="4067175"/>
          <a:ext cx="2057400" cy="1155700"/>
        </p:xfrm>
        <a:graphic>
          <a:graphicData uri="http://schemas.openxmlformats.org/presentationml/2006/ole">
            <mc:AlternateContent xmlns:mc="http://schemas.openxmlformats.org/markup-compatibility/2006">
              <mc:Choice xmlns:v="urn:schemas-microsoft-com:vml" Requires="v">
                <p:oleObj name="Equation" r:id="rId10" imgW="2057400" imgH="1155600" progId="Equation.DSMT4">
                  <p:embed/>
                </p:oleObj>
              </mc:Choice>
              <mc:Fallback>
                <p:oleObj name="Equation" r:id="rId10" imgW="2057400" imgH="1155600" progId="Equation.DSMT4">
                  <p:embed/>
                  <p:pic>
                    <p:nvPicPr>
                      <p:cNvPr id="19" name="Object 18"/>
                      <p:cNvPicPr/>
                      <p:nvPr/>
                    </p:nvPicPr>
                    <p:blipFill>
                      <a:blip r:embed="rId11"/>
                      <a:stretch>
                        <a:fillRect/>
                      </a:stretch>
                    </p:blipFill>
                    <p:spPr>
                      <a:xfrm>
                        <a:off x="5375275" y="4067175"/>
                        <a:ext cx="2057400" cy="1155700"/>
                      </a:xfrm>
                      <a:prstGeom prst="rect">
                        <a:avLst/>
                      </a:prstGeom>
                    </p:spPr>
                  </p:pic>
                </p:oleObj>
              </mc:Fallback>
            </mc:AlternateContent>
          </a:graphicData>
        </a:graphic>
      </p:graphicFrame>
      <p:sp>
        <p:nvSpPr>
          <p:cNvPr id="10" name="Content Placeholder 9"/>
          <p:cNvSpPr>
            <a:spLocks noGrp="1"/>
          </p:cNvSpPr>
          <p:nvPr>
            <p:ph sz="quarter" idx="20"/>
          </p:nvPr>
        </p:nvSpPr>
        <p:spPr>
          <a:xfrm>
            <a:off x="5381199" y="5477939"/>
            <a:ext cx="2238801" cy="450422"/>
          </a:xfrm>
        </p:spPr>
        <p:txBody>
          <a:bodyPr/>
          <a:lstStyle/>
          <a:p>
            <a:r>
              <a:rPr lang="en-US" sz="2000" dirty="0"/>
              <a:t>Sample Variance</a:t>
            </a:r>
          </a:p>
        </p:txBody>
      </p:sp>
      <p:sp>
        <p:nvSpPr>
          <p:cNvPr id="17" name="Slide Number Placeholder 16"/>
          <p:cNvSpPr>
            <a:spLocks noGrp="1"/>
          </p:cNvSpPr>
          <p:nvPr>
            <p:ph type="sldNum" sz="quarter" idx="10"/>
          </p:nvPr>
        </p:nvSpPr>
        <p:spPr/>
        <p:txBody>
          <a:bodyPr/>
          <a:lstStyle/>
          <a:p>
            <a:fld id="{68151E55-6873-49E2-B8D5-2F265E6F1973}" type="slidenum">
              <a:rPr lang="en-US" smtClean="0"/>
              <a:t>22</a:t>
            </a:fld>
            <a:endParaRPr lang="en-US" dirty="0"/>
          </a:p>
        </p:txBody>
      </p:sp>
    </p:spTree>
    <p:extLst>
      <p:ext uri="{BB962C8B-B14F-4D97-AF65-F5344CB8AC3E}">
        <p14:creationId xmlns:p14="http://schemas.microsoft.com/office/powerpoint/2010/main" val="41175258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dirty="0"/>
              <a:t>Standard Deviation </a:t>
            </a:r>
            <a:r>
              <a:rPr lang="en-US" sz="1000" b="0" dirty="0"/>
              <a:t>1</a:t>
            </a:r>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dirty="0"/>
              <a:t>L</a:t>
            </a:r>
            <a:r>
              <a:rPr lang="en-US" sz="100" b="1" dirty="0"/>
              <a:t> </a:t>
            </a:r>
            <a:r>
              <a:rPr lang="en-US" b="1" dirty="0"/>
              <a:t>O 4.3</a:t>
            </a:r>
            <a:endParaRPr lang="en-IN" b="1" dirty="0"/>
          </a:p>
        </p:txBody>
      </p:sp>
      <p:sp>
        <p:nvSpPr>
          <p:cNvPr id="4" name="Content Placeholder 3"/>
          <p:cNvSpPr>
            <a:spLocks noGrp="1"/>
          </p:cNvSpPr>
          <p:nvPr>
            <p:ph sz="quarter" idx="14"/>
          </p:nvPr>
        </p:nvSpPr>
        <p:spPr>
          <a:xfrm>
            <a:off x="342900" y="1262776"/>
            <a:ext cx="8191500" cy="1221344"/>
          </a:xfrm>
        </p:spPr>
        <p:txBody>
          <a:bodyPr/>
          <a:lstStyle/>
          <a:p>
            <a:pPr marL="292608" indent="-292608">
              <a:buFont typeface="Arial" panose="020B0604020202020204" pitchFamily="34" charset="0"/>
              <a:buChar char="•"/>
            </a:pPr>
            <a:r>
              <a:rPr lang="en-US" dirty="0"/>
              <a:t>The standard deviation is defined as the square root of the variance. The units of measurement for the standard deviation is same as the units of the variable.</a:t>
            </a:r>
          </a:p>
        </p:txBody>
      </p:sp>
      <p:graphicFrame>
        <p:nvGraphicFramePr>
          <p:cNvPr id="9" name="Object 8"/>
          <p:cNvGraphicFramePr>
            <a:graphicFrameLocks noChangeAspect="1"/>
          </p:cNvGraphicFramePr>
          <p:nvPr>
            <p:extLst>
              <p:ext uri="{D42A27DB-BD31-4B8C-83A1-F6EECF244321}">
                <p14:modId xmlns:p14="http://schemas.microsoft.com/office/powerpoint/2010/main" val="2672550599"/>
              </p:ext>
            </p:extLst>
          </p:nvPr>
        </p:nvGraphicFramePr>
        <p:xfrm>
          <a:off x="1463040" y="2720658"/>
          <a:ext cx="2260600" cy="1257300"/>
        </p:xfrm>
        <a:graphic>
          <a:graphicData uri="http://schemas.openxmlformats.org/presentationml/2006/ole">
            <mc:AlternateContent xmlns:mc="http://schemas.openxmlformats.org/markup-compatibility/2006">
              <mc:Choice xmlns:v="urn:schemas-microsoft-com:vml" Requires="v">
                <p:oleObj name="Equation" r:id="rId2" imgW="2260440" imgH="1257120" progId="Equation.DSMT4">
                  <p:embed/>
                </p:oleObj>
              </mc:Choice>
              <mc:Fallback>
                <p:oleObj name="Equation" r:id="rId2" imgW="2260440" imgH="1257120" progId="Equation.DSMT4">
                  <p:embed/>
                  <p:pic>
                    <p:nvPicPr>
                      <p:cNvPr id="0" name=""/>
                      <p:cNvPicPr/>
                      <p:nvPr/>
                    </p:nvPicPr>
                    <p:blipFill>
                      <a:blip r:embed="rId3"/>
                      <a:stretch>
                        <a:fillRect/>
                      </a:stretch>
                    </p:blipFill>
                    <p:spPr>
                      <a:xfrm>
                        <a:off x="1463040" y="2720658"/>
                        <a:ext cx="2260600" cy="1257300"/>
                      </a:xfrm>
                      <a:prstGeom prst="rect">
                        <a:avLst/>
                      </a:prstGeom>
                    </p:spPr>
                  </p:pic>
                </p:oleObj>
              </mc:Fallback>
            </mc:AlternateContent>
          </a:graphicData>
        </a:graphic>
      </p:graphicFrame>
      <p:sp>
        <p:nvSpPr>
          <p:cNvPr id="5" name="Content Placeholder 4"/>
          <p:cNvSpPr>
            <a:spLocks noGrp="1"/>
          </p:cNvSpPr>
          <p:nvPr>
            <p:ph sz="quarter" idx="15"/>
          </p:nvPr>
        </p:nvSpPr>
        <p:spPr>
          <a:xfrm>
            <a:off x="784860" y="4242064"/>
            <a:ext cx="3649980" cy="421376"/>
          </a:xfrm>
        </p:spPr>
        <p:txBody>
          <a:bodyPr/>
          <a:lstStyle/>
          <a:p>
            <a:r>
              <a:rPr lang="en-US" sz="2000" dirty="0"/>
              <a:t>Population Standard Deviation</a:t>
            </a:r>
          </a:p>
        </p:txBody>
      </p:sp>
      <p:graphicFrame>
        <p:nvGraphicFramePr>
          <p:cNvPr id="11" name="Object 10"/>
          <p:cNvGraphicFramePr>
            <a:graphicFrameLocks noChangeAspect="1"/>
          </p:cNvGraphicFramePr>
          <p:nvPr>
            <p:extLst>
              <p:ext uri="{D42A27DB-BD31-4B8C-83A1-F6EECF244321}">
                <p14:modId xmlns:p14="http://schemas.microsoft.com/office/powerpoint/2010/main" val="2594961249"/>
              </p:ext>
            </p:extLst>
          </p:nvPr>
        </p:nvGraphicFramePr>
        <p:xfrm>
          <a:off x="5491163" y="2720975"/>
          <a:ext cx="2159000" cy="1257300"/>
        </p:xfrm>
        <a:graphic>
          <a:graphicData uri="http://schemas.openxmlformats.org/presentationml/2006/ole">
            <mc:AlternateContent xmlns:mc="http://schemas.openxmlformats.org/markup-compatibility/2006">
              <mc:Choice xmlns:v="urn:schemas-microsoft-com:vml" Requires="v">
                <p:oleObj name="Equation" r:id="rId4" imgW="2158920" imgH="1257120" progId="Equation.DSMT4">
                  <p:embed/>
                </p:oleObj>
              </mc:Choice>
              <mc:Fallback>
                <p:oleObj name="Equation" r:id="rId4" imgW="2158920" imgH="1257120" progId="Equation.DSMT4">
                  <p:embed/>
                  <p:pic>
                    <p:nvPicPr>
                      <p:cNvPr id="9" name="Object 8"/>
                      <p:cNvPicPr/>
                      <p:nvPr/>
                    </p:nvPicPr>
                    <p:blipFill>
                      <a:blip r:embed="rId5"/>
                      <a:stretch>
                        <a:fillRect/>
                      </a:stretch>
                    </p:blipFill>
                    <p:spPr>
                      <a:xfrm>
                        <a:off x="5491163" y="2720975"/>
                        <a:ext cx="2159000" cy="1257300"/>
                      </a:xfrm>
                      <a:prstGeom prst="rect">
                        <a:avLst/>
                      </a:prstGeom>
                    </p:spPr>
                  </p:pic>
                </p:oleObj>
              </mc:Fallback>
            </mc:AlternateContent>
          </a:graphicData>
        </a:graphic>
      </p:graphicFrame>
      <p:sp>
        <p:nvSpPr>
          <p:cNvPr id="6" name="Content Placeholder 5"/>
          <p:cNvSpPr>
            <a:spLocks noGrp="1"/>
          </p:cNvSpPr>
          <p:nvPr>
            <p:ph sz="quarter" idx="16"/>
          </p:nvPr>
        </p:nvSpPr>
        <p:spPr>
          <a:xfrm>
            <a:off x="5082540" y="4254482"/>
            <a:ext cx="3299460" cy="408958"/>
          </a:xfrm>
        </p:spPr>
        <p:txBody>
          <a:bodyPr/>
          <a:lstStyle/>
          <a:p>
            <a:r>
              <a:rPr lang="en-US" sz="2000" dirty="0"/>
              <a:t>Sample Standard Deviation</a:t>
            </a:r>
          </a:p>
        </p:txBody>
      </p:sp>
      <p:sp>
        <p:nvSpPr>
          <p:cNvPr id="7" name="Content Placeholder 6"/>
          <p:cNvSpPr>
            <a:spLocks noGrp="1"/>
          </p:cNvSpPr>
          <p:nvPr>
            <p:ph sz="quarter" idx="17"/>
          </p:nvPr>
        </p:nvSpPr>
        <p:spPr>
          <a:xfrm>
            <a:off x="342900" y="4939964"/>
            <a:ext cx="8191500" cy="1582756"/>
          </a:xfrm>
        </p:spPr>
        <p:txBody>
          <a:bodyPr/>
          <a:lstStyle/>
          <a:p>
            <a:pPr marL="292608" indent="-292608">
              <a:buFont typeface="Arial" panose="020B0604020202020204" pitchFamily="34" charset="0"/>
              <a:buChar char="•"/>
            </a:pPr>
            <a:r>
              <a:rPr lang="en-US" dirty="0"/>
              <a:t>In describing variability, we most often use the standard deviation. The standard deviation is a single number that helps us understand how individual values in a data set vary from the mean.</a:t>
            </a:r>
          </a:p>
        </p:txBody>
      </p:sp>
      <p:sp>
        <p:nvSpPr>
          <p:cNvPr id="10" name="Slide Number Placeholder 9"/>
          <p:cNvSpPr>
            <a:spLocks noGrp="1"/>
          </p:cNvSpPr>
          <p:nvPr>
            <p:ph type="sldNum" sz="quarter" idx="10"/>
          </p:nvPr>
        </p:nvSpPr>
        <p:spPr/>
        <p:txBody>
          <a:bodyPr/>
          <a:lstStyle/>
          <a:p>
            <a:fld id="{68151E55-6873-49E2-B8D5-2F265E6F1973}" type="slidenum">
              <a:rPr lang="en-US" smtClean="0"/>
              <a:t>23</a:t>
            </a:fld>
            <a:endParaRPr lang="en-US" dirty="0"/>
          </a:p>
        </p:txBody>
      </p:sp>
    </p:spTree>
    <p:extLst>
      <p:ext uri="{BB962C8B-B14F-4D97-AF65-F5344CB8AC3E}">
        <p14:creationId xmlns:p14="http://schemas.microsoft.com/office/powerpoint/2010/main" val="6889694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dirty="0"/>
              <a:t>Standard Deviation </a:t>
            </a:r>
            <a:r>
              <a:rPr lang="en-US" sz="1000" b="0" dirty="0"/>
              <a:t>2</a:t>
            </a:r>
            <a:endParaRPr lang="en-US" sz="1000" dirty="0"/>
          </a:p>
        </p:txBody>
      </p:sp>
      <p:sp>
        <p:nvSpPr>
          <p:cNvPr id="3" name="Content Placeholder 2"/>
          <p:cNvSpPr>
            <a:spLocks noGrp="1"/>
          </p:cNvSpPr>
          <p:nvPr>
            <p:ph sz="quarter" idx="11"/>
          </p:nvPr>
        </p:nvSpPr>
        <p:spPr>
          <a:xfrm>
            <a:off x="8595360" y="55330"/>
            <a:ext cx="487680" cy="1788710"/>
          </a:xfrm>
        </p:spPr>
        <p:txBody>
          <a:bodyPr vert="vert" rIns="0"/>
          <a:lstStyle/>
          <a:p>
            <a:pPr marL="1025525" indent="-1025525"/>
            <a:r>
              <a:rPr lang="en-US" b="1" dirty="0"/>
              <a:t>L</a:t>
            </a:r>
            <a:r>
              <a:rPr lang="en-US" sz="100" b="1" dirty="0"/>
              <a:t> </a:t>
            </a:r>
            <a:r>
              <a:rPr lang="en-US" b="1" dirty="0"/>
              <a:t>O 4.3</a:t>
            </a:r>
            <a:endParaRPr lang="en-IN" b="1" dirty="0"/>
          </a:p>
        </p:txBody>
      </p:sp>
      <p:sp>
        <p:nvSpPr>
          <p:cNvPr id="4" name="Content Placeholder 3"/>
          <p:cNvSpPr>
            <a:spLocks noGrp="1"/>
          </p:cNvSpPr>
          <p:nvPr>
            <p:ph sz="quarter" idx="14"/>
          </p:nvPr>
        </p:nvSpPr>
        <p:spPr>
          <a:xfrm>
            <a:off x="342900" y="1262776"/>
            <a:ext cx="8191500" cy="3983479"/>
          </a:xfrm>
        </p:spPr>
        <p:txBody>
          <a:bodyPr/>
          <a:lstStyle/>
          <a:p>
            <a:r>
              <a:rPr lang="en-US" b="1" dirty="0"/>
              <a:t>Standard Deviation Used to Compare Risks:</a:t>
            </a:r>
          </a:p>
          <a:p>
            <a:r>
              <a:rPr lang="en-US" dirty="0"/>
              <a:t>"Generally speaking, the standard deviation is how much an investment's returns have varied historically from its average. The statistical measure is usually computed using monthly returns for the most recent three-year period. Standard deviation can be useful when comparing the investment risk of various mutual funds. If two funds have similar average returns but different standard deviations, the fund with the higher standard deviation is the more volatile of the two."</a:t>
            </a:r>
          </a:p>
        </p:txBody>
      </p:sp>
      <p:sp>
        <p:nvSpPr>
          <p:cNvPr id="5" name="Content Placeholder 4"/>
          <p:cNvSpPr>
            <a:spLocks noGrp="1"/>
          </p:cNvSpPr>
          <p:nvPr>
            <p:ph sz="quarter" idx="15"/>
          </p:nvPr>
        </p:nvSpPr>
        <p:spPr>
          <a:xfrm>
            <a:off x="342900" y="5491282"/>
            <a:ext cx="8191500" cy="497576"/>
          </a:xfrm>
        </p:spPr>
        <p:txBody>
          <a:bodyPr/>
          <a:lstStyle/>
          <a:p>
            <a:r>
              <a:rPr lang="en-US" sz="2000" dirty="0"/>
              <a:t>Source: </a:t>
            </a:r>
            <a:r>
              <a:rPr lang="en-US" sz="2000" i="1" dirty="0"/>
              <a:t>T. Rowe Price Investor</a:t>
            </a:r>
            <a:r>
              <a:rPr lang="en-US" sz="2000" dirty="0"/>
              <a:t>, September 2009, p. 8.</a:t>
            </a:r>
          </a:p>
        </p:txBody>
      </p:sp>
      <p:sp>
        <p:nvSpPr>
          <p:cNvPr id="10" name="Slide Number Placeholder 9"/>
          <p:cNvSpPr>
            <a:spLocks noGrp="1"/>
          </p:cNvSpPr>
          <p:nvPr>
            <p:ph type="sldNum" sz="quarter" idx="10"/>
          </p:nvPr>
        </p:nvSpPr>
        <p:spPr/>
        <p:txBody>
          <a:bodyPr/>
          <a:lstStyle/>
          <a:p>
            <a:fld id="{68151E55-6873-49E2-B8D5-2F265E6F1973}" type="slidenum">
              <a:rPr lang="en-US" smtClean="0"/>
              <a:t>24</a:t>
            </a:fld>
            <a:endParaRPr lang="en-US" dirty="0"/>
          </a:p>
        </p:txBody>
      </p:sp>
    </p:spTree>
    <p:extLst>
      <p:ext uri="{BB962C8B-B14F-4D97-AF65-F5344CB8AC3E}">
        <p14:creationId xmlns:p14="http://schemas.microsoft.com/office/powerpoint/2010/main" val="4455332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dirty="0"/>
              <a:t>Coefficient of Variation</a:t>
            </a:r>
          </a:p>
        </p:txBody>
      </p:sp>
      <p:sp>
        <p:nvSpPr>
          <p:cNvPr id="3" name="Content Placeholder 2"/>
          <p:cNvSpPr>
            <a:spLocks noGrp="1"/>
          </p:cNvSpPr>
          <p:nvPr>
            <p:ph sz="quarter" idx="11"/>
          </p:nvPr>
        </p:nvSpPr>
        <p:spPr>
          <a:xfrm>
            <a:off x="8595360" y="55330"/>
            <a:ext cx="487680" cy="1207446"/>
          </a:xfrm>
        </p:spPr>
        <p:txBody>
          <a:bodyPr vert="vert" rIns="0"/>
          <a:lstStyle/>
          <a:p>
            <a:pPr marL="1025525" indent="-1025525"/>
            <a:r>
              <a:rPr lang="en-US" b="1" dirty="0"/>
              <a:t>L</a:t>
            </a:r>
            <a:r>
              <a:rPr lang="en-US" sz="100" b="1" dirty="0"/>
              <a:t> </a:t>
            </a:r>
            <a:r>
              <a:rPr lang="en-US" b="1" dirty="0"/>
              <a:t>O 4.3</a:t>
            </a:r>
            <a:endParaRPr lang="en-IN" b="1" dirty="0"/>
          </a:p>
        </p:txBody>
      </p:sp>
      <p:sp>
        <p:nvSpPr>
          <p:cNvPr id="4" name="Content Placeholder 3"/>
          <p:cNvSpPr>
            <a:spLocks noGrp="1"/>
          </p:cNvSpPr>
          <p:nvPr>
            <p:ph sz="quarter" idx="14"/>
          </p:nvPr>
        </p:nvSpPr>
        <p:spPr>
          <a:xfrm>
            <a:off x="342900" y="1217056"/>
            <a:ext cx="8191500" cy="1937624"/>
          </a:xfrm>
        </p:spPr>
        <p:txBody>
          <a:bodyPr/>
          <a:lstStyle/>
          <a:p>
            <a:pPr marL="292608" indent="-292608">
              <a:buFont typeface="Arial" panose="020B0604020202020204" pitchFamily="34" charset="0"/>
              <a:buChar char="•"/>
            </a:pPr>
            <a:r>
              <a:rPr lang="en-US" dirty="0"/>
              <a:t>We use the Coefficient of Variation (</a:t>
            </a:r>
            <a:r>
              <a:rPr lang="en-US" i="1" dirty="0"/>
              <a:t>C</a:t>
            </a:r>
            <a:r>
              <a:rPr lang="en-US" sz="100" i="1" dirty="0"/>
              <a:t> </a:t>
            </a:r>
            <a:r>
              <a:rPr lang="en-US" i="1" dirty="0"/>
              <a:t>V</a:t>
            </a:r>
            <a:r>
              <a:rPr lang="en-US" dirty="0"/>
              <a:t>) to compare dispersion in data sets with dissimilar units of measurement (For example, kilograms and ounces) or dissimilar means (for example, home prices in two different cities).</a:t>
            </a:r>
          </a:p>
        </p:txBody>
      </p:sp>
      <p:graphicFrame>
        <p:nvGraphicFramePr>
          <p:cNvPr id="6" name="Object 5"/>
          <p:cNvGraphicFramePr>
            <a:graphicFrameLocks noChangeAspect="1"/>
          </p:cNvGraphicFramePr>
          <p:nvPr>
            <p:extLst>
              <p:ext uri="{D42A27DB-BD31-4B8C-83A1-F6EECF244321}">
                <p14:modId xmlns:p14="http://schemas.microsoft.com/office/powerpoint/2010/main" val="1431128950"/>
              </p:ext>
            </p:extLst>
          </p:nvPr>
        </p:nvGraphicFramePr>
        <p:xfrm>
          <a:off x="3803650" y="3168650"/>
          <a:ext cx="1663700" cy="787400"/>
        </p:xfrm>
        <a:graphic>
          <a:graphicData uri="http://schemas.openxmlformats.org/presentationml/2006/ole">
            <mc:AlternateContent xmlns:mc="http://schemas.openxmlformats.org/markup-compatibility/2006">
              <mc:Choice xmlns:v="urn:schemas-microsoft-com:vml" Requires="v">
                <p:oleObj name="Equation" r:id="rId2" imgW="1663560" imgH="787320" progId="Equation.DSMT4">
                  <p:embed/>
                </p:oleObj>
              </mc:Choice>
              <mc:Fallback>
                <p:oleObj name="Equation" r:id="rId2" imgW="1663560" imgH="787320" progId="Equation.DSMT4">
                  <p:embed/>
                  <p:pic>
                    <p:nvPicPr>
                      <p:cNvPr id="0" name=""/>
                      <p:cNvPicPr/>
                      <p:nvPr/>
                    </p:nvPicPr>
                    <p:blipFill>
                      <a:blip r:embed="rId3"/>
                      <a:stretch>
                        <a:fillRect/>
                      </a:stretch>
                    </p:blipFill>
                    <p:spPr>
                      <a:xfrm>
                        <a:off x="3803650" y="3168650"/>
                        <a:ext cx="1663700" cy="787400"/>
                      </a:xfrm>
                      <a:prstGeom prst="rect">
                        <a:avLst/>
                      </a:prstGeom>
                    </p:spPr>
                  </p:pic>
                </p:oleObj>
              </mc:Fallback>
            </mc:AlternateContent>
          </a:graphicData>
        </a:graphic>
      </p:graphicFrame>
      <p:sp>
        <p:nvSpPr>
          <p:cNvPr id="5" name="Content Placeholder 4"/>
          <p:cNvSpPr>
            <a:spLocks noGrp="1"/>
          </p:cNvSpPr>
          <p:nvPr>
            <p:ph sz="quarter" idx="15"/>
          </p:nvPr>
        </p:nvSpPr>
        <p:spPr>
          <a:xfrm>
            <a:off x="342900" y="4008120"/>
            <a:ext cx="8458200" cy="2560320"/>
          </a:xfrm>
        </p:spPr>
        <p:txBody>
          <a:bodyPr/>
          <a:lstStyle/>
          <a:p>
            <a:pPr marL="292608" indent="-292608">
              <a:buFont typeface="Arial" panose="020B0604020202020204" pitchFamily="34" charset="0"/>
              <a:buChar char="•"/>
            </a:pPr>
            <a:r>
              <a:rPr lang="en-US" dirty="0"/>
              <a:t>The </a:t>
            </a:r>
            <a:r>
              <a:rPr lang="en-US" i="1" dirty="0"/>
              <a:t>C</a:t>
            </a:r>
            <a:r>
              <a:rPr lang="en-US" sz="100" i="1" dirty="0"/>
              <a:t> </a:t>
            </a:r>
            <a:r>
              <a:rPr lang="en-US" i="1" dirty="0"/>
              <a:t>V</a:t>
            </a:r>
            <a:r>
              <a:rPr lang="en-US" dirty="0"/>
              <a:t> is the standard deviation expressed as a percent of the mean.</a:t>
            </a:r>
          </a:p>
          <a:p>
            <a:pPr marL="292608" indent="-292608">
              <a:buFont typeface="Arial" panose="020B0604020202020204" pitchFamily="34" charset="0"/>
              <a:buChar char="•"/>
            </a:pPr>
            <a:r>
              <a:rPr lang="en-US" dirty="0"/>
              <a:t>In some data sets, the standard deviation can exceed the mean, so the </a:t>
            </a:r>
            <a:r>
              <a:rPr lang="en-US" i="1" dirty="0"/>
              <a:t>C</a:t>
            </a:r>
            <a:r>
              <a:rPr lang="en-US" sz="100" i="1" dirty="0"/>
              <a:t> </a:t>
            </a:r>
            <a:r>
              <a:rPr lang="en-US" i="1" dirty="0"/>
              <a:t>V</a:t>
            </a:r>
            <a:r>
              <a:rPr lang="en-US" dirty="0"/>
              <a:t> can exceed 100%.</a:t>
            </a:r>
          </a:p>
          <a:p>
            <a:pPr marL="292608" indent="-292608">
              <a:buFont typeface="Arial" panose="020B0604020202020204" pitchFamily="34" charset="0"/>
              <a:buChar char="•"/>
            </a:pPr>
            <a:r>
              <a:rPr lang="en-US" dirty="0"/>
              <a:t>This can happen in skewed data sets, especially if there are outliers.</a:t>
            </a:r>
          </a:p>
        </p:txBody>
      </p:sp>
      <p:sp>
        <p:nvSpPr>
          <p:cNvPr id="10" name="Slide Number Placeholder 9"/>
          <p:cNvSpPr>
            <a:spLocks noGrp="1"/>
          </p:cNvSpPr>
          <p:nvPr>
            <p:ph type="sldNum" sz="quarter" idx="10"/>
          </p:nvPr>
        </p:nvSpPr>
        <p:spPr/>
        <p:txBody>
          <a:bodyPr/>
          <a:lstStyle/>
          <a:p>
            <a:fld id="{68151E55-6873-49E2-B8D5-2F265E6F1973}" type="slidenum">
              <a:rPr lang="en-US" smtClean="0"/>
              <a:t>25</a:t>
            </a:fld>
            <a:endParaRPr lang="en-US" dirty="0"/>
          </a:p>
        </p:txBody>
      </p:sp>
    </p:spTree>
    <p:extLst>
      <p:ext uri="{BB962C8B-B14F-4D97-AF65-F5344CB8AC3E}">
        <p14:creationId xmlns:p14="http://schemas.microsoft.com/office/powerpoint/2010/main" val="11962991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dirty="0"/>
              <a:t>Mean Absolute Deviation</a:t>
            </a:r>
          </a:p>
        </p:txBody>
      </p:sp>
      <p:sp>
        <p:nvSpPr>
          <p:cNvPr id="3" name="Content Placeholder 2"/>
          <p:cNvSpPr>
            <a:spLocks noGrp="1"/>
          </p:cNvSpPr>
          <p:nvPr>
            <p:ph sz="quarter" idx="11"/>
          </p:nvPr>
        </p:nvSpPr>
        <p:spPr>
          <a:xfrm>
            <a:off x="8595360" y="55330"/>
            <a:ext cx="487680" cy="1316270"/>
          </a:xfrm>
        </p:spPr>
        <p:txBody>
          <a:bodyPr vert="vert" rIns="0"/>
          <a:lstStyle/>
          <a:p>
            <a:pPr marL="1025525" indent="-1025525"/>
            <a:r>
              <a:rPr lang="en-US" b="1" dirty="0"/>
              <a:t>L</a:t>
            </a:r>
            <a:r>
              <a:rPr lang="en-US" sz="100" b="1" dirty="0"/>
              <a:t> </a:t>
            </a:r>
            <a:r>
              <a:rPr lang="en-US" b="1" dirty="0"/>
              <a:t>O 4.3</a:t>
            </a:r>
            <a:endParaRPr lang="en-IN" b="1" dirty="0"/>
          </a:p>
        </p:txBody>
      </p:sp>
      <p:sp>
        <p:nvSpPr>
          <p:cNvPr id="4" name="Content Placeholder 3"/>
          <p:cNvSpPr>
            <a:spLocks noGrp="1"/>
          </p:cNvSpPr>
          <p:nvPr>
            <p:ph sz="quarter" idx="14"/>
          </p:nvPr>
        </p:nvSpPr>
        <p:spPr>
          <a:xfrm>
            <a:off x="342900" y="1262776"/>
            <a:ext cx="8191500" cy="1646679"/>
          </a:xfrm>
        </p:spPr>
        <p:txBody>
          <a:bodyPr/>
          <a:lstStyle/>
          <a:p>
            <a:pPr marL="292608" indent="-292608">
              <a:buFont typeface="Arial" panose="020B0604020202020204" pitchFamily="34" charset="0"/>
              <a:buChar char="•"/>
            </a:pPr>
            <a:r>
              <a:rPr lang="en-US" dirty="0"/>
              <a:t>This </a:t>
            </a:r>
            <a:r>
              <a:rPr lang="en-US" b="1" dirty="0"/>
              <a:t>mean absolute deviation</a:t>
            </a:r>
            <a:r>
              <a:rPr lang="en-US" dirty="0"/>
              <a:t> (M</a:t>
            </a:r>
            <a:r>
              <a:rPr lang="en-US" sz="100" dirty="0"/>
              <a:t> </a:t>
            </a:r>
            <a:r>
              <a:rPr lang="en-US" dirty="0"/>
              <a:t>A</a:t>
            </a:r>
            <a:r>
              <a:rPr lang="en-US" sz="100" dirty="0"/>
              <a:t> </a:t>
            </a:r>
            <a:r>
              <a:rPr lang="en-US" dirty="0"/>
              <a:t>D) reveals the average distance from the center. Absolute values must be used; otherwise, the deviations around the mean would sum to zero.</a:t>
            </a:r>
          </a:p>
        </p:txBody>
      </p:sp>
      <p:graphicFrame>
        <p:nvGraphicFramePr>
          <p:cNvPr id="6" name="Object 5"/>
          <p:cNvGraphicFramePr>
            <a:graphicFrameLocks noChangeAspect="1"/>
          </p:cNvGraphicFramePr>
          <p:nvPr>
            <p:extLst>
              <p:ext uri="{D42A27DB-BD31-4B8C-83A1-F6EECF244321}">
                <p14:modId xmlns:p14="http://schemas.microsoft.com/office/powerpoint/2010/main" val="1169428107"/>
              </p:ext>
            </p:extLst>
          </p:nvPr>
        </p:nvGraphicFramePr>
        <p:xfrm>
          <a:off x="3454400" y="3305175"/>
          <a:ext cx="2235200" cy="1155700"/>
        </p:xfrm>
        <a:graphic>
          <a:graphicData uri="http://schemas.openxmlformats.org/presentationml/2006/ole">
            <mc:AlternateContent xmlns:mc="http://schemas.openxmlformats.org/markup-compatibility/2006">
              <mc:Choice xmlns:v="urn:schemas-microsoft-com:vml" Requires="v">
                <p:oleObj name="Equation" r:id="rId2" imgW="2234880" imgH="1155600" progId="Equation.DSMT4">
                  <p:embed/>
                </p:oleObj>
              </mc:Choice>
              <mc:Fallback>
                <p:oleObj name="Equation" r:id="rId2" imgW="2234880" imgH="1155600" progId="Equation.DSMT4">
                  <p:embed/>
                  <p:pic>
                    <p:nvPicPr>
                      <p:cNvPr id="0" name=""/>
                      <p:cNvPicPr/>
                      <p:nvPr/>
                    </p:nvPicPr>
                    <p:blipFill>
                      <a:blip r:embed="rId3"/>
                      <a:stretch>
                        <a:fillRect/>
                      </a:stretch>
                    </p:blipFill>
                    <p:spPr>
                      <a:xfrm>
                        <a:off x="3454400" y="3305175"/>
                        <a:ext cx="2235200" cy="1155700"/>
                      </a:xfrm>
                      <a:prstGeom prst="rect">
                        <a:avLst/>
                      </a:prstGeom>
                    </p:spPr>
                  </p:pic>
                </p:oleObj>
              </mc:Fallback>
            </mc:AlternateContent>
          </a:graphicData>
        </a:graphic>
      </p:graphicFrame>
      <p:sp>
        <p:nvSpPr>
          <p:cNvPr id="5" name="Content Placeholder 4"/>
          <p:cNvSpPr>
            <a:spLocks noGrp="1"/>
          </p:cNvSpPr>
          <p:nvPr>
            <p:ph sz="quarter" idx="15"/>
          </p:nvPr>
        </p:nvSpPr>
        <p:spPr>
          <a:xfrm>
            <a:off x="342900" y="4648200"/>
            <a:ext cx="8458200" cy="1646679"/>
          </a:xfrm>
        </p:spPr>
        <p:txBody>
          <a:bodyPr/>
          <a:lstStyle/>
          <a:p>
            <a:pPr marL="292608" indent="-292608">
              <a:buFont typeface="Arial" panose="020B0604020202020204" pitchFamily="34" charset="0"/>
              <a:buChar char="•"/>
            </a:pPr>
            <a:r>
              <a:rPr lang="en-US" dirty="0"/>
              <a:t>The M</a:t>
            </a:r>
            <a:r>
              <a:rPr lang="en-US" sz="100" dirty="0"/>
              <a:t> </a:t>
            </a:r>
            <a:r>
              <a:rPr lang="en-US" dirty="0"/>
              <a:t>A</a:t>
            </a:r>
            <a:r>
              <a:rPr lang="en-US" sz="100" dirty="0"/>
              <a:t> </a:t>
            </a:r>
            <a:r>
              <a:rPr lang="en-US" dirty="0"/>
              <a:t>D is appealing because of its simple, concrete interpretation. Using the lever analogy, the M</a:t>
            </a:r>
            <a:r>
              <a:rPr lang="en-US" sz="100" dirty="0"/>
              <a:t> </a:t>
            </a:r>
            <a:r>
              <a:rPr lang="en-US" dirty="0"/>
              <a:t>A</a:t>
            </a:r>
            <a:r>
              <a:rPr lang="en-US" sz="100" dirty="0"/>
              <a:t> </a:t>
            </a:r>
            <a:r>
              <a:rPr lang="en-US" dirty="0"/>
              <a:t>D tells us what the average distance is from an individual data point to the fulcrum.</a:t>
            </a:r>
          </a:p>
        </p:txBody>
      </p:sp>
      <p:sp>
        <p:nvSpPr>
          <p:cNvPr id="10" name="Slide Number Placeholder 9"/>
          <p:cNvSpPr>
            <a:spLocks noGrp="1"/>
          </p:cNvSpPr>
          <p:nvPr>
            <p:ph type="sldNum" sz="quarter" idx="10"/>
          </p:nvPr>
        </p:nvSpPr>
        <p:spPr/>
        <p:txBody>
          <a:bodyPr/>
          <a:lstStyle/>
          <a:p>
            <a:fld id="{68151E55-6873-49E2-B8D5-2F265E6F1973}" type="slidenum">
              <a:rPr lang="en-US" smtClean="0"/>
              <a:t>26</a:t>
            </a:fld>
            <a:endParaRPr lang="en-US" dirty="0"/>
          </a:p>
        </p:txBody>
      </p:sp>
    </p:spTree>
    <p:extLst>
      <p:ext uri="{BB962C8B-B14F-4D97-AF65-F5344CB8AC3E}">
        <p14:creationId xmlns:p14="http://schemas.microsoft.com/office/powerpoint/2010/main" val="3433190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803573" cy="903231"/>
          </a:xfrm>
        </p:spPr>
        <p:txBody>
          <a:bodyPr>
            <a:normAutofit/>
          </a:bodyPr>
          <a:lstStyle/>
          <a:p>
            <a:r>
              <a:rPr lang="en-US" sz="3600" dirty="0" err="1"/>
              <a:t>Chebyshev’s</a:t>
            </a:r>
            <a:r>
              <a:rPr lang="en-US" sz="3600" dirty="0"/>
              <a:t> Theorem</a:t>
            </a:r>
          </a:p>
        </p:txBody>
      </p:sp>
      <p:sp>
        <p:nvSpPr>
          <p:cNvPr id="11" name="Content Placeholder 2">
            <a:extLst>
              <a:ext uri="{FF2B5EF4-FFF2-40B4-BE49-F238E27FC236}">
                <a16:creationId xmlns:a16="http://schemas.microsoft.com/office/drawing/2014/main" id="{C3A4E8E1-F1D7-E789-F90A-03554403622B}"/>
              </a:ext>
            </a:extLst>
          </p:cNvPr>
          <p:cNvSpPr>
            <a:spLocks noGrp="1"/>
          </p:cNvSpPr>
          <p:nvPr>
            <p:ph sz="quarter" idx="11"/>
          </p:nvPr>
        </p:nvSpPr>
        <p:spPr>
          <a:xfrm>
            <a:off x="8560886" y="90969"/>
            <a:ext cx="480428" cy="1106272"/>
          </a:xfrm>
        </p:spPr>
        <p:txBody>
          <a:bodyPr vert="vert" rIns="0"/>
          <a:lstStyle/>
          <a:p>
            <a:pPr marL="1025525" indent="-1025525"/>
            <a:r>
              <a:rPr lang="en-US" b="1" dirty="0"/>
              <a:t>L</a:t>
            </a:r>
            <a:r>
              <a:rPr lang="en-US" sz="100" b="1" dirty="0"/>
              <a:t> </a:t>
            </a:r>
            <a:r>
              <a:rPr lang="en-US" b="1" dirty="0"/>
              <a:t>O 4.4</a:t>
            </a:r>
            <a:endParaRPr lang="en-IN" b="1" dirty="0"/>
          </a:p>
        </p:txBody>
      </p:sp>
      <p:sp>
        <p:nvSpPr>
          <p:cNvPr id="4" name="Content Placeholder 3"/>
          <p:cNvSpPr>
            <a:spLocks noGrp="1"/>
          </p:cNvSpPr>
          <p:nvPr>
            <p:ph sz="quarter" idx="14"/>
          </p:nvPr>
        </p:nvSpPr>
        <p:spPr>
          <a:xfrm>
            <a:off x="342900" y="1276709"/>
            <a:ext cx="7932882" cy="1355278"/>
          </a:xfrm>
        </p:spPr>
        <p:txBody>
          <a:bodyPr/>
          <a:lstStyle/>
          <a:p>
            <a:pPr marL="292608" indent="-292608">
              <a:buFont typeface="Arial" panose="020B0604020202020204" pitchFamily="34" charset="0"/>
              <a:buChar char="•"/>
            </a:pPr>
            <a:r>
              <a:rPr lang="en-US" sz="2200" dirty="0"/>
              <a:t>For any population with mean </a:t>
            </a:r>
            <a:r>
              <a:rPr lang="en-US" sz="2200" i="1" dirty="0"/>
              <a:t>μ </a:t>
            </a:r>
            <a:r>
              <a:rPr lang="en-US" sz="2200" dirty="0"/>
              <a:t>and standard deviation </a:t>
            </a:r>
            <a:r>
              <a:rPr lang="el-GR" sz="2200" i="1" dirty="0">
                <a:cs typeface="Arial" panose="020B0604020202020204" pitchFamily="34" charset="0"/>
              </a:rPr>
              <a:t>σ</a:t>
            </a:r>
            <a:r>
              <a:rPr lang="en-US" sz="2200" dirty="0">
                <a:cs typeface="Arial" panose="020B0604020202020204" pitchFamily="34" charset="0"/>
              </a:rPr>
              <a:t>,</a:t>
            </a:r>
            <a:r>
              <a:rPr lang="el-GR" sz="2200" i="1" dirty="0">
                <a:cs typeface="Arial" panose="020B0604020202020204" pitchFamily="34" charset="0"/>
              </a:rPr>
              <a:t> </a:t>
            </a:r>
            <a:r>
              <a:rPr lang="en-US" sz="2200" dirty="0"/>
              <a:t>the percentage of observations that lie within </a:t>
            </a:r>
            <a:r>
              <a:rPr lang="en-US" sz="2200" i="1" dirty="0"/>
              <a:t>k </a:t>
            </a:r>
            <a:r>
              <a:rPr lang="en-US" sz="2200" dirty="0"/>
              <a:t>standard deviations of the mean must be at least</a:t>
            </a:r>
          </a:p>
        </p:txBody>
      </p:sp>
      <p:graphicFrame>
        <p:nvGraphicFramePr>
          <p:cNvPr id="18" name="Object 17"/>
          <p:cNvGraphicFramePr>
            <a:graphicFrameLocks noChangeAspect="1"/>
          </p:cNvGraphicFramePr>
          <p:nvPr>
            <p:extLst>
              <p:ext uri="{D42A27DB-BD31-4B8C-83A1-F6EECF244321}">
                <p14:modId xmlns:p14="http://schemas.microsoft.com/office/powerpoint/2010/main" val="4268008565"/>
              </p:ext>
            </p:extLst>
          </p:nvPr>
        </p:nvGraphicFramePr>
        <p:xfrm>
          <a:off x="5768047" y="2003749"/>
          <a:ext cx="1490581" cy="428944"/>
        </p:xfrm>
        <a:graphic>
          <a:graphicData uri="http://schemas.openxmlformats.org/presentationml/2006/ole">
            <mc:AlternateContent xmlns:mc="http://schemas.openxmlformats.org/markup-compatibility/2006">
              <mc:Choice xmlns:v="urn:schemas-microsoft-com:vml" Requires="v">
                <p:oleObj name="Equation" r:id="rId2" imgW="1765080" imgH="507960" progId="Equation.DSMT4">
                  <p:embed/>
                </p:oleObj>
              </mc:Choice>
              <mc:Fallback>
                <p:oleObj name="Equation" r:id="rId2" imgW="1765080" imgH="507960" progId="Equation.DSMT4">
                  <p:embed/>
                  <p:pic>
                    <p:nvPicPr>
                      <p:cNvPr id="0" name=""/>
                      <p:cNvPicPr/>
                      <p:nvPr/>
                    </p:nvPicPr>
                    <p:blipFill>
                      <a:blip r:embed="rId3"/>
                      <a:stretch>
                        <a:fillRect/>
                      </a:stretch>
                    </p:blipFill>
                    <p:spPr>
                      <a:xfrm>
                        <a:off x="5768047" y="2003749"/>
                        <a:ext cx="1490581" cy="428944"/>
                      </a:xfrm>
                      <a:prstGeom prst="rect">
                        <a:avLst/>
                      </a:prstGeom>
                    </p:spPr>
                  </p:pic>
                </p:oleObj>
              </mc:Fallback>
            </mc:AlternateContent>
          </a:graphicData>
        </a:graphic>
      </p:graphicFrame>
      <p:sp>
        <p:nvSpPr>
          <p:cNvPr id="14" name="Content Placeholder 13">
            <a:extLst>
              <a:ext uri="{FF2B5EF4-FFF2-40B4-BE49-F238E27FC236}">
                <a16:creationId xmlns:a16="http://schemas.microsoft.com/office/drawing/2014/main" id="{27079F3C-C6D6-404B-94E5-6AA8D1A9AA60}"/>
              </a:ext>
            </a:extLst>
          </p:cNvPr>
          <p:cNvSpPr>
            <a:spLocks noGrp="1"/>
          </p:cNvSpPr>
          <p:nvPr>
            <p:ph sz="quarter" idx="22"/>
          </p:nvPr>
        </p:nvSpPr>
        <p:spPr>
          <a:xfrm>
            <a:off x="1511875" y="2846809"/>
            <a:ext cx="811643" cy="409481"/>
          </a:xfrm>
        </p:spPr>
        <p:txBody>
          <a:bodyPr/>
          <a:lstStyle/>
          <a:p>
            <a:r>
              <a:rPr lang="en-US" sz="2200" i="1" dirty="0"/>
              <a:t>k</a:t>
            </a:r>
            <a:r>
              <a:rPr lang="en-US" sz="2200" dirty="0"/>
              <a:t> = 2</a:t>
            </a:r>
          </a:p>
        </p:txBody>
      </p:sp>
      <p:sp>
        <p:nvSpPr>
          <p:cNvPr id="9" name="Content Placeholder 8">
            <a:extLst>
              <a:ext uri="{FF2B5EF4-FFF2-40B4-BE49-F238E27FC236}">
                <a16:creationId xmlns:a16="http://schemas.microsoft.com/office/drawing/2014/main" id="{E4B063BD-F96E-4269-96B6-4294CBAA99C4}"/>
              </a:ext>
            </a:extLst>
          </p:cNvPr>
          <p:cNvSpPr>
            <a:spLocks noGrp="1"/>
          </p:cNvSpPr>
          <p:nvPr>
            <p:ph sz="quarter" idx="16"/>
          </p:nvPr>
        </p:nvSpPr>
        <p:spPr>
          <a:xfrm>
            <a:off x="2323519" y="2860974"/>
            <a:ext cx="4607791" cy="425249"/>
          </a:xfrm>
        </p:spPr>
        <p:txBody>
          <a:bodyPr/>
          <a:lstStyle/>
          <a:p>
            <a:r>
              <a:rPr lang="en-US" sz="2200" dirty="0"/>
              <a:t>at least 75.0% will lie within </a:t>
            </a:r>
            <a:r>
              <a:rPr lang="en-US" sz="2200" i="1" dirty="0"/>
              <a:t>μ</a:t>
            </a:r>
            <a:r>
              <a:rPr lang="en-US" sz="2200" dirty="0"/>
              <a:t> </a:t>
            </a:r>
            <a:r>
              <a:rPr lang="en-US" sz="2200" dirty="0">
                <a:cs typeface="Arial" panose="020B0604020202020204" pitchFamily="34" charset="0"/>
              </a:rPr>
              <a:t>± 2</a:t>
            </a:r>
            <a:r>
              <a:rPr lang="el-GR" sz="2200" i="1" dirty="0">
                <a:cs typeface="Arial" panose="020B0604020202020204" pitchFamily="34" charset="0"/>
              </a:rPr>
              <a:t>σ</a:t>
            </a:r>
            <a:r>
              <a:rPr lang="en-US" sz="2200" i="1" dirty="0">
                <a:cs typeface="Arial" panose="020B0604020202020204" pitchFamily="34" charset="0"/>
              </a:rPr>
              <a:t>.</a:t>
            </a:r>
            <a:endParaRPr lang="en-US" sz="2200" i="1" dirty="0"/>
          </a:p>
        </p:txBody>
      </p:sp>
      <p:sp>
        <p:nvSpPr>
          <p:cNvPr id="15" name="Content Placeholder 14">
            <a:extLst>
              <a:ext uri="{FF2B5EF4-FFF2-40B4-BE49-F238E27FC236}">
                <a16:creationId xmlns:a16="http://schemas.microsoft.com/office/drawing/2014/main" id="{9DB6F3EA-C151-4B73-BB3F-A37A95867380}"/>
              </a:ext>
            </a:extLst>
          </p:cNvPr>
          <p:cNvSpPr>
            <a:spLocks noGrp="1"/>
          </p:cNvSpPr>
          <p:nvPr>
            <p:ph sz="quarter" idx="23"/>
          </p:nvPr>
        </p:nvSpPr>
        <p:spPr>
          <a:xfrm>
            <a:off x="1511875" y="3428938"/>
            <a:ext cx="811643" cy="402595"/>
          </a:xfrm>
        </p:spPr>
        <p:txBody>
          <a:bodyPr/>
          <a:lstStyle/>
          <a:p>
            <a:r>
              <a:rPr lang="en-US" sz="2200" i="1" dirty="0"/>
              <a:t>k</a:t>
            </a:r>
            <a:r>
              <a:rPr lang="en-US" sz="2200" dirty="0"/>
              <a:t> = 3</a:t>
            </a:r>
          </a:p>
        </p:txBody>
      </p:sp>
      <p:sp>
        <p:nvSpPr>
          <p:cNvPr id="10" name="Content Placeholder 9">
            <a:extLst>
              <a:ext uri="{FF2B5EF4-FFF2-40B4-BE49-F238E27FC236}">
                <a16:creationId xmlns:a16="http://schemas.microsoft.com/office/drawing/2014/main" id="{2A1245F8-DE8E-40DF-B1C8-844AB974C09A}"/>
              </a:ext>
            </a:extLst>
          </p:cNvPr>
          <p:cNvSpPr>
            <a:spLocks noGrp="1"/>
          </p:cNvSpPr>
          <p:nvPr>
            <p:ph sz="quarter" idx="17"/>
          </p:nvPr>
        </p:nvSpPr>
        <p:spPr>
          <a:xfrm>
            <a:off x="2323518" y="3440740"/>
            <a:ext cx="4607792" cy="457162"/>
          </a:xfrm>
        </p:spPr>
        <p:txBody>
          <a:bodyPr/>
          <a:lstStyle/>
          <a:p>
            <a:r>
              <a:rPr lang="en-US" sz="2200" dirty="0"/>
              <a:t>at least 88.9% will lie within </a:t>
            </a:r>
            <a:r>
              <a:rPr lang="en-US" sz="2200" i="1" dirty="0"/>
              <a:t>μ</a:t>
            </a:r>
            <a:r>
              <a:rPr lang="en-US" sz="2200" dirty="0"/>
              <a:t> </a:t>
            </a:r>
            <a:r>
              <a:rPr lang="en-US" sz="2200" dirty="0">
                <a:cs typeface="Arial" panose="020B0604020202020204" pitchFamily="34" charset="0"/>
              </a:rPr>
              <a:t>± 3</a:t>
            </a:r>
            <a:r>
              <a:rPr lang="el-GR" sz="2200" i="1" dirty="0">
                <a:cs typeface="Arial" panose="020B0604020202020204" pitchFamily="34" charset="0"/>
              </a:rPr>
              <a:t>σ</a:t>
            </a:r>
            <a:r>
              <a:rPr lang="en-US" sz="2200" i="1" dirty="0">
                <a:cs typeface="Arial" panose="020B0604020202020204" pitchFamily="34" charset="0"/>
              </a:rPr>
              <a:t>.</a:t>
            </a:r>
            <a:endParaRPr lang="en-US" sz="2200" i="1" dirty="0"/>
          </a:p>
        </p:txBody>
      </p:sp>
      <p:sp>
        <p:nvSpPr>
          <p:cNvPr id="16" name="Content Placeholder 15">
            <a:extLst>
              <a:ext uri="{FF2B5EF4-FFF2-40B4-BE49-F238E27FC236}">
                <a16:creationId xmlns:a16="http://schemas.microsoft.com/office/drawing/2014/main" id="{0373E603-B65D-4809-939B-0D7722DA1E77}"/>
              </a:ext>
            </a:extLst>
          </p:cNvPr>
          <p:cNvSpPr>
            <a:spLocks noGrp="1"/>
          </p:cNvSpPr>
          <p:nvPr>
            <p:ph sz="quarter" idx="24"/>
          </p:nvPr>
        </p:nvSpPr>
        <p:spPr>
          <a:xfrm>
            <a:off x="1511875" y="4101335"/>
            <a:ext cx="811644" cy="402596"/>
          </a:xfrm>
        </p:spPr>
        <p:txBody>
          <a:bodyPr/>
          <a:lstStyle/>
          <a:p>
            <a:r>
              <a:rPr lang="en-US" sz="2200" i="1" dirty="0"/>
              <a:t>k</a:t>
            </a:r>
            <a:r>
              <a:rPr lang="en-US" sz="2200" dirty="0"/>
              <a:t> = 4</a:t>
            </a:r>
          </a:p>
        </p:txBody>
      </p:sp>
      <p:sp>
        <p:nvSpPr>
          <p:cNvPr id="12" name="Content Placeholder 11">
            <a:extLst>
              <a:ext uri="{FF2B5EF4-FFF2-40B4-BE49-F238E27FC236}">
                <a16:creationId xmlns:a16="http://schemas.microsoft.com/office/drawing/2014/main" id="{FE59E642-9D5B-455D-8972-300AC5967A3F}"/>
              </a:ext>
            </a:extLst>
          </p:cNvPr>
          <p:cNvSpPr>
            <a:spLocks noGrp="1"/>
          </p:cNvSpPr>
          <p:nvPr>
            <p:ph sz="quarter" idx="18"/>
          </p:nvPr>
        </p:nvSpPr>
        <p:spPr>
          <a:xfrm>
            <a:off x="2323519" y="4074051"/>
            <a:ext cx="4607791" cy="457163"/>
          </a:xfrm>
        </p:spPr>
        <p:txBody>
          <a:bodyPr/>
          <a:lstStyle/>
          <a:p>
            <a:r>
              <a:rPr lang="en-US" sz="2200" dirty="0"/>
              <a:t>at least 93.8% will lie within </a:t>
            </a:r>
            <a:r>
              <a:rPr lang="en-US" sz="2200" i="1" dirty="0"/>
              <a:t>μ</a:t>
            </a:r>
            <a:r>
              <a:rPr lang="en-US" sz="2200" dirty="0"/>
              <a:t> </a:t>
            </a:r>
            <a:r>
              <a:rPr lang="en-US" sz="2200" dirty="0">
                <a:cs typeface="Arial" panose="020B0604020202020204" pitchFamily="34" charset="0"/>
              </a:rPr>
              <a:t>± 4</a:t>
            </a:r>
            <a:r>
              <a:rPr lang="el-GR" sz="2200" i="1" dirty="0">
                <a:cs typeface="Arial" panose="020B0604020202020204" pitchFamily="34" charset="0"/>
              </a:rPr>
              <a:t>σ</a:t>
            </a:r>
            <a:r>
              <a:rPr lang="en-US" sz="2200" i="1" dirty="0">
                <a:cs typeface="Arial" panose="020B0604020202020204" pitchFamily="34" charset="0"/>
              </a:rPr>
              <a:t>.</a:t>
            </a:r>
            <a:endParaRPr lang="en-US" sz="2200" i="1" dirty="0"/>
          </a:p>
        </p:txBody>
      </p:sp>
      <p:sp>
        <p:nvSpPr>
          <p:cNvPr id="8" name="Content Placeholder 7"/>
          <p:cNvSpPr>
            <a:spLocks noGrp="1"/>
          </p:cNvSpPr>
          <p:nvPr>
            <p:ph sz="quarter" idx="15"/>
          </p:nvPr>
        </p:nvSpPr>
        <p:spPr>
          <a:xfrm>
            <a:off x="342900" y="4908661"/>
            <a:ext cx="7932882" cy="854410"/>
          </a:xfrm>
        </p:spPr>
        <p:txBody>
          <a:bodyPr/>
          <a:lstStyle/>
          <a:p>
            <a:pPr marL="292608" indent="-292608">
              <a:buFont typeface="Arial" panose="020B0604020202020204" pitchFamily="34" charset="0"/>
              <a:buChar char="•"/>
            </a:pPr>
            <a:r>
              <a:rPr lang="en-US" sz="2200" dirty="0"/>
              <a:t>Although applicable to any data set, these limits tend to be rather wide.</a:t>
            </a:r>
          </a:p>
        </p:txBody>
      </p:sp>
      <p:sp>
        <p:nvSpPr>
          <p:cNvPr id="17" name="Slide Number Placeholder 16"/>
          <p:cNvSpPr>
            <a:spLocks noGrp="1"/>
          </p:cNvSpPr>
          <p:nvPr>
            <p:ph type="sldNum" sz="quarter" idx="10"/>
          </p:nvPr>
        </p:nvSpPr>
        <p:spPr/>
        <p:txBody>
          <a:bodyPr/>
          <a:lstStyle/>
          <a:p>
            <a:fld id="{68151E55-6873-49E2-B8D5-2F265E6F1973}" type="slidenum">
              <a:rPr lang="en-US" smtClean="0"/>
              <a:t>27</a:t>
            </a:fld>
            <a:endParaRPr lang="en-US" dirty="0"/>
          </a:p>
        </p:txBody>
      </p:sp>
    </p:spTree>
    <p:extLst>
      <p:ext uri="{BB962C8B-B14F-4D97-AF65-F5344CB8AC3E}">
        <p14:creationId xmlns:p14="http://schemas.microsoft.com/office/powerpoint/2010/main" val="30329294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572664" cy="903231"/>
          </a:xfrm>
        </p:spPr>
        <p:txBody>
          <a:bodyPr>
            <a:normAutofit/>
          </a:bodyPr>
          <a:lstStyle/>
          <a:p>
            <a:r>
              <a:rPr lang="en-US" sz="3600" dirty="0"/>
              <a:t>Empirical Rule </a:t>
            </a:r>
            <a:r>
              <a:rPr lang="en-US" sz="1000" b="0" dirty="0"/>
              <a:t>1</a:t>
            </a:r>
          </a:p>
        </p:txBody>
      </p:sp>
      <p:sp>
        <p:nvSpPr>
          <p:cNvPr id="3" name="Content Placeholder 2"/>
          <p:cNvSpPr>
            <a:spLocks noGrp="1"/>
          </p:cNvSpPr>
          <p:nvPr>
            <p:ph sz="quarter" idx="11"/>
          </p:nvPr>
        </p:nvSpPr>
        <p:spPr>
          <a:xfrm>
            <a:off x="8560886" y="94093"/>
            <a:ext cx="480428" cy="1100024"/>
          </a:xfrm>
        </p:spPr>
        <p:txBody>
          <a:bodyPr vert="vert" rIns="0"/>
          <a:lstStyle/>
          <a:p>
            <a:pPr marL="1025525" indent="-1025525"/>
            <a:r>
              <a:rPr lang="en-US" b="1" dirty="0"/>
              <a:t>L</a:t>
            </a:r>
            <a:r>
              <a:rPr lang="en-US" sz="100" b="1" dirty="0"/>
              <a:t> </a:t>
            </a:r>
            <a:r>
              <a:rPr lang="en-US" b="1" dirty="0"/>
              <a:t>O 4.5</a:t>
            </a:r>
            <a:endParaRPr lang="en-IN" b="1" dirty="0"/>
          </a:p>
        </p:txBody>
      </p:sp>
      <p:sp>
        <p:nvSpPr>
          <p:cNvPr id="4" name="Content Placeholder 3"/>
          <p:cNvSpPr>
            <a:spLocks noGrp="1"/>
          </p:cNvSpPr>
          <p:nvPr>
            <p:ph sz="quarter" idx="14"/>
          </p:nvPr>
        </p:nvSpPr>
        <p:spPr>
          <a:xfrm>
            <a:off x="342900" y="1233670"/>
            <a:ext cx="8467956" cy="1897458"/>
          </a:xfrm>
        </p:spPr>
        <p:txBody>
          <a:bodyPr/>
          <a:lstStyle/>
          <a:p>
            <a:pPr marL="292608" indent="-292608">
              <a:buFont typeface="Arial" panose="020B0604020202020204" pitchFamily="34" charset="0"/>
              <a:buChar char="•"/>
            </a:pPr>
            <a:r>
              <a:rPr lang="en-US" sz="2200" dirty="0"/>
              <a:t>The normal distribution is symmetric and is also known as the bell-shaped curve.</a:t>
            </a:r>
          </a:p>
          <a:p>
            <a:pPr marL="292608" indent="-292608">
              <a:buFont typeface="Arial" panose="020B0604020202020204" pitchFamily="34" charset="0"/>
              <a:buChar char="•"/>
            </a:pPr>
            <a:r>
              <a:rPr lang="en-US" sz="2200" dirty="0"/>
              <a:t>The </a:t>
            </a:r>
            <a:r>
              <a:rPr lang="en-US" sz="2200" b="1" dirty="0"/>
              <a:t>Empirical Rule</a:t>
            </a:r>
            <a:r>
              <a:rPr lang="en-US" sz="2200" dirty="0"/>
              <a:t> states that for data from a normal distribution, we expect the interval </a:t>
            </a:r>
            <a:r>
              <a:rPr lang="en-US" sz="2200" i="1" dirty="0"/>
              <a:t>μ</a:t>
            </a:r>
            <a:r>
              <a:rPr lang="en-US" sz="2200" dirty="0"/>
              <a:t> </a:t>
            </a:r>
            <a:r>
              <a:rPr lang="en-US" sz="2200" dirty="0">
                <a:cs typeface="Arial" panose="020B0604020202020204" pitchFamily="34" charset="0"/>
              </a:rPr>
              <a:t>± </a:t>
            </a:r>
            <a:r>
              <a:rPr lang="en-US" sz="2200" i="1" dirty="0">
                <a:cs typeface="Arial" panose="020B0604020202020204" pitchFamily="34" charset="0"/>
              </a:rPr>
              <a:t>k</a:t>
            </a:r>
            <a:r>
              <a:rPr lang="el-GR" sz="2200" i="1" dirty="0">
                <a:cs typeface="Arial" panose="020B0604020202020204" pitchFamily="34" charset="0"/>
              </a:rPr>
              <a:t>σ</a:t>
            </a:r>
            <a:r>
              <a:rPr lang="en-US" sz="2200" i="1" dirty="0">
                <a:cs typeface="Arial" panose="020B0604020202020204" pitchFamily="34" charset="0"/>
              </a:rPr>
              <a:t> </a:t>
            </a:r>
            <a:r>
              <a:rPr lang="en-US" sz="2200" dirty="0"/>
              <a:t>to contain a known percentage of data.</a:t>
            </a:r>
          </a:p>
        </p:txBody>
      </p:sp>
      <p:sp>
        <p:nvSpPr>
          <p:cNvPr id="8" name="Content Placeholder 7">
            <a:extLst>
              <a:ext uri="{FF2B5EF4-FFF2-40B4-BE49-F238E27FC236}">
                <a16:creationId xmlns:a16="http://schemas.microsoft.com/office/drawing/2014/main" id="{FBE6BDFF-6186-4E36-9E0F-9941457E837A}"/>
              </a:ext>
            </a:extLst>
          </p:cNvPr>
          <p:cNvSpPr>
            <a:spLocks noGrp="1"/>
          </p:cNvSpPr>
          <p:nvPr>
            <p:ph sz="quarter" idx="15"/>
          </p:nvPr>
        </p:nvSpPr>
        <p:spPr>
          <a:xfrm>
            <a:off x="342902" y="3491855"/>
            <a:ext cx="862330" cy="406199"/>
          </a:xfrm>
        </p:spPr>
        <p:txBody>
          <a:bodyPr/>
          <a:lstStyle/>
          <a:p>
            <a:r>
              <a:rPr lang="en-US" sz="2200" i="1" dirty="0"/>
              <a:t>k</a:t>
            </a:r>
            <a:r>
              <a:rPr lang="en-US" sz="2200" dirty="0"/>
              <a:t> = 1</a:t>
            </a:r>
          </a:p>
        </p:txBody>
      </p:sp>
      <p:sp>
        <p:nvSpPr>
          <p:cNvPr id="20" name="Content Placeholder 19">
            <a:extLst>
              <a:ext uri="{FF2B5EF4-FFF2-40B4-BE49-F238E27FC236}">
                <a16:creationId xmlns:a16="http://schemas.microsoft.com/office/drawing/2014/main" id="{4F85E8B2-C175-485D-AEE2-26BD38EE7DB8}"/>
              </a:ext>
            </a:extLst>
          </p:cNvPr>
          <p:cNvSpPr>
            <a:spLocks noGrp="1"/>
          </p:cNvSpPr>
          <p:nvPr>
            <p:ph sz="quarter" idx="16"/>
          </p:nvPr>
        </p:nvSpPr>
        <p:spPr>
          <a:xfrm>
            <a:off x="1205230" y="3495188"/>
            <a:ext cx="3717752" cy="406199"/>
          </a:xfrm>
        </p:spPr>
        <p:txBody>
          <a:bodyPr/>
          <a:lstStyle/>
          <a:p>
            <a:r>
              <a:rPr lang="en-US" sz="2200" dirty="0"/>
              <a:t>68.26% will lie within </a:t>
            </a:r>
            <a:r>
              <a:rPr lang="en-US" sz="2200" i="1" dirty="0"/>
              <a:t>μ</a:t>
            </a:r>
            <a:r>
              <a:rPr lang="en-US" sz="2200" dirty="0"/>
              <a:t> </a:t>
            </a:r>
            <a:r>
              <a:rPr lang="en-US" sz="2200" dirty="0">
                <a:cs typeface="Arial" panose="020B0604020202020204" pitchFamily="34" charset="0"/>
              </a:rPr>
              <a:t>± 1</a:t>
            </a:r>
            <a:r>
              <a:rPr lang="el-GR" sz="2200" i="1" dirty="0">
                <a:cs typeface="Arial" panose="020B0604020202020204" pitchFamily="34" charset="0"/>
              </a:rPr>
              <a:t>σ</a:t>
            </a:r>
            <a:r>
              <a:rPr lang="en-US" sz="2200" i="1" dirty="0">
                <a:cs typeface="Arial" panose="020B0604020202020204" pitchFamily="34" charset="0"/>
              </a:rPr>
              <a:t>.</a:t>
            </a:r>
            <a:endParaRPr lang="en-US" sz="2200" dirty="0"/>
          </a:p>
        </p:txBody>
      </p:sp>
      <p:sp>
        <p:nvSpPr>
          <p:cNvPr id="21" name="Content Placeholder 20">
            <a:extLst>
              <a:ext uri="{FF2B5EF4-FFF2-40B4-BE49-F238E27FC236}">
                <a16:creationId xmlns:a16="http://schemas.microsoft.com/office/drawing/2014/main" id="{4AF9D58B-6554-4EBD-AC65-23BF6338FE7E}"/>
              </a:ext>
            </a:extLst>
          </p:cNvPr>
          <p:cNvSpPr>
            <a:spLocks noGrp="1"/>
          </p:cNvSpPr>
          <p:nvPr>
            <p:ph sz="quarter" idx="17"/>
          </p:nvPr>
        </p:nvSpPr>
        <p:spPr>
          <a:xfrm>
            <a:off x="342900" y="4052810"/>
            <a:ext cx="862330" cy="406200"/>
          </a:xfrm>
        </p:spPr>
        <p:txBody>
          <a:bodyPr/>
          <a:lstStyle/>
          <a:p>
            <a:r>
              <a:rPr lang="en-US" sz="2200" i="1" dirty="0"/>
              <a:t>k</a:t>
            </a:r>
            <a:r>
              <a:rPr lang="en-US" sz="2200" dirty="0"/>
              <a:t> = 2</a:t>
            </a:r>
          </a:p>
        </p:txBody>
      </p:sp>
      <p:sp>
        <p:nvSpPr>
          <p:cNvPr id="22" name="Content Placeholder 21">
            <a:extLst>
              <a:ext uri="{FF2B5EF4-FFF2-40B4-BE49-F238E27FC236}">
                <a16:creationId xmlns:a16="http://schemas.microsoft.com/office/drawing/2014/main" id="{3DCA3470-D50D-4F7C-9667-BD1C311680DE}"/>
              </a:ext>
            </a:extLst>
          </p:cNvPr>
          <p:cNvSpPr>
            <a:spLocks noGrp="1"/>
          </p:cNvSpPr>
          <p:nvPr>
            <p:ph sz="quarter" idx="18"/>
          </p:nvPr>
        </p:nvSpPr>
        <p:spPr>
          <a:xfrm>
            <a:off x="1205231" y="4052810"/>
            <a:ext cx="3717752" cy="406200"/>
          </a:xfrm>
        </p:spPr>
        <p:txBody>
          <a:bodyPr/>
          <a:lstStyle/>
          <a:p>
            <a:r>
              <a:rPr lang="en-US" sz="2200" dirty="0"/>
              <a:t>95.44% will lie within </a:t>
            </a:r>
            <a:r>
              <a:rPr lang="en-US" sz="2200" i="1" dirty="0"/>
              <a:t>μ</a:t>
            </a:r>
            <a:r>
              <a:rPr lang="en-US" sz="2200" dirty="0"/>
              <a:t> </a:t>
            </a:r>
            <a:r>
              <a:rPr lang="en-US" sz="2200" dirty="0">
                <a:cs typeface="Arial" panose="020B0604020202020204" pitchFamily="34" charset="0"/>
              </a:rPr>
              <a:t>± 2</a:t>
            </a:r>
            <a:r>
              <a:rPr lang="el-GR" sz="2200" i="1" dirty="0">
                <a:cs typeface="Arial" panose="020B0604020202020204" pitchFamily="34" charset="0"/>
              </a:rPr>
              <a:t>σ</a:t>
            </a:r>
            <a:r>
              <a:rPr lang="en-US" sz="2200" i="1" dirty="0">
                <a:cs typeface="Arial" panose="020B0604020202020204" pitchFamily="34" charset="0"/>
              </a:rPr>
              <a:t>.</a:t>
            </a:r>
            <a:endParaRPr lang="en-US" sz="2200" dirty="0"/>
          </a:p>
        </p:txBody>
      </p:sp>
      <p:sp>
        <p:nvSpPr>
          <p:cNvPr id="23" name="Content Placeholder 22">
            <a:extLst>
              <a:ext uri="{FF2B5EF4-FFF2-40B4-BE49-F238E27FC236}">
                <a16:creationId xmlns:a16="http://schemas.microsoft.com/office/drawing/2014/main" id="{F9F6A970-7DAA-425F-B63B-32BAF8EBA497}"/>
              </a:ext>
            </a:extLst>
          </p:cNvPr>
          <p:cNvSpPr>
            <a:spLocks noGrp="1"/>
          </p:cNvSpPr>
          <p:nvPr>
            <p:ph sz="quarter" idx="19"/>
          </p:nvPr>
        </p:nvSpPr>
        <p:spPr>
          <a:xfrm>
            <a:off x="342900" y="4612404"/>
            <a:ext cx="862330" cy="406200"/>
          </a:xfrm>
        </p:spPr>
        <p:txBody>
          <a:bodyPr/>
          <a:lstStyle/>
          <a:p>
            <a:r>
              <a:rPr lang="en-US" sz="2200" i="1" dirty="0"/>
              <a:t>k</a:t>
            </a:r>
            <a:r>
              <a:rPr lang="en-US" sz="2200" dirty="0"/>
              <a:t> = 3</a:t>
            </a:r>
          </a:p>
        </p:txBody>
      </p:sp>
      <p:sp>
        <p:nvSpPr>
          <p:cNvPr id="24" name="Content Placeholder 23">
            <a:extLst>
              <a:ext uri="{FF2B5EF4-FFF2-40B4-BE49-F238E27FC236}">
                <a16:creationId xmlns:a16="http://schemas.microsoft.com/office/drawing/2014/main" id="{A26CE2DA-9AAE-441A-BE8D-F180560753AC}"/>
              </a:ext>
            </a:extLst>
          </p:cNvPr>
          <p:cNvSpPr>
            <a:spLocks noGrp="1"/>
          </p:cNvSpPr>
          <p:nvPr>
            <p:ph sz="quarter" idx="20"/>
          </p:nvPr>
        </p:nvSpPr>
        <p:spPr>
          <a:xfrm>
            <a:off x="1205230" y="4615663"/>
            <a:ext cx="3717753" cy="406200"/>
          </a:xfrm>
        </p:spPr>
        <p:txBody>
          <a:bodyPr/>
          <a:lstStyle/>
          <a:p>
            <a:r>
              <a:rPr lang="en-US" sz="2200" dirty="0"/>
              <a:t>99.73% will lie within </a:t>
            </a:r>
            <a:r>
              <a:rPr lang="en-US" sz="2200" i="1" dirty="0"/>
              <a:t>μ</a:t>
            </a:r>
            <a:r>
              <a:rPr lang="en-US" sz="2200" dirty="0"/>
              <a:t> </a:t>
            </a:r>
            <a:r>
              <a:rPr lang="en-US" sz="2200" dirty="0">
                <a:cs typeface="Arial" panose="020B0604020202020204" pitchFamily="34" charset="0"/>
              </a:rPr>
              <a:t>± 3</a:t>
            </a:r>
            <a:r>
              <a:rPr lang="el-GR" sz="2200" i="1" dirty="0">
                <a:cs typeface="Arial" panose="020B0604020202020204" pitchFamily="34" charset="0"/>
              </a:rPr>
              <a:t>σ</a:t>
            </a:r>
            <a:r>
              <a:rPr lang="en-US" sz="2200" i="1" dirty="0">
                <a:cs typeface="Arial" panose="020B0604020202020204" pitchFamily="34" charset="0"/>
              </a:rPr>
              <a:t>.</a:t>
            </a:r>
            <a:endParaRPr lang="en-US" sz="2200" dirty="0"/>
          </a:p>
        </p:txBody>
      </p:sp>
      <p:pic>
        <p:nvPicPr>
          <p:cNvPr id="15" name="Picture 14" descr="A symmetrical normal distribution curve with three standard deviation (σ) values."/>
          <p:cNvPicPr>
            <a:picLocks noChangeAspect="1"/>
          </p:cNvPicPr>
          <p:nvPr/>
        </p:nvPicPr>
        <p:blipFill>
          <a:blip r:embed="rId2"/>
          <a:stretch>
            <a:fillRect/>
          </a:stretch>
        </p:blipFill>
        <p:spPr>
          <a:xfrm>
            <a:off x="5169709" y="4279817"/>
            <a:ext cx="3631391" cy="1787085"/>
          </a:xfrm>
          <a:prstGeom prst="rect">
            <a:avLst/>
          </a:prstGeom>
        </p:spPr>
      </p:pic>
      <p:sp>
        <p:nvSpPr>
          <p:cNvPr id="16" name="Text Placeholder 8"/>
          <p:cNvSpPr>
            <a:spLocks noGrp="1"/>
          </p:cNvSpPr>
          <p:nvPr>
            <p:ph type="body" sz="quarter" idx="12"/>
          </p:nvPr>
        </p:nvSpPr>
        <p:spPr>
          <a:xfrm>
            <a:off x="2908600" y="6324599"/>
            <a:ext cx="3326800" cy="242455"/>
          </a:xfrm>
          <a:prstGeom prst="rect">
            <a:avLst/>
          </a:prstGeom>
        </p:spPr>
        <p:txBody>
          <a:bodyPr/>
          <a:lstStyle/>
          <a:p>
            <a:pPr algn="ctr"/>
            <a:r>
              <a:rPr lang="en-US" sz="1200" dirty="0">
                <a:hlinkClick r:id="rId3" action="ppaction://hlinksldjump"/>
              </a:rPr>
              <a:t>Access the text alternative for slide images.</a:t>
            </a:r>
            <a:endParaRPr lang="en-IN" sz="1200" dirty="0">
              <a:hlinkClick r:id="rId3" action="ppaction://hlinksldjump"/>
            </a:endParaRPr>
          </a:p>
        </p:txBody>
      </p:sp>
      <p:sp>
        <p:nvSpPr>
          <p:cNvPr id="10" name="Slide Number Placeholder 9"/>
          <p:cNvSpPr>
            <a:spLocks noGrp="1"/>
          </p:cNvSpPr>
          <p:nvPr>
            <p:ph type="sldNum" sz="quarter" idx="10"/>
          </p:nvPr>
        </p:nvSpPr>
        <p:spPr/>
        <p:txBody>
          <a:bodyPr/>
          <a:lstStyle/>
          <a:p>
            <a:fld id="{68151E55-6873-49E2-B8D5-2F265E6F1973}" type="slidenum">
              <a:rPr lang="en-US" smtClean="0"/>
              <a:t>28</a:t>
            </a:fld>
            <a:endParaRPr lang="en-US" dirty="0"/>
          </a:p>
        </p:txBody>
      </p:sp>
    </p:spTree>
    <p:extLst>
      <p:ext uri="{BB962C8B-B14F-4D97-AF65-F5344CB8AC3E}">
        <p14:creationId xmlns:p14="http://schemas.microsoft.com/office/powerpoint/2010/main" val="22429077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IN" sz="3600" dirty="0"/>
              <a:t>Empirical Rule </a:t>
            </a:r>
            <a:r>
              <a:rPr lang="en-IN" sz="1000" b="0" dirty="0"/>
              <a:t>2</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36000" y="57509"/>
            <a:ext cx="449580" cy="1314091"/>
          </a:xfrm>
        </p:spPr>
        <p:txBody>
          <a:bodyPr vert="vert" rIns="0"/>
          <a:lstStyle/>
          <a:p>
            <a:pPr marL="1025525" indent="-1025525"/>
            <a:r>
              <a:rPr lang="en-US" b="1" dirty="0"/>
              <a:t>L</a:t>
            </a:r>
            <a:r>
              <a:rPr lang="en-US" sz="100" b="1" dirty="0"/>
              <a:t> </a:t>
            </a:r>
            <a:r>
              <a:rPr lang="en-US" b="1" dirty="0"/>
              <a:t>O 4.5</a:t>
            </a:r>
            <a:endParaRPr lang="en-IN" b="1" dirty="0"/>
          </a:p>
        </p:txBody>
      </p:sp>
      <p:sp>
        <p:nvSpPr>
          <p:cNvPr id="7" name="Content Placeholder 6"/>
          <p:cNvSpPr>
            <a:spLocks noGrp="1"/>
          </p:cNvSpPr>
          <p:nvPr>
            <p:ph sz="quarter" idx="14"/>
          </p:nvPr>
        </p:nvSpPr>
        <p:spPr>
          <a:xfrm>
            <a:off x="342900" y="1260475"/>
            <a:ext cx="8191500" cy="2884805"/>
          </a:xfrm>
        </p:spPr>
        <p:txBody>
          <a:bodyPr/>
          <a:lstStyle/>
          <a:p>
            <a:pPr marL="292608" indent="-292608">
              <a:buFont typeface="Arial" panose="020B0604020202020204" pitchFamily="34" charset="0"/>
              <a:buChar char="•"/>
            </a:pPr>
            <a:r>
              <a:rPr lang="en-US" sz="2000" dirty="0"/>
              <a:t>For example, suppose that 80 students take an exam. How many students will score within 2 standard deviations of the mean? Assuming that exam scores follow a normal or bell-shaped curve, we might be willing to rely on the Empirical Rule, which predicts that 95.44% × 80, or approximately 76 students, will score within 2 standard deviations from the mean. Because a normal distribution is symmetric about the mean, we expect that about 2 students will score more than 2 standard deviations above the mean and 2 below the mean.</a:t>
            </a:r>
            <a:endParaRPr lang="en-IN" sz="2000" dirty="0"/>
          </a:p>
        </p:txBody>
      </p:sp>
      <p:pic>
        <p:nvPicPr>
          <p:cNvPr id="4" name="Picture 3" descr="A symmetrical normal distribution curve with three standard deviation (σ) values."/>
          <p:cNvPicPr>
            <a:picLocks noChangeAspect="1"/>
          </p:cNvPicPr>
          <p:nvPr/>
        </p:nvPicPr>
        <p:blipFill>
          <a:blip r:embed="rId2"/>
          <a:stretch>
            <a:fillRect/>
          </a:stretch>
        </p:blipFill>
        <p:spPr>
          <a:xfrm>
            <a:off x="2680290" y="4315235"/>
            <a:ext cx="3783420" cy="1859648"/>
          </a:xfrm>
          <a:prstGeom prst="rect">
            <a:avLst/>
          </a:prstGeom>
        </p:spPr>
      </p:pic>
      <p:sp>
        <p:nvSpPr>
          <p:cNvPr id="8" name="Text Placeholder 8"/>
          <p:cNvSpPr>
            <a:spLocks noGrp="1"/>
          </p:cNvSpPr>
          <p:nvPr>
            <p:ph type="body" sz="quarter" idx="12"/>
          </p:nvPr>
        </p:nvSpPr>
        <p:spPr>
          <a:xfrm>
            <a:off x="3049524" y="6309359"/>
            <a:ext cx="3153156" cy="236221"/>
          </a:xfrm>
        </p:spPr>
        <p:txBody>
          <a:bodyPr/>
          <a:lstStyle/>
          <a:p>
            <a:r>
              <a:rPr lang="en-US" sz="1200" dirty="0">
                <a:hlinkClick r:id="rId3" action="ppaction://hlinksldjump"/>
              </a:rPr>
              <a:t>Access the text alternative for slide images.</a:t>
            </a:r>
            <a:endParaRPr lang="en-IN" sz="1200" dirty="0">
              <a:hlinkClick r:id="rId3" action="ppaction://hlinksldjump"/>
            </a:endParaRP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29</a:t>
            </a:fld>
            <a:endParaRPr lang="en-US" dirty="0"/>
          </a:p>
        </p:txBody>
      </p:sp>
    </p:spTree>
    <p:extLst>
      <p:ext uri="{BB962C8B-B14F-4D97-AF65-F5344CB8AC3E}">
        <p14:creationId xmlns:p14="http://schemas.microsoft.com/office/powerpoint/2010/main" val="2387542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983415" cy="903231"/>
          </a:xfrm>
        </p:spPr>
        <p:txBody>
          <a:bodyPr>
            <a:normAutofit/>
          </a:bodyPr>
          <a:lstStyle/>
          <a:p>
            <a:r>
              <a:rPr lang="en-US" sz="3600" dirty="0"/>
              <a:t>Standardized Data</a:t>
            </a:r>
          </a:p>
        </p:txBody>
      </p:sp>
      <p:sp>
        <p:nvSpPr>
          <p:cNvPr id="3" name="Content Placeholder 2"/>
          <p:cNvSpPr>
            <a:spLocks noGrp="1"/>
          </p:cNvSpPr>
          <p:nvPr>
            <p:ph sz="quarter" idx="11"/>
          </p:nvPr>
        </p:nvSpPr>
        <p:spPr>
          <a:xfrm>
            <a:off x="8550519" y="82310"/>
            <a:ext cx="501162" cy="1123590"/>
          </a:xfrm>
        </p:spPr>
        <p:txBody>
          <a:bodyPr vert="vert" rIns="0"/>
          <a:lstStyle/>
          <a:p>
            <a:pPr marL="1025525" indent="-1025525"/>
            <a:r>
              <a:rPr lang="en-US" b="1" dirty="0"/>
              <a:t>L</a:t>
            </a:r>
            <a:r>
              <a:rPr lang="en-US" sz="100" b="1" dirty="0"/>
              <a:t> </a:t>
            </a:r>
            <a:r>
              <a:rPr lang="en-US" b="1" dirty="0"/>
              <a:t>O 4.6</a:t>
            </a:r>
            <a:endParaRPr lang="en-IN" b="1" dirty="0"/>
          </a:p>
        </p:txBody>
      </p:sp>
      <p:sp>
        <p:nvSpPr>
          <p:cNvPr id="4" name="Content Placeholder 3"/>
          <p:cNvSpPr>
            <a:spLocks noGrp="1"/>
          </p:cNvSpPr>
          <p:nvPr>
            <p:ph sz="quarter" idx="14"/>
          </p:nvPr>
        </p:nvSpPr>
        <p:spPr>
          <a:xfrm>
            <a:off x="342900" y="1296387"/>
            <a:ext cx="8458200" cy="2550624"/>
          </a:xfrm>
        </p:spPr>
        <p:txBody>
          <a:bodyPr/>
          <a:lstStyle/>
          <a:p>
            <a:pPr marL="292608" indent="-292608">
              <a:buFont typeface="Arial" panose="020B0604020202020204" pitchFamily="34" charset="0"/>
              <a:buChar char="•"/>
            </a:pPr>
            <a:r>
              <a:rPr lang="en-US" dirty="0"/>
              <a:t>A general approach to identifying unusual observations is to redefine each observation in terms of its distance from the mean in standard deviations to obtain </a:t>
            </a:r>
            <a:r>
              <a:rPr lang="en-US" b="1" dirty="0"/>
              <a:t>standardized data</a:t>
            </a:r>
            <a:r>
              <a:rPr lang="en-US" dirty="0"/>
              <a:t>.</a:t>
            </a:r>
          </a:p>
          <a:p>
            <a:pPr marL="292608" indent="-292608">
              <a:buFont typeface="Arial" panose="020B0604020202020204" pitchFamily="34" charset="0"/>
              <a:buChar char="•"/>
            </a:pPr>
            <a:r>
              <a:rPr lang="en-US" dirty="0"/>
              <a:t>We get the standardized value (called a </a:t>
            </a:r>
            <a:r>
              <a:rPr lang="en-US" b="1" i="1" dirty="0"/>
              <a:t>z</a:t>
            </a:r>
            <a:r>
              <a:rPr lang="en-US" b="1" dirty="0"/>
              <a:t>-score</a:t>
            </a:r>
            <a:r>
              <a:rPr lang="en-US" dirty="0"/>
              <a:t>) by transforming each value of the observed data:</a:t>
            </a:r>
          </a:p>
        </p:txBody>
      </p:sp>
      <p:graphicFrame>
        <p:nvGraphicFramePr>
          <p:cNvPr id="9" name="Object 8"/>
          <p:cNvGraphicFramePr>
            <a:graphicFrameLocks noChangeAspect="1"/>
          </p:cNvGraphicFramePr>
          <p:nvPr>
            <p:extLst>
              <p:ext uri="{D42A27DB-BD31-4B8C-83A1-F6EECF244321}">
                <p14:modId xmlns:p14="http://schemas.microsoft.com/office/powerpoint/2010/main" val="2859660748"/>
              </p:ext>
            </p:extLst>
          </p:nvPr>
        </p:nvGraphicFramePr>
        <p:xfrm>
          <a:off x="1144100" y="4232626"/>
          <a:ext cx="1295400" cy="736600"/>
        </p:xfrm>
        <a:graphic>
          <a:graphicData uri="http://schemas.openxmlformats.org/presentationml/2006/ole">
            <mc:AlternateContent xmlns:mc="http://schemas.openxmlformats.org/markup-compatibility/2006">
              <mc:Choice xmlns:v="urn:schemas-microsoft-com:vml" Requires="v">
                <p:oleObj name="Equation" r:id="rId2" imgW="1295280" imgH="736560" progId="Equation.DSMT4">
                  <p:embed/>
                </p:oleObj>
              </mc:Choice>
              <mc:Fallback>
                <p:oleObj name="Equation" r:id="rId2" imgW="1295280" imgH="736560" progId="Equation.DSMT4">
                  <p:embed/>
                  <p:pic>
                    <p:nvPicPr>
                      <p:cNvPr id="0" name=""/>
                      <p:cNvPicPr/>
                      <p:nvPr/>
                    </p:nvPicPr>
                    <p:blipFill>
                      <a:blip r:embed="rId3"/>
                      <a:stretch>
                        <a:fillRect/>
                      </a:stretch>
                    </p:blipFill>
                    <p:spPr>
                      <a:xfrm>
                        <a:off x="1144100" y="4232626"/>
                        <a:ext cx="1295400" cy="736600"/>
                      </a:xfrm>
                      <a:prstGeom prst="rect">
                        <a:avLst/>
                      </a:prstGeom>
                    </p:spPr>
                  </p:pic>
                </p:oleObj>
              </mc:Fallback>
            </mc:AlternateContent>
          </a:graphicData>
        </a:graphic>
      </p:graphicFrame>
      <p:sp>
        <p:nvSpPr>
          <p:cNvPr id="8" name="Content Placeholder 7">
            <a:extLst>
              <a:ext uri="{FF2B5EF4-FFF2-40B4-BE49-F238E27FC236}">
                <a16:creationId xmlns:a16="http://schemas.microsoft.com/office/drawing/2014/main" id="{EA136670-90CD-4E92-9D14-15CF50B43881}"/>
              </a:ext>
            </a:extLst>
          </p:cNvPr>
          <p:cNvSpPr>
            <a:spLocks noGrp="1"/>
          </p:cNvSpPr>
          <p:nvPr>
            <p:ph sz="quarter" idx="17"/>
          </p:nvPr>
        </p:nvSpPr>
        <p:spPr>
          <a:xfrm>
            <a:off x="2489872" y="4408118"/>
            <a:ext cx="1956654" cy="385615"/>
          </a:xfrm>
        </p:spPr>
        <p:txBody>
          <a:bodyPr/>
          <a:lstStyle/>
          <a:p>
            <a:r>
              <a:rPr lang="en-US" sz="2000" i="1" dirty="0"/>
              <a:t>for a population</a:t>
            </a:r>
          </a:p>
        </p:txBody>
      </p:sp>
      <p:graphicFrame>
        <p:nvGraphicFramePr>
          <p:cNvPr id="11" name="Object 10"/>
          <p:cNvGraphicFramePr>
            <a:graphicFrameLocks noChangeAspect="1"/>
          </p:cNvGraphicFramePr>
          <p:nvPr>
            <p:extLst>
              <p:ext uri="{D42A27DB-BD31-4B8C-83A1-F6EECF244321}">
                <p14:modId xmlns:p14="http://schemas.microsoft.com/office/powerpoint/2010/main" val="1695653366"/>
              </p:ext>
            </p:extLst>
          </p:nvPr>
        </p:nvGraphicFramePr>
        <p:xfrm>
          <a:off x="1144100" y="4996845"/>
          <a:ext cx="1295400" cy="736600"/>
        </p:xfrm>
        <a:graphic>
          <a:graphicData uri="http://schemas.openxmlformats.org/presentationml/2006/ole">
            <mc:AlternateContent xmlns:mc="http://schemas.openxmlformats.org/markup-compatibility/2006">
              <mc:Choice xmlns:v="urn:schemas-microsoft-com:vml" Requires="v">
                <p:oleObj name="Equation" r:id="rId4" imgW="1295280" imgH="736560" progId="Equation.DSMT4">
                  <p:embed/>
                </p:oleObj>
              </mc:Choice>
              <mc:Fallback>
                <p:oleObj name="Equation" r:id="rId4" imgW="1295280" imgH="736560" progId="Equation.DSMT4">
                  <p:embed/>
                  <p:pic>
                    <p:nvPicPr>
                      <p:cNvPr id="9" name="Object 8"/>
                      <p:cNvPicPr/>
                      <p:nvPr/>
                    </p:nvPicPr>
                    <p:blipFill>
                      <a:blip r:embed="rId5"/>
                      <a:stretch>
                        <a:fillRect/>
                      </a:stretch>
                    </p:blipFill>
                    <p:spPr>
                      <a:xfrm>
                        <a:off x="1144100" y="4996845"/>
                        <a:ext cx="1295400" cy="736600"/>
                      </a:xfrm>
                      <a:prstGeom prst="rect">
                        <a:avLst/>
                      </a:prstGeom>
                    </p:spPr>
                  </p:pic>
                </p:oleObj>
              </mc:Fallback>
            </mc:AlternateContent>
          </a:graphicData>
        </a:graphic>
      </p:graphicFrame>
      <p:sp>
        <p:nvSpPr>
          <p:cNvPr id="12" name="Content Placeholder 11">
            <a:extLst>
              <a:ext uri="{FF2B5EF4-FFF2-40B4-BE49-F238E27FC236}">
                <a16:creationId xmlns:a16="http://schemas.microsoft.com/office/drawing/2014/main" id="{F9671AD7-8EC0-4C98-8942-292E1AF274D4}"/>
              </a:ext>
            </a:extLst>
          </p:cNvPr>
          <p:cNvSpPr>
            <a:spLocks noGrp="1"/>
          </p:cNvSpPr>
          <p:nvPr>
            <p:ph sz="quarter" idx="18"/>
          </p:nvPr>
        </p:nvSpPr>
        <p:spPr>
          <a:xfrm>
            <a:off x="2489872" y="5168957"/>
            <a:ext cx="1652955" cy="357996"/>
          </a:xfrm>
        </p:spPr>
        <p:txBody>
          <a:bodyPr/>
          <a:lstStyle/>
          <a:p>
            <a:r>
              <a:rPr lang="en-US" sz="2000" i="1" dirty="0"/>
              <a:t>for a sample</a:t>
            </a:r>
            <a:endParaRPr lang="en-US" sz="2000" dirty="0"/>
          </a:p>
        </p:txBody>
      </p:sp>
      <p:sp>
        <p:nvSpPr>
          <p:cNvPr id="5" name="Content Placeholder 4"/>
          <p:cNvSpPr>
            <a:spLocks noGrp="1"/>
          </p:cNvSpPr>
          <p:nvPr>
            <p:ph sz="quarter" idx="15"/>
          </p:nvPr>
        </p:nvSpPr>
        <p:spPr>
          <a:xfrm>
            <a:off x="4875334" y="4051203"/>
            <a:ext cx="3675185" cy="973347"/>
          </a:xfrm>
          <a:ln>
            <a:solidFill>
              <a:schemeClr val="tx1"/>
            </a:solidFill>
          </a:ln>
        </p:spPr>
        <p:txBody>
          <a:bodyPr/>
          <a:lstStyle/>
          <a:p>
            <a:r>
              <a:rPr lang="en-US" sz="2000" dirty="0"/>
              <a:t>A negative </a:t>
            </a:r>
            <a:r>
              <a:rPr lang="en-US" sz="2000" i="1" dirty="0"/>
              <a:t>z</a:t>
            </a:r>
            <a:r>
              <a:rPr lang="en-US" sz="2000" dirty="0"/>
              <a:t> value means the observation is to the left of the mean.</a:t>
            </a:r>
          </a:p>
        </p:txBody>
      </p:sp>
      <p:sp>
        <p:nvSpPr>
          <p:cNvPr id="6" name="Content Placeholder 5"/>
          <p:cNvSpPr>
            <a:spLocks noGrp="1"/>
          </p:cNvSpPr>
          <p:nvPr>
            <p:ph sz="quarter" idx="16"/>
          </p:nvPr>
        </p:nvSpPr>
        <p:spPr>
          <a:xfrm>
            <a:off x="4875335" y="5168764"/>
            <a:ext cx="3675185" cy="1010077"/>
          </a:xfrm>
          <a:ln>
            <a:solidFill>
              <a:schemeClr val="tx1"/>
            </a:solidFill>
          </a:ln>
        </p:spPr>
        <p:txBody>
          <a:bodyPr/>
          <a:lstStyle/>
          <a:p>
            <a:r>
              <a:rPr lang="en-US" sz="2000" dirty="0"/>
              <a:t>A positive </a:t>
            </a:r>
            <a:r>
              <a:rPr lang="en-US" sz="2000" i="1" dirty="0"/>
              <a:t>z</a:t>
            </a:r>
            <a:r>
              <a:rPr lang="en-US" sz="2000" dirty="0"/>
              <a:t> means the observation is to the right of the mean.</a:t>
            </a:r>
          </a:p>
        </p:txBody>
      </p:sp>
      <p:sp>
        <p:nvSpPr>
          <p:cNvPr id="10" name="Slide Number Placeholder 9"/>
          <p:cNvSpPr>
            <a:spLocks noGrp="1"/>
          </p:cNvSpPr>
          <p:nvPr>
            <p:ph type="sldNum" sz="quarter" idx="10"/>
          </p:nvPr>
        </p:nvSpPr>
        <p:spPr/>
        <p:txBody>
          <a:bodyPr/>
          <a:lstStyle/>
          <a:p>
            <a:fld id="{68151E55-6873-49E2-B8D5-2F265E6F1973}" type="slidenum">
              <a:rPr lang="en-US" smtClean="0"/>
              <a:t>30</a:t>
            </a:fld>
            <a:endParaRPr lang="en-US" dirty="0"/>
          </a:p>
        </p:txBody>
      </p:sp>
    </p:spTree>
    <p:extLst>
      <p:ext uri="{BB962C8B-B14F-4D97-AF65-F5344CB8AC3E}">
        <p14:creationId xmlns:p14="http://schemas.microsoft.com/office/powerpoint/2010/main" val="30309399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IN" sz="3600" dirty="0"/>
              <a:t>Unusual Observations</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36000" y="57509"/>
            <a:ext cx="449580" cy="1314091"/>
          </a:xfrm>
        </p:spPr>
        <p:txBody>
          <a:bodyPr vert="vert" rIns="0"/>
          <a:lstStyle/>
          <a:p>
            <a:pPr marL="1025525" indent="-1025525"/>
            <a:r>
              <a:rPr lang="en-US" b="1" dirty="0"/>
              <a:t>L</a:t>
            </a:r>
            <a:r>
              <a:rPr lang="en-US" sz="100" b="1" dirty="0"/>
              <a:t> </a:t>
            </a:r>
            <a:r>
              <a:rPr lang="en-US" b="1" dirty="0"/>
              <a:t>O 4.6</a:t>
            </a:r>
            <a:endParaRPr lang="en-IN" b="1" dirty="0"/>
          </a:p>
        </p:txBody>
      </p:sp>
      <p:sp>
        <p:nvSpPr>
          <p:cNvPr id="7" name="Content Placeholder 6"/>
          <p:cNvSpPr>
            <a:spLocks noGrp="1"/>
          </p:cNvSpPr>
          <p:nvPr>
            <p:ph sz="quarter" idx="14"/>
          </p:nvPr>
        </p:nvSpPr>
        <p:spPr>
          <a:xfrm>
            <a:off x="342900" y="1260475"/>
            <a:ext cx="8191500" cy="4987925"/>
          </a:xfrm>
        </p:spPr>
        <p:txBody>
          <a:bodyPr/>
          <a:lstStyle/>
          <a:p>
            <a:pPr marL="292608" indent="-292608">
              <a:buFont typeface="Arial" panose="020B0604020202020204" pitchFamily="34" charset="0"/>
              <a:buChar char="•"/>
            </a:pPr>
            <a:r>
              <a:rPr lang="en-US" b="1" dirty="0"/>
              <a:t>Outlier</a:t>
            </a:r>
            <a:r>
              <a:rPr lang="en-US" dirty="0"/>
              <a:t> – beyond three standard deviations from the mean.</a:t>
            </a:r>
          </a:p>
          <a:p>
            <a:pPr marL="292608" indent="-292608">
              <a:buFont typeface="Arial" panose="020B0604020202020204" pitchFamily="34" charset="0"/>
              <a:buChar char="•"/>
            </a:pPr>
            <a:r>
              <a:rPr lang="en-US" b="1" dirty="0"/>
              <a:t>Unusual</a:t>
            </a:r>
            <a:r>
              <a:rPr lang="en-US" dirty="0"/>
              <a:t> – beyond two standard deviations from the mean.</a:t>
            </a:r>
            <a:endParaRPr lang="en-IN" dirty="0"/>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31</a:t>
            </a:fld>
            <a:endParaRPr lang="en-US" dirty="0"/>
          </a:p>
        </p:txBody>
      </p:sp>
    </p:spTree>
    <p:extLst>
      <p:ext uri="{BB962C8B-B14F-4D97-AF65-F5344CB8AC3E}">
        <p14:creationId xmlns:p14="http://schemas.microsoft.com/office/powerpoint/2010/main" val="40433452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dirty="0"/>
              <a:t>Estimating Sigma</a:t>
            </a:r>
          </a:p>
        </p:txBody>
      </p:sp>
      <p:sp>
        <p:nvSpPr>
          <p:cNvPr id="3" name="Content Placeholder 2"/>
          <p:cNvSpPr>
            <a:spLocks noGrp="1"/>
          </p:cNvSpPr>
          <p:nvPr>
            <p:ph sz="quarter" idx="11"/>
          </p:nvPr>
        </p:nvSpPr>
        <p:spPr>
          <a:xfrm>
            <a:off x="8595360" y="55330"/>
            <a:ext cx="487680" cy="1316270"/>
          </a:xfrm>
        </p:spPr>
        <p:txBody>
          <a:bodyPr vert="vert" rIns="0"/>
          <a:lstStyle/>
          <a:p>
            <a:pPr marL="1025525" indent="-1025525"/>
            <a:r>
              <a:rPr lang="en-US" b="1" dirty="0"/>
              <a:t>L</a:t>
            </a:r>
            <a:r>
              <a:rPr lang="en-US" sz="100" b="1" dirty="0"/>
              <a:t> </a:t>
            </a:r>
            <a:r>
              <a:rPr lang="en-US" b="1" dirty="0"/>
              <a:t>O 4.6</a:t>
            </a:r>
            <a:endParaRPr lang="en-IN" b="1" dirty="0"/>
          </a:p>
        </p:txBody>
      </p:sp>
      <p:sp>
        <p:nvSpPr>
          <p:cNvPr id="4" name="Content Placeholder 3"/>
          <p:cNvSpPr>
            <a:spLocks noGrp="1"/>
          </p:cNvSpPr>
          <p:nvPr>
            <p:ph sz="quarter" idx="14"/>
          </p:nvPr>
        </p:nvSpPr>
        <p:spPr>
          <a:xfrm>
            <a:off x="342900" y="1262775"/>
            <a:ext cx="8025245" cy="903231"/>
          </a:xfrm>
        </p:spPr>
        <p:txBody>
          <a:bodyPr/>
          <a:lstStyle/>
          <a:p>
            <a:pPr marL="292608" indent="-292608">
              <a:buFont typeface="Arial" panose="020B0604020202020204" pitchFamily="34" charset="0"/>
              <a:buChar char="•"/>
            </a:pPr>
            <a:r>
              <a:rPr lang="en-US" dirty="0"/>
              <a:t>For a normal distribution, the range of values is almost 6</a:t>
            </a:r>
            <a:r>
              <a:rPr lang="en-US" sz="100" dirty="0"/>
              <a:t> </a:t>
            </a:r>
            <a:r>
              <a:rPr lang="en-US" i="1" dirty="0"/>
              <a:t>s</a:t>
            </a:r>
            <a:r>
              <a:rPr lang="en-US" dirty="0"/>
              <a:t> (from </a:t>
            </a:r>
            <a:r>
              <a:rPr lang="el-GR" i="1" dirty="0"/>
              <a:t>μ</a:t>
            </a:r>
            <a:r>
              <a:rPr lang="en-US" dirty="0"/>
              <a:t> − 3</a:t>
            </a:r>
            <a:r>
              <a:rPr lang="en-US" sz="100" dirty="0"/>
              <a:t> </a:t>
            </a:r>
            <a:r>
              <a:rPr lang="en-US" i="1" dirty="0"/>
              <a:t>s</a:t>
            </a:r>
            <a:r>
              <a:rPr lang="en-US" dirty="0"/>
              <a:t> to </a:t>
            </a:r>
            <a:r>
              <a:rPr lang="el-GR" i="1" dirty="0"/>
              <a:t>μ</a:t>
            </a:r>
            <a:r>
              <a:rPr lang="en-US" dirty="0"/>
              <a:t> + 3</a:t>
            </a:r>
            <a:r>
              <a:rPr lang="en-US" sz="100" dirty="0"/>
              <a:t> </a:t>
            </a:r>
            <a:r>
              <a:rPr lang="en-US" i="1" dirty="0"/>
              <a:t>s</a:t>
            </a:r>
            <a:r>
              <a:rPr lang="en-US" dirty="0"/>
              <a:t>).</a:t>
            </a:r>
          </a:p>
        </p:txBody>
      </p:sp>
      <p:sp>
        <p:nvSpPr>
          <p:cNvPr id="5" name="Content Placeholder 4"/>
          <p:cNvSpPr>
            <a:spLocks noGrp="1"/>
          </p:cNvSpPr>
          <p:nvPr>
            <p:ph sz="quarter" idx="15"/>
          </p:nvPr>
        </p:nvSpPr>
        <p:spPr>
          <a:xfrm>
            <a:off x="342900" y="2306584"/>
            <a:ext cx="3429000" cy="436616"/>
          </a:xfrm>
        </p:spPr>
        <p:txBody>
          <a:bodyPr/>
          <a:lstStyle/>
          <a:p>
            <a:pPr marL="292608" indent="-292608">
              <a:buFont typeface="Arial" panose="020B0604020202020204" pitchFamily="34" charset="0"/>
              <a:buChar char="•"/>
            </a:pPr>
            <a:r>
              <a:rPr lang="en-US" dirty="0"/>
              <a:t>If you know the range</a:t>
            </a:r>
            <a:endParaRPr lang="en-US" i="1" dirty="0"/>
          </a:p>
        </p:txBody>
      </p:sp>
      <p:graphicFrame>
        <p:nvGraphicFramePr>
          <p:cNvPr id="11" name="Object 10"/>
          <p:cNvGraphicFramePr>
            <a:graphicFrameLocks noChangeAspect="1"/>
          </p:cNvGraphicFramePr>
          <p:nvPr>
            <p:extLst>
              <p:ext uri="{D42A27DB-BD31-4B8C-83A1-F6EECF244321}">
                <p14:modId xmlns:p14="http://schemas.microsoft.com/office/powerpoint/2010/main" val="3389995284"/>
              </p:ext>
            </p:extLst>
          </p:nvPr>
        </p:nvGraphicFramePr>
        <p:xfrm>
          <a:off x="3771900" y="2373313"/>
          <a:ext cx="1924050" cy="454025"/>
        </p:xfrm>
        <a:graphic>
          <a:graphicData uri="http://schemas.openxmlformats.org/presentationml/2006/ole">
            <mc:AlternateContent xmlns:mc="http://schemas.openxmlformats.org/markup-compatibility/2006">
              <mc:Choice xmlns:v="urn:schemas-microsoft-com:vml" Requires="v">
                <p:oleObj name="Equation" r:id="rId2" imgW="1828800" imgH="431640" progId="Equation.DSMT4">
                  <p:embed/>
                </p:oleObj>
              </mc:Choice>
              <mc:Fallback>
                <p:oleObj name="Equation" r:id="rId2" imgW="1828800" imgH="431640" progId="Equation.DSMT4">
                  <p:embed/>
                  <p:pic>
                    <p:nvPicPr>
                      <p:cNvPr id="0" name=""/>
                      <p:cNvPicPr/>
                      <p:nvPr/>
                    </p:nvPicPr>
                    <p:blipFill>
                      <a:blip r:embed="rId3"/>
                      <a:stretch>
                        <a:fillRect/>
                      </a:stretch>
                    </p:blipFill>
                    <p:spPr>
                      <a:xfrm>
                        <a:off x="3771900" y="2373313"/>
                        <a:ext cx="1924050" cy="454025"/>
                      </a:xfrm>
                      <a:prstGeom prst="rect">
                        <a:avLst/>
                      </a:prstGeom>
                    </p:spPr>
                  </p:pic>
                </p:oleObj>
              </mc:Fallback>
            </mc:AlternateContent>
          </a:graphicData>
        </a:graphic>
      </p:graphicFrame>
      <p:sp>
        <p:nvSpPr>
          <p:cNvPr id="6" name="Content Placeholder 5"/>
          <p:cNvSpPr>
            <a:spLocks noGrp="1"/>
          </p:cNvSpPr>
          <p:nvPr>
            <p:ph sz="quarter" idx="16"/>
          </p:nvPr>
        </p:nvSpPr>
        <p:spPr>
          <a:xfrm>
            <a:off x="5718810" y="2333060"/>
            <a:ext cx="2964180" cy="436616"/>
          </a:xfrm>
        </p:spPr>
        <p:txBody>
          <a:bodyPr/>
          <a:lstStyle/>
          <a:p>
            <a:r>
              <a:rPr lang="en-US" dirty="0"/>
              <a:t>you can estimate</a:t>
            </a:r>
          </a:p>
        </p:txBody>
      </p:sp>
      <p:sp>
        <p:nvSpPr>
          <p:cNvPr id="7" name="Content Placeholder 6"/>
          <p:cNvSpPr>
            <a:spLocks noGrp="1"/>
          </p:cNvSpPr>
          <p:nvPr>
            <p:ph sz="quarter" idx="17"/>
          </p:nvPr>
        </p:nvSpPr>
        <p:spPr>
          <a:xfrm>
            <a:off x="342900" y="2806364"/>
            <a:ext cx="3893820" cy="378796"/>
          </a:xfrm>
        </p:spPr>
        <p:txBody>
          <a:bodyPr tIns="0"/>
          <a:lstStyle/>
          <a:p>
            <a:pPr marL="292608"/>
            <a:r>
              <a:rPr lang="en-US" dirty="0"/>
              <a:t>the standard deviation as</a:t>
            </a:r>
          </a:p>
        </p:txBody>
      </p:sp>
      <p:graphicFrame>
        <p:nvGraphicFramePr>
          <p:cNvPr id="12" name="Object 11"/>
          <p:cNvGraphicFramePr>
            <a:graphicFrameLocks noChangeAspect="1"/>
          </p:cNvGraphicFramePr>
          <p:nvPr>
            <p:extLst>
              <p:ext uri="{D42A27DB-BD31-4B8C-83A1-F6EECF244321}">
                <p14:modId xmlns:p14="http://schemas.microsoft.com/office/powerpoint/2010/main" val="2267201865"/>
              </p:ext>
            </p:extLst>
          </p:nvPr>
        </p:nvGraphicFramePr>
        <p:xfrm>
          <a:off x="4211638" y="2857500"/>
          <a:ext cx="1130300" cy="342900"/>
        </p:xfrm>
        <a:graphic>
          <a:graphicData uri="http://schemas.openxmlformats.org/presentationml/2006/ole">
            <mc:AlternateContent xmlns:mc="http://schemas.openxmlformats.org/markup-compatibility/2006">
              <mc:Choice xmlns:v="urn:schemas-microsoft-com:vml" Requires="v">
                <p:oleObj name="Equation" r:id="rId4" imgW="1130040" imgH="342720" progId="Equation.DSMT4">
                  <p:embed/>
                </p:oleObj>
              </mc:Choice>
              <mc:Fallback>
                <p:oleObj name="Equation" r:id="rId4" imgW="1130040" imgH="342720" progId="Equation.DSMT4">
                  <p:embed/>
                  <p:pic>
                    <p:nvPicPr>
                      <p:cNvPr id="0" name=""/>
                      <p:cNvPicPr/>
                      <p:nvPr/>
                    </p:nvPicPr>
                    <p:blipFill>
                      <a:blip r:embed="rId5"/>
                      <a:stretch>
                        <a:fillRect/>
                      </a:stretch>
                    </p:blipFill>
                    <p:spPr>
                      <a:xfrm>
                        <a:off x="4211638" y="2857500"/>
                        <a:ext cx="1130300" cy="342900"/>
                      </a:xfrm>
                      <a:prstGeom prst="rect">
                        <a:avLst/>
                      </a:prstGeom>
                    </p:spPr>
                  </p:pic>
                </p:oleObj>
              </mc:Fallback>
            </mc:AlternateContent>
          </a:graphicData>
        </a:graphic>
      </p:graphicFrame>
      <p:sp>
        <p:nvSpPr>
          <p:cNvPr id="8" name="Content Placeholder 7"/>
          <p:cNvSpPr>
            <a:spLocks noGrp="1"/>
          </p:cNvSpPr>
          <p:nvPr>
            <p:ph sz="quarter" idx="18"/>
          </p:nvPr>
        </p:nvSpPr>
        <p:spPr>
          <a:xfrm>
            <a:off x="342900" y="3366135"/>
            <a:ext cx="8191500" cy="2105025"/>
          </a:xfrm>
        </p:spPr>
        <p:txBody>
          <a:bodyPr/>
          <a:lstStyle/>
          <a:p>
            <a:pPr marL="292608" indent="-292608">
              <a:buFont typeface="Arial" panose="020B0604020202020204" pitchFamily="34" charset="0"/>
              <a:buChar char="•"/>
            </a:pPr>
            <a:r>
              <a:rPr lang="en-US" dirty="0"/>
              <a:t>Useful for approximating the standard deviation when only the range </a:t>
            </a:r>
            <a:r>
              <a:rPr lang="en-US" i="1" dirty="0"/>
              <a:t>R</a:t>
            </a:r>
            <a:r>
              <a:rPr lang="en-US" dirty="0"/>
              <a:t> is known.</a:t>
            </a:r>
          </a:p>
          <a:p>
            <a:pPr marL="292608" indent="-292608">
              <a:buFont typeface="Arial" panose="020B0604020202020204" pitchFamily="34" charset="0"/>
              <a:buChar char="•"/>
            </a:pPr>
            <a:r>
              <a:rPr lang="en-US" dirty="0"/>
              <a:t>This estimate depends on the assumption of normality.</a:t>
            </a:r>
          </a:p>
        </p:txBody>
      </p:sp>
      <p:sp>
        <p:nvSpPr>
          <p:cNvPr id="10" name="Slide Number Placeholder 9"/>
          <p:cNvSpPr>
            <a:spLocks noGrp="1"/>
          </p:cNvSpPr>
          <p:nvPr>
            <p:ph type="sldNum" sz="quarter" idx="10"/>
          </p:nvPr>
        </p:nvSpPr>
        <p:spPr/>
        <p:txBody>
          <a:bodyPr/>
          <a:lstStyle/>
          <a:p>
            <a:fld id="{68151E55-6873-49E2-B8D5-2F265E6F1973}" type="slidenum">
              <a:rPr lang="en-US" smtClean="0"/>
              <a:t>32</a:t>
            </a:fld>
            <a:endParaRPr lang="en-US" dirty="0"/>
          </a:p>
        </p:txBody>
      </p:sp>
    </p:spTree>
    <p:extLst>
      <p:ext uri="{BB962C8B-B14F-4D97-AF65-F5344CB8AC3E}">
        <p14:creationId xmlns:p14="http://schemas.microsoft.com/office/powerpoint/2010/main" val="30790290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dirty="0"/>
              <a:t>Percentiles </a:t>
            </a:r>
            <a:r>
              <a:rPr lang="en-US" sz="1000" b="0" dirty="0"/>
              <a:t>1</a:t>
            </a:r>
          </a:p>
        </p:txBody>
      </p:sp>
      <p:sp>
        <p:nvSpPr>
          <p:cNvPr id="3" name="Content Placeholder 2"/>
          <p:cNvSpPr>
            <a:spLocks noGrp="1"/>
          </p:cNvSpPr>
          <p:nvPr>
            <p:ph sz="quarter" idx="11"/>
          </p:nvPr>
        </p:nvSpPr>
        <p:spPr>
          <a:xfrm>
            <a:off x="8595360" y="55330"/>
            <a:ext cx="487680" cy="1316270"/>
          </a:xfrm>
        </p:spPr>
        <p:txBody>
          <a:bodyPr vert="vert" rIns="0"/>
          <a:lstStyle/>
          <a:p>
            <a:pPr marL="1025525" indent="-1025525"/>
            <a:r>
              <a:rPr lang="en-US" sz="2800" b="1" dirty="0"/>
              <a:t>L</a:t>
            </a:r>
            <a:r>
              <a:rPr lang="en-US" sz="100" b="1" dirty="0"/>
              <a:t> </a:t>
            </a:r>
            <a:r>
              <a:rPr lang="en-US" sz="2800" b="1" dirty="0"/>
              <a:t>O 4.7</a:t>
            </a:r>
            <a:endParaRPr lang="en-IN" sz="2800" b="1" dirty="0"/>
          </a:p>
        </p:txBody>
      </p:sp>
      <p:sp>
        <p:nvSpPr>
          <p:cNvPr id="4" name="Content Placeholder 3"/>
          <p:cNvSpPr>
            <a:spLocks noGrp="1"/>
          </p:cNvSpPr>
          <p:nvPr>
            <p:ph sz="quarter" idx="14"/>
          </p:nvPr>
        </p:nvSpPr>
        <p:spPr>
          <a:xfrm>
            <a:off x="342900" y="1262776"/>
            <a:ext cx="8191500" cy="492133"/>
          </a:xfrm>
        </p:spPr>
        <p:txBody>
          <a:bodyPr/>
          <a:lstStyle/>
          <a:p>
            <a:pPr marL="292608" indent="-292608">
              <a:buFont typeface="Arial" panose="020B0604020202020204" pitchFamily="34" charset="0"/>
              <a:buChar char="•"/>
            </a:pPr>
            <a:r>
              <a:rPr lang="en-US" dirty="0"/>
              <a:t>There are different ways to divide data into groups.</a:t>
            </a:r>
          </a:p>
        </p:txBody>
      </p:sp>
      <p:graphicFrame>
        <p:nvGraphicFramePr>
          <p:cNvPr id="6" name="Table 5"/>
          <p:cNvGraphicFramePr>
            <a:graphicFrameLocks noGrp="1"/>
          </p:cNvGraphicFramePr>
          <p:nvPr>
            <p:extLst>
              <p:ext uri="{D42A27DB-BD31-4B8C-83A1-F6EECF244321}">
                <p14:modId xmlns:p14="http://schemas.microsoft.com/office/powerpoint/2010/main" val="3066075429"/>
              </p:ext>
            </p:extLst>
          </p:nvPr>
        </p:nvGraphicFramePr>
        <p:xfrm>
          <a:off x="1524000" y="2124067"/>
          <a:ext cx="6096000" cy="1483360"/>
        </p:xfrm>
        <a:graphic>
          <a:graphicData uri="http://schemas.openxmlformats.org/drawingml/2006/table">
            <a:tbl>
              <a:tblPr firstRow="1" bandRow="1">
                <a:tableStyleId>{2D5ABB26-0587-4C30-8999-92F81FD0307C}</a:tableStyleId>
              </a:tblPr>
              <a:tblGrid>
                <a:gridCol w="3048000">
                  <a:extLst>
                    <a:ext uri="{9D8B030D-6E8A-4147-A177-3AD203B41FA5}">
                      <a16:colId xmlns:a16="http://schemas.microsoft.com/office/drawing/2014/main" val="2654107435"/>
                    </a:ext>
                  </a:extLst>
                </a:gridCol>
                <a:gridCol w="3048000">
                  <a:extLst>
                    <a:ext uri="{9D8B030D-6E8A-4147-A177-3AD203B41FA5}">
                      <a16:colId xmlns:a16="http://schemas.microsoft.com/office/drawing/2014/main" val="1619701342"/>
                    </a:ext>
                  </a:extLst>
                </a:gridCol>
              </a:tblGrid>
              <a:tr h="370840">
                <a:tc>
                  <a:txBody>
                    <a:bodyPr/>
                    <a:lstStyle/>
                    <a:p>
                      <a:r>
                        <a:rPr lang="en-US" b="0" dirty="0"/>
                        <a:t>Percentiles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t>100 Groups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22136038"/>
                  </a:ext>
                </a:extLst>
              </a:tr>
              <a:tr h="370840">
                <a:tc>
                  <a:txBody>
                    <a:bodyPr/>
                    <a:lstStyle/>
                    <a:p>
                      <a:r>
                        <a:rPr lang="en-US" dirty="0"/>
                        <a:t>Deciles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22238" indent="0"/>
                      <a:r>
                        <a:rPr lang="en-US" dirty="0"/>
                        <a:t>10 Groups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63875593"/>
                  </a:ext>
                </a:extLst>
              </a:tr>
              <a:tr h="370840">
                <a:tc>
                  <a:txBody>
                    <a:bodyPr/>
                    <a:lstStyle/>
                    <a:p>
                      <a:r>
                        <a:rPr lang="en-US" dirty="0"/>
                        <a:t>Quintiles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indent="0"/>
                      <a:r>
                        <a:rPr lang="en-US" dirty="0"/>
                        <a:t>5 Groups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5887593"/>
                  </a:ext>
                </a:extLst>
              </a:tr>
              <a:tr h="370840">
                <a:tc>
                  <a:txBody>
                    <a:bodyPr/>
                    <a:lstStyle/>
                    <a:p>
                      <a:r>
                        <a:rPr lang="en-US" dirty="0"/>
                        <a:t>Quartiles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28600" indent="0"/>
                      <a:r>
                        <a:rPr lang="en-US" dirty="0"/>
                        <a:t>4 Groups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5694673"/>
                  </a:ext>
                </a:extLst>
              </a:tr>
            </a:tbl>
          </a:graphicData>
        </a:graphic>
      </p:graphicFrame>
      <p:sp>
        <p:nvSpPr>
          <p:cNvPr id="5" name="Content Placeholder 4"/>
          <p:cNvSpPr>
            <a:spLocks noGrp="1"/>
          </p:cNvSpPr>
          <p:nvPr>
            <p:ph sz="quarter" idx="15"/>
          </p:nvPr>
        </p:nvSpPr>
        <p:spPr>
          <a:xfrm>
            <a:off x="342900" y="4067233"/>
            <a:ext cx="8458200" cy="1225204"/>
          </a:xfrm>
        </p:spPr>
        <p:txBody>
          <a:bodyPr/>
          <a:lstStyle/>
          <a:p>
            <a:pPr marL="292608" indent="-292608">
              <a:buFont typeface="Arial" panose="020B0604020202020204" pitchFamily="34" charset="0"/>
              <a:buChar char="•"/>
            </a:pPr>
            <a:r>
              <a:rPr lang="en-US" dirty="0"/>
              <a:t>For example, you score in the 83</a:t>
            </a:r>
            <a:r>
              <a:rPr lang="en-US" baseline="30000" dirty="0"/>
              <a:t>rd</a:t>
            </a:r>
            <a:r>
              <a:rPr lang="en-US" dirty="0"/>
              <a:t> percentile on a standardized test. That means that 83% of the test-takers scored below you.</a:t>
            </a:r>
          </a:p>
        </p:txBody>
      </p:sp>
      <p:sp>
        <p:nvSpPr>
          <p:cNvPr id="10" name="Slide Number Placeholder 9"/>
          <p:cNvSpPr>
            <a:spLocks noGrp="1"/>
          </p:cNvSpPr>
          <p:nvPr>
            <p:ph type="sldNum" sz="quarter" idx="10"/>
          </p:nvPr>
        </p:nvSpPr>
        <p:spPr/>
        <p:txBody>
          <a:bodyPr/>
          <a:lstStyle/>
          <a:p>
            <a:fld id="{68151E55-6873-49E2-B8D5-2F265E6F1973}" type="slidenum">
              <a:rPr lang="en-US" smtClean="0"/>
              <a:t>33</a:t>
            </a:fld>
            <a:endParaRPr lang="en-US" dirty="0"/>
          </a:p>
        </p:txBody>
      </p:sp>
    </p:spTree>
    <p:extLst>
      <p:ext uri="{BB962C8B-B14F-4D97-AF65-F5344CB8AC3E}">
        <p14:creationId xmlns:p14="http://schemas.microsoft.com/office/powerpoint/2010/main" val="16286914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IN" sz="3600" dirty="0"/>
              <a:t>Percentiles </a:t>
            </a:r>
            <a:r>
              <a:rPr lang="en-IN" sz="1000" b="0" dirty="0"/>
              <a:t>2</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36000" y="57509"/>
            <a:ext cx="449580" cy="1314091"/>
          </a:xfrm>
        </p:spPr>
        <p:txBody>
          <a:bodyPr vert="vert" rIns="0"/>
          <a:lstStyle/>
          <a:p>
            <a:pPr marL="1025525" indent="-1025525"/>
            <a:r>
              <a:rPr lang="en-US" b="1" dirty="0"/>
              <a:t>L</a:t>
            </a:r>
            <a:r>
              <a:rPr lang="en-US" sz="100" b="1" dirty="0"/>
              <a:t> </a:t>
            </a:r>
            <a:r>
              <a:rPr lang="en-US" b="1" dirty="0"/>
              <a:t>O 4.7</a:t>
            </a:r>
            <a:endParaRPr lang="en-IN" b="1" dirty="0"/>
          </a:p>
        </p:txBody>
      </p:sp>
      <p:sp>
        <p:nvSpPr>
          <p:cNvPr id="7" name="Content Placeholder 6"/>
          <p:cNvSpPr>
            <a:spLocks noGrp="1"/>
          </p:cNvSpPr>
          <p:nvPr>
            <p:ph sz="quarter" idx="14"/>
          </p:nvPr>
        </p:nvSpPr>
        <p:spPr>
          <a:xfrm>
            <a:off x="342899" y="1260475"/>
            <a:ext cx="8191501" cy="5254625"/>
          </a:xfrm>
        </p:spPr>
        <p:txBody>
          <a:bodyPr/>
          <a:lstStyle/>
          <a:p>
            <a:pPr marL="292608" indent="-292608">
              <a:buFont typeface="Arial" panose="020B0604020202020204" pitchFamily="34" charset="0"/>
              <a:buChar char="•"/>
            </a:pPr>
            <a:r>
              <a:rPr lang="en-US" dirty="0"/>
              <a:t>Percentiles generally have to be interpolated </a:t>
            </a:r>
            <a:r>
              <a:rPr lang="en-US" i="1" dirty="0"/>
              <a:t>between </a:t>
            </a:r>
            <a:r>
              <a:rPr lang="en-US" dirty="0"/>
              <a:t>two data values. For example, suppose you want the 95th percentile for a sample of </a:t>
            </a:r>
            <a:r>
              <a:rPr lang="en-US" i="1" dirty="0"/>
              <a:t>n</a:t>
            </a:r>
            <a:r>
              <a:rPr lang="en-US" dirty="0"/>
              <a:t> = 73 items. Because .95 × 73 = 69.35, you would have to interpolate between the 69</a:t>
            </a:r>
            <a:r>
              <a:rPr lang="en-US" baseline="30000" dirty="0"/>
              <a:t>th</a:t>
            </a:r>
            <a:r>
              <a:rPr lang="en-US" dirty="0"/>
              <a:t> and 70</a:t>
            </a:r>
            <a:r>
              <a:rPr lang="en-US" baseline="30000" dirty="0"/>
              <a:t>th</a:t>
            </a:r>
            <a:r>
              <a:rPr lang="en-US" dirty="0"/>
              <a:t> observations (that is, between </a:t>
            </a:r>
            <a:r>
              <a:rPr lang="en-US" i="1" dirty="0"/>
              <a:t>x</a:t>
            </a:r>
            <a:r>
              <a:rPr lang="en-US" baseline="-25000" dirty="0"/>
              <a:t>69</a:t>
            </a:r>
            <a:r>
              <a:rPr lang="en-US" dirty="0"/>
              <a:t> and </a:t>
            </a:r>
            <a:r>
              <a:rPr lang="en-US" i="1" dirty="0"/>
              <a:t>x</a:t>
            </a:r>
            <a:r>
              <a:rPr lang="en-US" baseline="-25000" dirty="0"/>
              <a:t>70</a:t>
            </a:r>
            <a:r>
              <a:rPr lang="en-US" dirty="0"/>
              <a:t>) to obtain the 95</a:t>
            </a:r>
            <a:r>
              <a:rPr lang="en-US" baseline="30000" dirty="0"/>
              <a:t>th</a:t>
            </a:r>
            <a:r>
              <a:rPr lang="en-US" dirty="0"/>
              <a:t> percentile.</a:t>
            </a:r>
          </a:p>
          <a:p>
            <a:pPr marL="292608" indent="-292608">
              <a:buFont typeface="Arial" panose="020B0604020202020204" pitchFamily="34" charset="0"/>
              <a:buChar char="•"/>
            </a:pPr>
            <a:r>
              <a:rPr lang="en-US" dirty="0"/>
              <a:t>Percentiles can be used in employee merit evaluation and salary benchmarking.</a:t>
            </a:r>
          </a:p>
          <a:p>
            <a:pPr marL="292608" indent="-292608">
              <a:buFont typeface="Arial" panose="020B0604020202020204" pitchFamily="34" charset="0"/>
              <a:buChar char="•"/>
            </a:pPr>
            <a:r>
              <a:rPr lang="en-US" dirty="0"/>
              <a:t>The number of groups depends on the task at hand and the sample size, but quartiles deserve special attention because they are meaningful even for fairly small samples.</a:t>
            </a:r>
            <a:endParaRPr lang="en-IN" dirty="0"/>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34</a:t>
            </a:fld>
            <a:endParaRPr lang="en-US" dirty="0"/>
          </a:p>
        </p:txBody>
      </p:sp>
    </p:spTree>
    <p:extLst>
      <p:ext uri="{BB962C8B-B14F-4D97-AF65-F5344CB8AC3E}">
        <p14:creationId xmlns:p14="http://schemas.microsoft.com/office/powerpoint/2010/main" val="10029797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dirty="0"/>
              <a:t>Quartiles </a:t>
            </a:r>
            <a:r>
              <a:rPr lang="en-US" sz="1000" b="0" dirty="0"/>
              <a:t>1</a:t>
            </a:r>
          </a:p>
        </p:txBody>
      </p:sp>
      <p:sp>
        <p:nvSpPr>
          <p:cNvPr id="13" name="Content Placeholder 2">
            <a:extLst>
              <a:ext uri="{FF2B5EF4-FFF2-40B4-BE49-F238E27FC236}">
                <a16:creationId xmlns:a16="http://schemas.microsoft.com/office/drawing/2014/main" id="{40BEB9DC-0135-8654-84D7-C70AE6DD5727}"/>
              </a:ext>
            </a:extLst>
          </p:cNvPr>
          <p:cNvSpPr>
            <a:spLocks noGrp="1"/>
          </p:cNvSpPr>
          <p:nvPr>
            <p:ph sz="quarter" idx="11"/>
          </p:nvPr>
        </p:nvSpPr>
        <p:spPr>
          <a:xfrm>
            <a:off x="8636000" y="57509"/>
            <a:ext cx="449580" cy="1314091"/>
          </a:xfrm>
        </p:spPr>
        <p:txBody>
          <a:bodyPr vert="vert" rIns="0"/>
          <a:lstStyle/>
          <a:p>
            <a:pPr marL="1025525" indent="-1025525"/>
            <a:r>
              <a:rPr lang="en-US" b="1" dirty="0"/>
              <a:t>L</a:t>
            </a:r>
            <a:r>
              <a:rPr lang="en-US" sz="100" b="1" dirty="0"/>
              <a:t> </a:t>
            </a:r>
            <a:r>
              <a:rPr lang="en-US" b="1" dirty="0"/>
              <a:t>O 4.7</a:t>
            </a:r>
            <a:endParaRPr lang="en-IN" b="1" dirty="0"/>
          </a:p>
        </p:txBody>
      </p:sp>
      <p:sp>
        <p:nvSpPr>
          <p:cNvPr id="4" name="Content Placeholder 3"/>
          <p:cNvSpPr>
            <a:spLocks noGrp="1"/>
          </p:cNvSpPr>
          <p:nvPr>
            <p:ph sz="quarter" idx="14"/>
          </p:nvPr>
        </p:nvSpPr>
        <p:spPr>
          <a:xfrm>
            <a:off x="342900" y="1195749"/>
            <a:ext cx="2400300" cy="434931"/>
          </a:xfrm>
        </p:spPr>
        <p:txBody>
          <a:bodyPr/>
          <a:lstStyle/>
          <a:p>
            <a:pPr marL="292608" indent="-292608">
              <a:buFont typeface="Arial" panose="020B0604020202020204" pitchFamily="34" charset="0"/>
              <a:buChar char="•"/>
            </a:pPr>
            <a:r>
              <a:rPr lang="en-US" dirty="0"/>
              <a:t>The </a:t>
            </a:r>
            <a:r>
              <a:rPr lang="en-US" b="1" dirty="0"/>
              <a:t>quartiles</a:t>
            </a:r>
          </a:p>
        </p:txBody>
      </p:sp>
      <p:graphicFrame>
        <p:nvGraphicFramePr>
          <p:cNvPr id="15" name="Object 14"/>
          <p:cNvGraphicFramePr>
            <a:graphicFrameLocks noChangeAspect="1"/>
          </p:cNvGraphicFramePr>
          <p:nvPr>
            <p:extLst>
              <p:ext uri="{D42A27DB-BD31-4B8C-83A1-F6EECF244321}">
                <p14:modId xmlns:p14="http://schemas.microsoft.com/office/powerpoint/2010/main" val="847478412"/>
              </p:ext>
            </p:extLst>
          </p:nvPr>
        </p:nvGraphicFramePr>
        <p:xfrm>
          <a:off x="2770195" y="1204084"/>
          <a:ext cx="2603487" cy="449333"/>
        </p:xfrm>
        <a:graphic>
          <a:graphicData uri="http://schemas.openxmlformats.org/presentationml/2006/ole">
            <mc:AlternateContent xmlns:mc="http://schemas.openxmlformats.org/markup-compatibility/2006">
              <mc:Choice xmlns:v="urn:schemas-microsoft-com:vml" Requires="v">
                <p:oleObj name="Equation" r:id="rId2" imgW="2501640" imgH="431640" progId="Equation.DSMT4">
                  <p:embed/>
                </p:oleObj>
              </mc:Choice>
              <mc:Fallback>
                <p:oleObj name="Equation" r:id="rId2" imgW="2501640" imgH="431640" progId="Equation.DSMT4">
                  <p:embed/>
                  <p:pic>
                    <p:nvPicPr>
                      <p:cNvPr id="0" name=""/>
                      <p:cNvPicPr/>
                      <p:nvPr/>
                    </p:nvPicPr>
                    <p:blipFill>
                      <a:blip r:embed="rId3"/>
                      <a:stretch>
                        <a:fillRect/>
                      </a:stretch>
                    </p:blipFill>
                    <p:spPr>
                      <a:xfrm>
                        <a:off x="2770195" y="1204084"/>
                        <a:ext cx="2603487" cy="449333"/>
                      </a:xfrm>
                      <a:prstGeom prst="rect">
                        <a:avLst/>
                      </a:prstGeom>
                    </p:spPr>
                  </p:pic>
                </p:oleObj>
              </mc:Fallback>
            </mc:AlternateContent>
          </a:graphicData>
        </a:graphic>
      </p:graphicFrame>
      <p:sp>
        <p:nvSpPr>
          <p:cNvPr id="5" name="Content Placeholder 4"/>
          <p:cNvSpPr>
            <a:spLocks noGrp="1"/>
          </p:cNvSpPr>
          <p:nvPr>
            <p:ph sz="quarter" idx="15"/>
          </p:nvPr>
        </p:nvSpPr>
        <p:spPr>
          <a:xfrm>
            <a:off x="5486400" y="1195749"/>
            <a:ext cx="3047998" cy="434931"/>
          </a:xfrm>
        </p:spPr>
        <p:txBody>
          <a:bodyPr/>
          <a:lstStyle/>
          <a:p>
            <a:r>
              <a:rPr lang="en-US" dirty="0"/>
              <a:t>are scale points that</a:t>
            </a:r>
          </a:p>
        </p:txBody>
      </p:sp>
      <p:sp>
        <p:nvSpPr>
          <p:cNvPr id="6" name="Content Placeholder 5"/>
          <p:cNvSpPr>
            <a:spLocks noGrp="1"/>
          </p:cNvSpPr>
          <p:nvPr>
            <p:ph sz="quarter" idx="16"/>
          </p:nvPr>
        </p:nvSpPr>
        <p:spPr>
          <a:xfrm>
            <a:off x="342900" y="1707127"/>
            <a:ext cx="8458200" cy="1157994"/>
          </a:xfrm>
        </p:spPr>
        <p:txBody>
          <a:bodyPr tIns="0"/>
          <a:lstStyle/>
          <a:p>
            <a:pPr marL="292608"/>
            <a:r>
              <a:rPr lang="en-US" dirty="0"/>
              <a:t>divide the sorted data into four groups of approximately equal size, that is, the 25</a:t>
            </a:r>
            <a:r>
              <a:rPr lang="en-US" baseline="30000" dirty="0"/>
              <a:t>th</a:t>
            </a:r>
            <a:r>
              <a:rPr lang="en-US" dirty="0"/>
              <a:t>, 50</a:t>
            </a:r>
            <a:r>
              <a:rPr lang="en-US" baseline="30000" dirty="0"/>
              <a:t>th</a:t>
            </a:r>
            <a:r>
              <a:rPr lang="en-US" dirty="0"/>
              <a:t>, and 75</a:t>
            </a:r>
            <a:r>
              <a:rPr lang="en-US" baseline="30000" dirty="0"/>
              <a:t>th</a:t>
            </a:r>
            <a:r>
              <a:rPr lang="en-US" dirty="0"/>
              <a:t> percentiles, respectively.</a:t>
            </a:r>
          </a:p>
        </p:txBody>
      </p:sp>
      <p:pic>
        <p:nvPicPr>
          <p:cNvPr id="18" name="Picture 17" descr="Three quartiles, denoted by Q1, Q2, and Q3."/>
          <p:cNvPicPr>
            <a:picLocks noChangeAspect="1"/>
          </p:cNvPicPr>
          <p:nvPr/>
        </p:nvPicPr>
        <p:blipFill>
          <a:blip r:embed="rId4"/>
          <a:stretch>
            <a:fillRect/>
          </a:stretch>
        </p:blipFill>
        <p:spPr>
          <a:xfrm>
            <a:off x="654974" y="3157698"/>
            <a:ext cx="7986452" cy="695004"/>
          </a:xfrm>
          <a:prstGeom prst="rect">
            <a:avLst/>
          </a:prstGeom>
        </p:spPr>
      </p:pic>
      <p:sp>
        <p:nvSpPr>
          <p:cNvPr id="7" name="Content Placeholder 6"/>
          <p:cNvSpPr>
            <a:spLocks noGrp="1"/>
          </p:cNvSpPr>
          <p:nvPr>
            <p:ph sz="quarter" idx="17"/>
          </p:nvPr>
        </p:nvSpPr>
        <p:spPr>
          <a:xfrm>
            <a:off x="342900" y="4110937"/>
            <a:ext cx="3192779" cy="445823"/>
          </a:xfrm>
        </p:spPr>
        <p:txBody>
          <a:bodyPr/>
          <a:lstStyle/>
          <a:p>
            <a:pPr marL="292608" indent="-292608">
              <a:buFont typeface="Arial" panose="020B0604020202020204" pitchFamily="34" charset="0"/>
              <a:buChar char="•"/>
            </a:pPr>
            <a:r>
              <a:rPr lang="en-US" dirty="0"/>
              <a:t>The second quartile</a:t>
            </a:r>
          </a:p>
        </p:txBody>
      </p:sp>
      <p:graphicFrame>
        <p:nvGraphicFramePr>
          <p:cNvPr id="16" name="Object 15"/>
          <p:cNvGraphicFramePr>
            <a:graphicFrameLocks noChangeAspect="1"/>
          </p:cNvGraphicFramePr>
          <p:nvPr>
            <p:extLst>
              <p:ext uri="{D42A27DB-BD31-4B8C-83A1-F6EECF244321}">
                <p14:modId xmlns:p14="http://schemas.microsoft.com/office/powerpoint/2010/main" val="3480141422"/>
              </p:ext>
            </p:extLst>
          </p:nvPr>
        </p:nvGraphicFramePr>
        <p:xfrm>
          <a:off x="3556000" y="4179888"/>
          <a:ext cx="330200" cy="381000"/>
        </p:xfrm>
        <a:graphic>
          <a:graphicData uri="http://schemas.openxmlformats.org/presentationml/2006/ole">
            <mc:AlternateContent xmlns:mc="http://schemas.openxmlformats.org/markup-compatibility/2006">
              <mc:Choice xmlns:v="urn:schemas-microsoft-com:vml" Requires="v">
                <p:oleObj name="Equation" r:id="rId5" imgW="330120" imgH="380880" progId="Equation.DSMT4">
                  <p:embed/>
                </p:oleObj>
              </mc:Choice>
              <mc:Fallback>
                <p:oleObj name="Equation" r:id="rId5" imgW="330120" imgH="380880" progId="Equation.DSMT4">
                  <p:embed/>
                  <p:pic>
                    <p:nvPicPr>
                      <p:cNvPr id="0" name=""/>
                      <p:cNvPicPr/>
                      <p:nvPr/>
                    </p:nvPicPr>
                    <p:blipFill>
                      <a:blip r:embed="rId6"/>
                      <a:stretch>
                        <a:fillRect/>
                      </a:stretch>
                    </p:blipFill>
                    <p:spPr>
                      <a:xfrm>
                        <a:off x="3556000" y="4179888"/>
                        <a:ext cx="330200" cy="381000"/>
                      </a:xfrm>
                      <a:prstGeom prst="rect">
                        <a:avLst/>
                      </a:prstGeom>
                    </p:spPr>
                  </p:pic>
                </p:oleObj>
              </mc:Fallback>
            </mc:AlternateContent>
          </a:graphicData>
        </a:graphic>
      </p:graphicFrame>
      <p:sp>
        <p:nvSpPr>
          <p:cNvPr id="8" name="Content Placeholder 7"/>
          <p:cNvSpPr>
            <a:spLocks noGrp="1"/>
          </p:cNvSpPr>
          <p:nvPr>
            <p:ph sz="quarter" idx="18"/>
          </p:nvPr>
        </p:nvSpPr>
        <p:spPr>
          <a:xfrm>
            <a:off x="4023360" y="4110938"/>
            <a:ext cx="4777740" cy="445822"/>
          </a:xfrm>
        </p:spPr>
        <p:txBody>
          <a:bodyPr lIns="0"/>
          <a:lstStyle/>
          <a:p>
            <a:r>
              <a:rPr lang="en-US" dirty="0"/>
              <a:t>is the </a:t>
            </a:r>
            <a:r>
              <a:rPr lang="en-US" i="1" dirty="0"/>
              <a:t>median</a:t>
            </a:r>
            <a:r>
              <a:rPr lang="en-US" dirty="0"/>
              <a:t>. Because equal</a:t>
            </a:r>
          </a:p>
        </p:txBody>
      </p:sp>
      <p:sp>
        <p:nvSpPr>
          <p:cNvPr id="9" name="Content Placeholder 8"/>
          <p:cNvSpPr>
            <a:spLocks noGrp="1"/>
          </p:cNvSpPr>
          <p:nvPr>
            <p:ph sz="quarter" idx="19"/>
          </p:nvPr>
        </p:nvSpPr>
        <p:spPr>
          <a:xfrm>
            <a:off x="342901" y="4624767"/>
            <a:ext cx="8191500" cy="770193"/>
          </a:xfrm>
        </p:spPr>
        <p:txBody>
          <a:bodyPr tIns="0"/>
          <a:lstStyle/>
          <a:p>
            <a:pPr marL="292608"/>
            <a:r>
              <a:rPr lang="en-US" dirty="0"/>
              <a:t>numbers of data values lie below and above the median, it is an important indicator of </a:t>
            </a:r>
            <a:r>
              <a:rPr lang="en-US" i="1" dirty="0"/>
              <a:t>center</a:t>
            </a:r>
            <a:r>
              <a:rPr lang="en-US" dirty="0"/>
              <a:t>.</a:t>
            </a:r>
          </a:p>
        </p:txBody>
      </p:sp>
      <p:pic>
        <p:nvPicPr>
          <p:cNvPr id="19" name="Picture 18" descr="The second quartile (Q2) is also known as the median. It divides the data set into two halves."/>
          <p:cNvPicPr>
            <a:picLocks noChangeAspect="1"/>
          </p:cNvPicPr>
          <p:nvPr/>
        </p:nvPicPr>
        <p:blipFill>
          <a:blip r:embed="rId7"/>
          <a:stretch>
            <a:fillRect/>
          </a:stretch>
        </p:blipFill>
        <p:spPr>
          <a:xfrm>
            <a:off x="2209678" y="5496898"/>
            <a:ext cx="4907522" cy="782002"/>
          </a:xfrm>
          <a:prstGeom prst="rect">
            <a:avLst/>
          </a:prstGeom>
        </p:spPr>
      </p:pic>
      <p:sp>
        <p:nvSpPr>
          <p:cNvPr id="10" name="Text Placeholder 8">
            <a:extLst>
              <a:ext uri="{FF2B5EF4-FFF2-40B4-BE49-F238E27FC236}">
                <a16:creationId xmlns:a16="http://schemas.microsoft.com/office/drawing/2014/main" id="{CA89E6DE-64B2-CB58-8280-9BAAA00584E8}"/>
              </a:ext>
            </a:extLst>
          </p:cNvPr>
          <p:cNvSpPr>
            <a:spLocks noGrp="1"/>
          </p:cNvSpPr>
          <p:nvPr>
            <p:ph type="body" sz="quarter" idx="12"/>
          </p:nvPr>
        </p:nvSpPr>
        <p:spPr>
          <a:xfrm>
            <a:off x="2971558" y="6324600"/>
            <a:ext cx="3200885" cy="190500"/>
          </a:xfrm>
        </p:spPr>
        <p:txBody>
          <a:bodyPr/>
          <a:lstStyle/>
          <a:p>
            <a:r>
              <a:rPr lang="en-US" sz="1200" dirty="0">
                <a:hlinkClick r:id="rId8" action="ppaction://hlinksldjump"/>
              </a:rPr>
              <a:t>Access the text alternative for slide images.</a:t>
            </a:r>
            <a:endParaRPr lang="en-IN" sz="1200" dirty="0">
              <a:hlinkClick r:id="rId8" action="ppaction://hlinksldjump"/>
            </a:endParaRPr>
          </a:p>
        </p:txBody>
      </p:sp>
      <p:sp>
        <p:nvSpPr>
          <p:cNvPr id="17" name="Slide Number Placeholder 16"/>
          <p:cNvSpPr>
            <a:spLocks noGrp="1"/>
          </p:cNvSpPr>
          <p:nvPr>
            <p:ph type="sldNum" sz="quarter" idx="10"/>
          </p:nvPr>
        </p:nvSpPr>
        <p:spPr/>
        <p:txBody>
          <a:bodyPr/>
          <a:lstStyle/>
          <a:p>
            <a:fld id="{68151E55-6873-49E2-B8D5-2F265E6F1973}" type="slidenum">
              <a:rPr lang="en-US" smtClean="0"/>
              <a:t>35</a:t>
            </a:fld>
            <a:endParaRPr lang="en-US" dirty="0"/>
          </a:p>
        </p:txBody>
      </p:sp>
    </p:spTree>
    <p:extLst>
      <p:ext uri="{BB962C8B-B14F-4D97-AF65-F5344CB8AC3E}">
        <p14:creationId xmlns:p14="http://schemas.microsoft.com/office/powerpoint/2010/main" val="41356412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dirty="0"/>
              <a:t>Quartiles </a:t>
            </a:r>
            <a:r>
              <a:rPr lang="en-US" sz="1000" b="0" dirty="0"/>
              <a:t>2</a:t>
            </a:r>
            <a:endParaRPr lang="en-US" sz="1000" dirty="0"/>
          </a:p>
        </p:txBody>
      </p:sp>
      <p:sp>
        <p:nvSpPr>
          <p:cNvPr id="21" name="Content Placeholder 2">
            <a:extLst>
              <a:ext uri="{FF2B5EF4-FFF2-40B4-BE49-F238E27FC236}">
                <a16:creationId xmlns:a16="http://schemas.microsoft.com/office/drawing/2014/main" id="{5E7C4179-7C9B-E9F0-9D32-13A693154AF6}"/>
              </a:ext>
            </a:extLst>
          </p:cNvPr>
          <p:cNvSpPr>
            <a:spLocks noGrp="1"/>
          </p:cNvSpPr>
          <p:nvPr>
            <p:ph sz="quarter" idx="11"/>
          </p:nvPr>
        </p:nvSpPr>
        <p:spPr>
          <a:xfrm>
            <a:off x="8636000" y="57509"/>
            <a:ext cx="449580" cy="1314091"/>
          </a:xfrm>
        </p:spPr>
        <p:txBody>
          <a:bodyPr vert="vert" rIns="0"/>
          <a:lstStyle/>
          <a:p>
            <a:pPr marL="1025525" indent="-1025525"/>
            <a:r>
              <a:rPr lang="en-US" b="1" dirty="0"/>
              <a:t>L</a:t>
            </a:r>
            <a:r>
              <a:rPr lang="en-US" sz="100" b="1" dirty="0"/>
              <a:t> </a:t>
            </a:r>
            <a:r>
              <a:rPr lang="en-US" b="1" dirty="0"/>
              <a:t>O 4.7</a:t>
            </a:r>
            <a:endParaRPr lang="en-IN" b="1" dirty="0"/>
          </a:p>
        </p:txBody>
      </p:sp>
      <p:sp>
        <p:nvSpPr>
          <p:cNvPr id="4" name="Content Placeholder 3"/>
          <p:cNvSpPr>
            <a:spLocks noGrp="1"/>
          </p:cNvSpPr>
          <p:nvPr>
            <p:ph sz="quarter" idx="14"/>
          </p:nvPr>
        </p:nvSpPr>
        <p:spPr>
          <a:xfrm>
            <a:off x="342900" y="1195749"/>
            <a:ext cx="4107180" cy="434932"/>
          </a:xfrm>
        </p:spPr>
        <p:txBody>
          <a:bodyPr/>
          <a:lstStyle/>
          <a:p>
            <a:pPr marL="292608" indent="-292608">
              <a:buFont typeface="Arial" panose="020B0604020202020204" pitchFamily="34" charset="0"/>
              <a:buChar char="•"/>
            </a:pPr>
            <a:r>
              <a:rPr lang="en-US" dirty="0"/>
              <a:t>The first and third quartiles</a:t>
            </a:r>
          </a:p>
        </p:txBody>
      </p:sp>
      <p:graphicFrame>
        <p:nvGraphicFramePr>
          <p:cNvPr id="15" name="Object 14"/>
          <p:cNvGraphicFramePr>
            <a:graphicFrameLocks noChangeAspect="1"/>
          </p:cNvGraphicFramePr>
          <p:nvPr>
            <p:extLst>
              <p:ext uri="{D42A27DB-BD31-4B8C-83A1-F6EECF244321}">
                <p14:modId xmlns:p14="http://schemas.microsoft.com/office/powerpoint/2010/main" val="1424948224"/>
              </p:ext>
            </p:extLst>
          </p:nvPr>
        </p:nvGraphicFramePr>
        <p:xfrm>
          <a:off x="4502150" y="1254125"/>
          <a:ext cx="1181100" cy="381000"/>
        </p:xfrm>
        <a:graphic>
          <a:graphicData uri="http://schemas.openxmlformats.org/presentationml/2006/ole">
            <mc:AlternateContent xmlns:mc="http://schemas.openxmlformats.org/markup-compatibility/2006">
              <mc:Choice xmlns:v="urn:schemas-microsoft-com:vml" Requires="v">
                <p:oleObj name="Equation" r:id="rId2" imgW="1180800" imgH="380880" progId="Equation.DSMT4">
                  <p:embed/>
                </p:oleObj>
              </mc:Choice>
              <mc:Fallback>
                <p:oleObj name="Equation" r:id="rId2" imgW="1180800" imgH="380880" progId="Equation.DSMT4">
                  <p:embed/>
                  <p:pic>
                    <p:nvPicPr>
                      <p:cNvPr id="0" name=""/>
                      <p:cNvPicPr/>
                      <p:nvPr/>
                    </p:nvPicPr>
                    <p:blipFill>
                      <a:blip r:embed="rId3"/>
                      <a:stretch>
                        <a:fillRect/>
                      </a:stretch>
                    </p:blipFill>
                    <p:spPr>
                      <a:xfrm>
                        <a:off x="4502150" y="1254125"/>
                        <a:ext cx="1181100" cy="381000"/>
                      </a:xfrm>
                      <a:prstGeom prst="rect">
                        <a:avLst/>
                      </a:prstGeom>
                    </p:spPr>
                  </p:pic>
                </p:oleObj>
              </mc:Fallback>
            </mc:AlternateContent>
          </a:graphicData>
        </a:graphic>
      </p:graphicFrame>
      <p:sp>
        <p:nvSpPr>
          <p:cNvPr id="5" name="Content Placeholder 4"/>
          <p:cNvSpPr>
            <a:spLocks noGrp="1"/>
          </p:cNvSpPr>
          <p:nvPr>
            <p:ph sz="quarter" idx="15"/>
          </p:nvPr>
        </p:nvSpPr>
        <p:spPr>
          <a:xfrm>
            <a:off x="5806377" y="1181100"/>
            <a:ext cx="2712780" cy="449581"/>
          </a:xfrm>
        </p:spPr>
        <p:txBody>
          <a:bodyPr/>
          <a:lstStyle/>
          <a:p>
            <a:r>
              <a:rPr lang="en-US" dirty="0"/>
              <a:t>indicate </a:t>
            </a:r>
            <a:r>
              <a:rPr lang="en-US" i="1" dirty="0"/>
              <a:t>center</a:t>
            </a:r>
          </a:p>
        </p:txBody>
      </p:sp>
      <p:sp>
        <p:nvSpPr>
          <p:cNvPr id="6" name="Content Placeholder 5"/>
          <p:cNvSpPr>
            <a:spLocks noGrp="1"/>
          </p:cNvSpPr>
          <p:nvPr>
            <p:ph sz="quarter" idx="16"/>
          </p:nvPr>
        </p:nvSpPr>
        <p:spPr>
          <a:xfrm>
            <a:off x="342900" y="1691887"/>
            <a:ext cx="8176257" cy="395993"/>
          </a:xfrm>
        </p:spPr>
        <p:txBody>
          <a:bodyPr tIns="0"/>
          <a:lstStyle/>
          <a:p>
            <a:pPr marL="292608"/>
            <a:r>
              <a:rPr lang="en-US" dirty="0"/>
              <a:t>because they define the boundaries for the middle 50</a:t>
            </a:r>
          </a:p>
        </p:txBody>
      </p:sp>
      <p:sp>
        <p:nvSpPr>
          <p:cNvPr id="7" name="Content Placeholder 6"/>
          <p:cNvSpPr>
            <a:spLocks noGrp="1"/>
          </p:cNvSpPr>
          <p:nvPr>
            <p:ph sz="quarter" idx="17"/>
          </p:nvPr>
        </p:nvSpPr>
        <p:spPr>
          <a:xfrm>
            <a:off x="342901" y="2129737"/>
            <a:ext cx="3680460" cy="400103"/>
          </a:xfrm>
        </p:spPr>
        <p:txBody>
          <a:bodyPr tIns="0"/>
          <a:lstStyle/>
          <a:p>
            <a:pPr marL="292608"/>
            <a:r>
              <a:rPr lang="en-US" dirty="0"/>
              <a:t>percent of the data. But</a:t>
            </a:r>
          </a:p>
        </p:txBody>
      </p:sp>
      <p:graphicFrame>
        <p:nvGraphicFramePr>
          <p:cNvPr id="18" name="Object 17"/>
          <p:cNvGraphicFramePr>
            <a:graphicFrameLocks noChangeAspect="1"/>
          </p:cNvGraphicFramePr>
          <p:nvPr>
            <p:extLst>
              <p:ext uri="{D42A27DB-BD31-4B8C-83A1-F6EECF244321}">
                <p14:modId xmlns:p14="http://schemas.microsoft.com/office/powerpoint/2010/main" val="575407410"/>
              </p:ext>
            </p:extLst>
          </p:nvPr>
        </p:nvGraphicFramePr>
        <p:xfrm>
          <a:off x="4075113" y="2136775"/>
          <a:ext cx="1181100" cy="381000"/>
        </p:xfrm>
        <a:graphic>
          <a:graphicData uri="http://schemas.openxmlformats.org/presentationml/2006/ole">
            <mc:AlternateContent xmlns:mc="http://schemas.openxmlformats.org/markup-compatibility/2006">
              <mc:Choice xmlns:v="urn:schemas-microsoft-com:vml" Requires="v">
                <p:oleObj name="Equation" r:id="rId4" imgW="1180800" imgH="380880" progId="Equation.DSMT4">
                  <p:embed/>
                </p:oleObj>
              </mc:Choice>
              <mc:Fallback>
                <p:oleObj name="Equation" r:id="rId4" imgW="1180800" imgH="380880" progId="Equation.DSMT4">
                  <p:embed/>
                  <p:pic>
                    <p:nvPicPr>
                      <p:cNvPr id="15" name="Object 14"/>
                      <p:cNvPicPr/>
                      <p:nvPr/>
                    </p:nvPicPr>
                    <p:blipFill>
                      <a:blip r:embed="rId5"/>
                      <a:stretch>
                        <a:fillRect/>
                      </a:stretch>
                    </p:blipFill>
                    <p:spPr>
                      <a:xfrm>
                        <a:off x="4075113" y="2136775"/>
                        <a:ext cx="1181100" cy="381000"/>
                      </a:xfrm>
                      <a:prstGeom prst="rect">
                        <a:avLst/>
                      </a:prstGeom>
                    </p:spPr>
                  </p:pic>
                </p:oleObj>
              </mc:Fallback>
            </mc:AlternateContent>
          </a:graphicData>
        </a:graphic>
      </p:graphicFrame>
      <p:sp>
        <p:nvSpPr>
          <p:cNvPr id="8" name="Content Placeholder 7"/>
          <p:cNvSpPr>
            <a:spLocks noGrp="1"/>
          </p:cNvSpPr>
          <p:nvPr>
            <p:ph sz="quarter" idx="18"/>
          </p:nvPr>
        </p:nvSpPr>
        <p:spPr>
          <a:xfrm>
            <a:off x="5334000" y="2129737"/>
            <a:ext cx="3185157" cy="400103"/>
          </a:xfrm>
        </p:spPr>
        <p:txBody>
          <a:bodyPr tIns="0"/>
          <a:lstStyle/>
          <a:p>
            <a:r>
              <a:rPr lang="en-US" dirty="0"/>
              <a:t>also indicate</a:t>
            </a:r>
            <a:endParaRPr lang="en-US" i="1" dirty="0"/>
          </a:p>
        </p:txBody>
      </p:sp>
      <p:sp>
        <p:nvSpPr>
          <p:cNvPr id="9" name="Content Placeholder 8"/>
          <p:cNvSpPr>
            <a:spLocks noGrp="1"/>
          </p:cNvSpPr>
          <p:nvPr>
            <p:ph sz="quarter" idx="19"/>
          </p:nvPr>
        </p:nvSpPr>
        <p:spPr>
          <a:xfrm>
            <a:off x="342901" y="2591869"/>
            <a:ext cx="6286499" cy="395171"/>
          </a:xfrm>
        </p:spPr>
        <p:txBody>
          <a:bodyPr tIns="0"/>
          <a:lstStyle/>
          <a:p>
            <a:pPr marL="292608"/>
            <a:r>
              <a:rPr lang="en-US" i="1" dirty="0"/>
              <a:t>variability</a:t>
            </a:r>
            <a:r>
              <a:rPr lang="en-US" dirty="0"/>
              <a:t> because the </a:t>
            </a:r>
            <a:r>
              <a:rPr lang="en-US" b="1" dirty="0"/>
              <a:t>interquartile range</a:t>
            </a:r>
          </a:p>
        </p:txBody>
      </p:sp>
      <p:graphicFrame>
        <p:nvGraphicFramePr>
          <p:cNvPr id="19" name="Object 18"/>
          <p:cNvGraphicFramePr>
            <a:graphicFrameLocks noChangeAspect="1"/>
          </p:cNvGraphicFramePr>
          <p:nvPr>
            <p:extLst>
              <p:ext uri="{D42A27DB-BD31-4B8C-83A1-F6EECF244321}">
                <p14:modId xmlns:p14="http://schemas.microsoft.com/office/powerpoint/2010/main" val="3456531711"/>
              </p:ext>
            </p:extLst>
          </p:nvPr>
        </p:nvGraphicFramePr>
        <p:xfrm>
          <a:off x="6666230" y="2594928"/>
          <a:ext cx="876300" cy="381000"/>
        </p:xfrm>
        <a:graphic>
          <a:graphicData uri="http://schemas.openxmlformats.org/presentationml/2006/ole">
            <mc:AlternateContent xmlns:mc="http://schemas.openxmlformats.org/markup-compatibility/2006">
              <mc:Choice xmlns:v="urn:schemas-microsoft-com:vml" Requires="v">
                <p:oleObj name="Equation" r:id="rId6" imgW="876240" imgH="380880" progId="Equation.DSMT4">
                  <p:embed/>
                </p:oleObj>
              </mc:Choice>
              <mc:Fallback>
                <p:oleObj name="Equation" r:id="rId6" imgW="876240" imgH="380880" progId="Equation.DSMT4">
                  <p:embed/>
                  <p:pic>
                    <p:nvPicPr>
                      <p:cNvPr id="0" name=""/>
                      <p:cNvPicPr/>
                      <p:nvPr/>
                    </p:nvPicPr>
                    <p:blipFill>
                      <a:blip r:embed="rId7"/>
                      <a:stretch>
                        <a:fillRect/>
                      </a:stretch>
                    </p:blipFill>
                    <p:spPr>
                      <a:xfrm>
                        <a:off x="6666230" y="2594928"/>
                        <a:ext cx="876300" cy="381000"/>
                      </a:xfrm>
                      <a:prstGeom prst="rect">
                        <a:avLst/>
                      </a:prstGeom>
                    </p:spPr>
                  </p:pic>
                </p:oleObj>
              </mc:Fallback>
            </mc:AlternateContent>
          </a:graphicData>
        </a:graphic>
      </p:graphicFrame>
      <p:sp>
        <p:nvSpPr>
          <p:cNvPr id="10" name="Content Placeholder 9"/>
          <p:cNvSpPr>
            <a:spLocks noGrp="1"/>
          </p:cNvSpPr>
          <p:nvPr>
            <p:ph sz="quarter" idx="20"/>
          </p:nvPr>
        </p:nvSpPr>
        <p:spPr>
          <a:xfrm>
            <a:off x="342901" y="3045111"/>
            <a:ext cx="8191500" cy="764890"/>
          </a:xfrm>
        </p:spPr>
        <p:txBody>
          <a:bodyPr tIns="0"/>
          <a:lstStyle/>
          <a:p>
            <a:pPr marL="292608"/>
            <a:r>
              <a:rPr lang="en-US" dirty="0"/>
              <a:t>(denoted </a:t>
            </a:r>
            <a:r>
              <a:rPr lang="en-US" i="1" dirty="0"/>
              <a:t>I</a:t>
            </a:r>
            <a:r>
              <a:rPr lang="en-US" sz="100" i="1" dirty="0"/>
              <a:t> </a:t>
            </a:r>
            <a:r>
              <a:rPr lang="en-US" i="1" dirty="0"/>
              <a:t>Q</a:t>
            </a:r>
            <a:r>
              <a:rPr lang="en-US" sz="100" i="1" dirty="0"/>
              <a:t> </a:t>
            </a:r>
            <a:r>
              <a:rPr lang="en-US" i="1" dirty="0"/>
              <a:t>R</a:t>
            </a:r>
            <a:r>
              <a:rPr lang="en-US" dirty="0"/>
              <a:t>) measures the degree of spread in the data (the middle 50 percent).</a:t>
            </a:r>
          </a:p>
        </p:txBody>
      </p:sp>
      <p:pic>
        <p:nvPicPr>
          <p:cNvPr id="20" name="Picture 19" descr="Two quartiles, denoted by Q1 and Q3."/>
          <p:cNvPicPr>
            <a:picLocks noChangeAspect="1"/>
          </p:cNvPicPr>
          <p:nvPr/>
        </p:nvPicPr>
        <p:blipFill>
          <a:blip r:embed="rId8"/>
          <a:stretch>
            <a:fillRect/>
          </a:stretch>
        </p:blipFill>
        <p:spPr>
          <a:xfrm>
            <a:off x="554922" y="4149819"/>
            <a:ext cx="8186555" cy="661482"/>
          </a:xfrm>
          <a:prstGeom prst="rect">
            <a:avLst/>
          </a:prstGeom>
        </p:spPr>
      </p:pic>
      <p:sp>
        <p:nvSpPr>
          <p:cNvPr id="11" name="Text Placeholder 8">
            <a:extLst>
              <a:ext uri="{FF2B5EF4-FFF2-40B4-BE49-F238E27FC236}">
                <a16:creationId xmlns:a16="http://schemas.microsoft.com/office/drawing/2014/main" id="{13236A4A-7AA6-E570-C3DC-FB5428C8F50A}"/>
              </a:ext>
            </a:extLst>
          </p:cNvPr>
          <p:cNvSpPr>
            <a:spLocks noGrp="1"/>
          </p:cNvSpPr>
          <p:nvPr>
            <p:ph type="body" sz="quarter" idx="12"/>
          </p:nvPr>
        </p:nvSpPr>
        <p:spPr>
          <a:xfrm>
            <a:off x="2971558" y="6324600"/>
            <a:ext cx="3200885" cy="190500"/>
          </a:xfrm>
        </p:spPr>
        <p:txBody>
          <a:bodyPr/>
          <a:lstStyle/>
          <a:p>
            <a:r>
              <a:rPr lang="en-US" sz="1200" dirty="0">
                <a:hlinkClick r:id="rId9" action="ppaction://hlinksldjump"/>
              </a:rPr>
              <a:t>Access the text alternative for slide images.</a:t>
            </a:r>
            <a:endParaRPr lang="en-IN" sz="1200" dirty="0">
              <a:hlinkClick r:id="rId9" action="ppaction://hlinksldjump"/>
            </a:endParaRPr>
          </a:p>
        </p:txBody>
      </p:sp>
      <p:sp>
        <p:nvSpPr>
          <p:cNvPr id="17" name="Slide Number Placeholder 16"/>
          <p:cNvSpPr>
            <a:spLocks noGrp="1"/>
          </p:cNvSpPr>
          <p:nvPr>
            <p:ph type="sldNum" sz="quarter" idx="10"/>
          </p:nvPr>
        </p:nvSpPr>
        <p:spPr/>
        <p:txBody>
          <a:bodyPr/>
          <a:lstStyle/>
          <a:p>
            <a:fld id="{68151E55-6873-49E2-B8D5-2F265E6F1973}" type="slidenum">
              <a:rPr lang="en-US" smtClean="0"/>
              <a:t>36</a:t>
            </a:fld>
            <a:endParaRPr lang="en-US" dirty="0"/>
          </a:p>
        </p:txBody>
      </p:sp>
    </p:spTree>
    <p:extLst>
      <p:ext uri="{BB962C8B-B14F-4D97-AF65-F5344CB8AC3E}">
        <p14:creationId xmlns:p14="http://schemas.microsoft.com/office/powerpoint/2010/main" val="30003364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dirty="0"/>
              <a:t>Quartiles </a:t>
            </a:r>
            <a:r>
              <a:rPr lang="en-US" sz="1000" b="0" dirty="0"/>
              <a:t>3</a:t>
            </a:r>
            <a:endParaRPr lang="en-US" sz="1000" dirty="0"/>
          </a:p>
        </p:txBody>
      </p:sp>
      <p:sp>
        <p:nvSpPr>
          <p:cNvPr id="27" name="Content Placeholder 2">
            <a:extLst>
              <a:ext uri="{FF2B5EF4-FFF2-40B4-BE49-F238E27FC236}">
                <a16:creationId xmlns:a16="http://schemas.microsoft.com/office/drawing/2014/main" id="{EE30A0F6-252D-5F63-7844-0322166D9E1C}"/>
              </a:ext>
            </a:extLst>
          </p:cNvPr>
          <p:cNvSpPr>
            <a:spLocks noGrp="1"/>
          </p:cNvSpPr>
          <p:nvPr>
            <p:ph sz="quarter" idx="11"/>
          </p:nvPr>
        </p:nvSpPr>
        <p:spPr>
          <a:xfrm>
            <a:off x="8636000" y="57509"/>
            <a:ext cx="449580" cy="1314091"/>
          </a:xfrm>
        </p:spPr>
        <p:txBody>
          <a:bodyPr vert="vert" rIns="0"/>
          <a:lstStyle/>
          <a:p>
            <a:pPr marL="1025525" indent="-1025525"/>
            <a:r>
              <a:rPr lang="en-US" b="1" dirty="0"/>
              <a:t>L</a:t>
            </a:r>
            <a:r>
              <a:rPr lang="en-US" sz="100" b="1" dirty="0"/>
              <a:t> </a:t>
            </a:r>
            <a:r>
              <a:rPr lang="en-US" b="1" dirty="0"/>
              <a:t>O 4.7</a:t>
            </a:r>
            <a:endParaRPr lang="en-IN" b="1" dirty="0"/>
          </a:p>
        </p:txBody>
      </p:sp>
      <p:sp>
        <p:nvSpPr>
          <p:cNvPr id="4" name="Content Placeholder 3"/>
          <p:cNvSpPr>
            <a:spLocks noGrp="1"/>
          </p:cNvSpPr>
          <p:nvPr>
            <p:ph sz="quarter" idx="14"/>
          </p:nvPr>
        </p:nvSpPr>
        <p:spPr>
          <a:xfrm>
            <a:off x="342900" y="1226229"/>
            <a:ext cx="3816145" cy="381345"/>
          </a:xfrm>
        </p:spPr>
        <p:txBody>
          <a:bodyPr/>
          <a:lstStyle/>
          <a:p>
            <a:pPr marL="292608" indent="-292608">
              <a:buFont typeface="Arial" panose="020B0604020202020204" pitchFamily="34" charset="0"/>
              <a:buChar char="•"/>
            </a:pPr>
            <a:r>
              <a:rPr lang="en-US" sz="2000" dirty="0"/>
              <a:t>Conceptually, the first quartile</a:t>
            </a:r>
          </a:p>
        </p:txBody>
      </p:sp>
      <p:graphicFrame>
        <p:nvGraphicFramePr>
          <p:cNvPr id="15" name="Object 14"/>
          <p:cNvGraphicFramePr>
            <a:graphicFrameLocks noChangeAspect="1"/>
          </p:cNvGraphicFramePr>
          <p:nvPr>
            <p:extLst>
              <p:ext uri="{D42A27DB-BD31-4B8C-83A1-F6EECF244321}">
                <p14:modId xmlns:p14="http://schemas.microsoft.com/office/powerpoint/2010/main" val="1038927818"/>
              </p:ext>
            </p:extLst>
          </p:nvPr>
        </p:nvGraphicFramePr>
        <p:xfrm>
          <a:off x="4159452" y="1297397"/>
          <a:ext cx="254000" cy="330200"/>
        </p:xfrm>
        <a:graphic>
          <a:graphicData uri="http://schemas.openxmlformats.org/presentationml/2006/ole">
            <mc:AlternateContent xmlns:mc="http://schemas.openxmlformats.org/markup-compatibility/2006">
              <mc:Choice xmlns:v="urn:schemas-microsoft-com:vml" Requires="v">
                <p:oleObj name="Equation" r:id="rId2" imgW="253800" imgH="330120" progId="Equation.DSMT4">
                  <p:embed/>
                </p:oleObj>
              </mc:Choice>
              <mc:Fallback>
                <p:oleObj name="Equation" r:id="rId2" imgW="253800" imgH="330120" progId="Equation.DSMT4">
                  <p:embed/>
                  <p:pic>
                    <p:nvPicPr>
                      <p:cNvPr id="0" name=""/>
                      <p:cNvPicPr/>
                      <p:nvPr/>
                    </p:nvPicPr>
                    <p:blipFill>
                      <a:blip r:embed="rId3"/>
                      <a:stretch>
                        <a:fillRect/>
                      </a:stretch>
                    </p:blipFill>
                    <p:spPr>
                      <a:xfrm>
                        <a:off x="4159452" y="1297397"/>
                        <a:ext cx="254000" cy="330200"/>
                      </a:xfrm>
                      <a:prstGeom prst="rect">
                        <a:avLst/>
                      </a:prstGeom>
                    </p:spPr>
                  </p:pic>
                </p:oleObj>
              </mc:Fallback>
            </mc:AlternateContent>
          </a:graphicData>
        </a:graphic>
      </p:graphicFrame>
      <p:sp>
        <p:nvSpPr>
          <p:cNvPr id="5" name="Content Placeholder 4"/>
          <p:cNvSpPr>
            <a:spLocks noGrp="1"/>
          </p:cNvSpPr>
          <p:nvPr>
            <p:ph sz="quarter" idx="15"/>
          </p:nvPr>
        </p:nvSpPr>
        <p:spPr>
          <a:xfrm>
            <a:off x="4571999" y="1226045"/>
            <a:ext cx="3962397" cy="381529"/>
          </a:xfrm>
        </p:spPr>
        <p:txBody>
          <a:bodyPr lIns="0"/>
          <a:lstStyle/>
          <a:p>
            <a:r>
              <a:rPr lang="en-US" sz="2000" dirty="0"/>
              <a:t>is the median of the data values</a:t>
            </a:r>
          </a:p>
        </p:txBody>
      </p:sp>
      <p:sp>
        <p:nvSpPr>
          <p:cNvPr id="6" name="Content Placeholder 5"/>
          <p:cNvSpPr>
            <a:spLocks noGrp="1"/>
          </p:cNvSpPr>
          <p:nvPr>
            <p:ph sz="quarter" idx="16"/>
          </p:nvPr>
        </p:nvSpPr>
        <p:spPr>
          <a:xfrm>
            <a:off x="342900" y="1671730"/>
            <a:ext cx="1146687" cy="334051"/>
          </a:xfrm>
        </p:spPr>
        <p:txBody>
          <a:bodyPr tIns="0" rIns="0"/>
          <a:lstStyle/>
          <a:p>
            <a:pPr marL="292608"/>
            <a:r>
              <a:rPr lang="en-US" sz="2000" dirty="0"/>
              <a:t>below</a:t>
            </a:r>
          </a:p>
        </p:txBody>
      </p:sp>
      <p:graphicFrame>
        <p:nvGraphicFramePr>
          <p:cNvPr id="16" name="Object 15"/>
          <p:cNvGraphicFramePr>
            <a:graphicFrameLocks noChangeAspect="1"/>
          </p:cNvGraphicFramePr>
          <p:nvPr>
            <p:extLst>
              <p:ext uri="{D42A27DB-BD31-4B8C-83A1-F6EECF244321}">
                <p14:modId xmlns:p14="http://schemas.microsoft.com/office/powerpoint/2010/main" val="3671776406"/>
              </p:ext>
            </p:extLst>
          </p:nvPr>
        </p:nvGraphicFramePr>
        <p:xfrm>
          <a:off x="1514985" y="1676554"/>
          <a:ext cx="381000" cy="330200"/>
        </p:xfrm>
        <a:graphic>
          <a:graphicData uri="http://schemas.openxmlformats.org/presentationml/2006/ole">
            <mc:AlternateContent xmlns:mc="http://schemas.openxmlformats.org/markup-compatibility/2006">
              <mc:Choice xmlns:v="urn:schemas-microsoft-com:vml" Requires="v">
                <p:oleObj name="Equation" r:id="rId4" imgW="380880" imgH="330120" progId="Equation.DSMT4">
                  <p:embed/>
                </p:oleObj>
              </mc:Choice>
              <mc:Fallback>
                <p:oleObj name="Equation" r:id="rId4" imgW="380880" imgH="330120" progId="Equation.DSMT4">
                  <p:embed/>
                  <p:pic>
                    <p:nvPicPr>
                      <p:cNvPr id="0" name=""/>
                      <p:cNvPicPr/>
                      <p:nvPr/>
                    </p:nvPicPr>
                    <p:blipFill>
                      <a:blip r:embed="rId5"/>
                      <a:stretch>
                        <a:fillRect/>
                      </a:stretch>
                    </p:blipFill>
                    <p:spPr>
                      <a:xfrm>
                        <a:off x="1514985" y="1676554"/>
                        <a:ext cx="381000" cy="330200"/>
                      </a:xfrm>
                      <a:prstGeom prst="rect">
                        <a:avLst/>
                      </a:prstGeom>
                    </p:spPr>
                  </p:pic>
                </p:oleObj>
              </mc:Fallback>
            </mc:AlternateContent>
          </a:graphicData>
        </a:graphic>
      </p:graphicFrame>
      <p:sp>
        <p:nvSpPr>
          <p:cNvPr id="7" name="Content Placeholder 6"/>
          <p:cNvSpPr>
            <a:spLocks noGrp="1"/>
          </p:cNvSpPr>
          <p:nvPr>
            <p:ph sz="quarter" idx="17"/>
          </p:nvPr>
        </p:nvSpPr>
        <p:spPr>
          <a:xfrm>
            <a:off x="1991031" y="1671730"/>
            <a:ext cx="2422421" cy="334051"/>
          </a:xfrm>
        </p:spPr>
        <p:txBody>
          <a:bodyPr lIns="0" tIns="0"/>
          <a:lstStyle/>
          <a:p>
            <a:r>
              <a:rPr lang="en-US" sz="2000" dirty="0"/>
              <a:t>and the third quartile</a:t>
            </a:r>
          </a:p>
        </p:txBody>
      </p:sp>
      <p:graphicFrame>
        <p:nvGraphicFramePr>
          <p:cNvPr id="18" name="Object 17"/>
          <p:cNvGraphicFramePr>
            <a:graphicFrameLocks noChangeAspect="1"/>
          </p:cNvGraphicFramePr>
          <p:nvPr>
            <p:extLst>
              <p:ext uri="{D42A27DB-BD31-4B8C-83A1-F6EECF244321}">
                <p14:modId xmlns:p14="http://schemas.microsoft.com/office/powerpoint/2010/main" val="131547582"/>
              </p:ext>
            </p:extLst>
          </p:nvPr>
        </p:nvGraphicFramePr>
        <p:xfrm>
          <a:off x="4441720" y="1691298"/>
          <a:ext cx="279400" cy="330200"/>
        </p:xfrm>
        <a:graphic>
          <a:graphicData uri="http://schemas.openxmlformats.org/presentationml/2006/ole">
            <mc:AlternateContent xmlns:mc="http://schemas.openxmlformats.org/markup-compatibility/2006">
              <mc:Choice xmlns:v="urn:schemas-microsoft-com:vml" Requires="v">
                <p:oleObj name="Equation" r:id="rId6" imgW="279360" imgH="330120" progId="Equation.DSMT4">
                  <p:embed/>
                </p:oleObj>
              </mc:Choice>
              <mc:Fallback>
                <p:oleObj name="Equation" r:id="rId6" imgW="279360" imgH="330120" progId="Equation.DSMT4">
                  <p:embed/>
                  <p:pic>
                    <p:nvPicPr>
                      <p:cNvPr id="0" name=""/>
                      <p:cNvPicPr/>
                      <p:nvPr/>
                    </p:nvPicPr>
                    <p:blipFill>
                      <a:blip r:embed="rId7"/>
                      <a:stretch>
                        <a:fillRect/>
                      </a:stretch>
                    </p:blipFill>
                    <p:spPr>
                      <a:xfrm>
                        <a:off x="4441720" y="1691298"/>
                        <a:ext cx="279400" cy="330200"/>
                      </a:xfrm>
                      <a:prstGeom prst="rect">
                        <a:avLst/>
                      </a:prstGeom>
                    </p:spPr>
                  </p:pic>
                </p:oleObj>
              </mc:Fallback>
            </mc:AlternateContent>
          </a:graphicData>
        </a:graphic>
      </p:graphicFrame>
      <p:sp>
        <p:nvSpPr>
          <p:cNvPr id="8" name="Content Placeholder 7"/>
          <p:cNvSpPr>
            <a:spLocks noGrp="1"/>
          </p:cNvSpPr>
          <p:nvPr>
            <p:ph sz="quarter" idx="18"/>
          </p:nvPr>
        </p:nvSpPr>
        <p:spPr>
          <a:xfrm>
            <a:off x="4837470" y="1671731"/>
            <a:ext cx="3963629" cy="334050"/>
          </a:xfrm>
        </p:spPr>
        <p:txBody>
          <a:bodyPr lIns="0" tIns="0"/>
          <a:lstStyle/>
          <a:p>
            <a:r>
              <a:rPr lang="en-US" sz="2000" dirty="0"/>
              <a:t>is the median of the data values</a:t>
            </a:r>
          </a:p>
        </p:txBody>
      </p:sp>
      <p:sp>
        <p:nvSpPr>
          <p:cNvPr id="9" name="Content Placeholder 8"/>
          <p:cNvSpPr>
            <a:spLocks noGrp="1"/>
          </p:cNvSpPr>
          <p:nvPr>
            <p:ph sz="quarter" idx="19"/>
          </p:nvPr>
        </p:nvSpPr>
        <p:spPr>
          <a:xfrm>
            <a:off x="342901" y="2060589"/>
            <a:ext cx="1176183" cy="372896"/>
          </a:xfrm>
        </p:spPr>
        <p:txBody>
          <a:bodyPr tIns="0"/>
          <a:lstStyle/>
          <a:p>
            <a:pPr marL="292608"/>
            <a:r>
              <a:rPr lang="en-US" sz="2000" dirty="0"/>
              <a:t>above</a:t>
            </a:r>
          </a:p>
        </p:txBody>
      </p:sp>
      <p:graphicFrame>
        <p:nvGraphicFramePr>
          <p:cNvPr id="19" name="Object 18"/>
          <p:cNvGraphicFramePr>
            <a:graphicFrameLocks noChangeAspect="1"/>
          </p:cNvGraphicFramePr>
          <p:nvPr>
            <p:extLst>
              <p:ext uri="{D42A27DB-BD31-4B8C-83A1-F6EECF244321}">
                <p14:modId xmlns:p14="http://schemas.microsoft.com/office/powerpoint/2010/main" val="1646621202"/>
              </p:ext>
            </p:extLst>
          </p:nvPr>
        </p:nvGraphicFramePr>
        <p:xfrm>
          <a:off x="1542433" y="2074762"/>
          <a:ext cx="355600" cy="330200"/>
        </p:xfrm>
        <a:graphic>
          <a:graphicData uri="http://schemas.openxmlformats.org/presentationml/2006/ole">
            <mc:AlternateContent xmlns:mc="http://schemas.openxmlformats.org/markup-compatibility/2006">
              <mc:Choice xmlns:v="urn:schemas-microsoft-com:vml" Requires="v">
                <p:oleObj name="Equation" r:id="rId8" imgW="355320" imgH="330120" progId="Equation.DSMT4">
                  <p:embed/>
                </p:oleObj>
              </mc:Choice>
              <mc:Fallback>
                <p:oleObj name="Equation" r:id="rId8" imgW="355320" imgH="330120" progId="Equation.DSMT4">
                  <p:embed/>
                  <p:pic>
                    <p:nvPicPr>
                      <p:cNvPr id="0" name=""/>
                      <p:cNvPicPr/>
                      <p:nvPr/>
                    </p:nvPicPr>
                    <p:blipFill>
                      <a:blip r:embed="rId9"/>
                      <a:stretch>
                        <a:fillRect/>
                      </a:stretch>
                    </p:blipFill>
                    <p:spPr>
                      <a:xfrm>
                        <a:off x="1542433" y="2074762"/>
                        <a:ext cx="355600" cy="330200"/>
                      </a:xfrm>
                      <a:prstGeom prst="rect">
                        <a:avLst/>
                      </a:prstGeom>
                    </p:spPr>
                  </p:pic>
                </p:oleObj>
              </mc:Fallback>
            </mc:AlternateContent>
          </a:graphicData>
        </a:graphic>
      </p:graphicFrame>
      <p:sp>
        <p:nvSpPr>
          <p:cNvPr id="10" name="Content Placeholder 9"/>
          <p:cNvSpPr>
            <a:spLocks noGrp="1"/>
          </p:cNvSpPr>
          <p:nvPr>
            <p:ph sz="quarter" idx="20"/>
          </p:nvPr>
        </p:nvSpPr>
        <p:spPr>
          <a:xfrm>
            <a:off x="1991032" y="2060590"/>
            <a:ext cx="3436374" cy="372896"/>
          </a:xfrm>
        </p:spPr>
        <p:txBody>
          <a:bodyPr lIns="0" tIns="0"/>
          <a:lstStyle/>
          <a:p>
            <a:r>
              <a:rPr lang="en-US" sz="2000" dirty="0"/>
              <a:t>Depending on </a:t>
            </a:r>
            <a:r>
              <a:rPr lang="en-US" sz="2000" i="1" dirty="0"/>
              <a:t>n</a:t>
            </a:r>
            <a:r>
              <a:rPr lang="en-US" sz="2000" dirty="0"/>
              <a:t>, the quartiles</a:t>
            </a:r>
          </a:p>
        </p:txBody>
      </p:sp>
      <p:graphicFrame>
        <p:nvGraphicFramePr>
          <p:cNvPr id="20" name="Object 19"/>
          <p:cNvGraphicFramePr>
            <a:graphicFrameLocks noChangeAspect="1"/>
          </p:cNvGraphicFramePr>
          <p:nvPr>
            <p:extLst>
              <p:ext uri="{D42A27DB-BD31-4B8C-83A1-F6EECF244321}">
                <p14:modId xmlns:p14="http://schemas.microsoft.com/office/powerpoint/2010/main" val="189546527"/>
              </p:ext>
            </p:extLst>
          </p:nvPr>
        </p:nvGraphicFramePr>
        <p:xfrm>
          <a:off x="5476563" y="2074762"/>
          <a:ext cx="1041400" cy="330200"/>
        </p:xfrm>
        <a:graphic>
          <a:graphicData uri="http://schemas.openxmlformats.org/presentationml/2006/ole">
            <mc:AlternateContent xmlns:mc="http://schemas.openxmlformats.org/markup-compatibility/2006">
              <mc:Choice xmlns:v="urn:schemas-microsoft-com:vml" Requires="v">
                <p:oleObj name="Equation" r:id="rId10" imgW="1041120" imgH="330120" progId="Equation.DSMT4">
                  <p:embed/>
                </p:oleObj>
              </mc:Choice>
              <mc:Fallback>
                <p:oleObj name="Equation" r:id="rId10" imgW="1041120" imgH="330120" progId="Equation.DSMT4">
                  <p:embed/>
                  <p:pic>
                    <p:nvPicPr>
                      <p:cNvPr id="0" name=""/>
                      <p:cNvPicPr/>
                      <p:nvPr/>
                    </p:nvPicPr>
                    <p:blipFill>
                      <a:blip r:embed="rId11"/>
                      <a:stretch>
                        <a:fillRect/>
                      </a:stretch>
                    </p:blipFill>
                    <p:spPr>
                      <a:xfrm>
                        <a:off x="5476563" y="2074762"/>
                        <a:ext cx="1041400" cy="330200"/>
                      </a:xfrm>
                      <a:prstGeom prst="rect">
                        <a:avLst/>
                      </a:prstGeom>
                    </p:spPr>
                  </p:pic>
                </p:oleObj>
              </mc:Fallback>
            </mc:AlternateContent>
          </a:graphicData>
        </a:graphic>
      </p:graphicFrame>
      <p:sp>
        <p:nvSpPr>
          <p:cNvPr id="11" name="Content Placeholder 10"/>
          <p:cNvSpPr>
            <a:spLocks noGrp="1"/>
          </p:cNvSpPr>
          <p:nvPr>
            <p:ph sz="quarter" idx="21"/>
          </p:nvPr>
        </p:nvSpPr>
        <p:spPr>
          <a:xfrm>
            <a:off x="6622027" y="2060590"/>
            <a:ext cx="1912374" cy="372895"/>
          </a:xfrm>
        </p:spPr>
        <p:txBody>
          <a:bodyPr lIns="0" tIns="0"/>
          <a:lstStyle/>
          <a:p>
            <a:r>
              <a:rPr lang="en-US" sz="2000" dirty="0"/>
              <a:t>may be</a:t>
            </a:r>
          </a:p>
        </p:txBody>
      </p:sp>
      <p:sp>
        <p:nvSpPr>
          <p:cNvPr id="12" name="Content Placeholder 11"/>
          <p:cNvSpPr>
            <a:spLocks noGrp="1"/>
          </p:cNvSpPr>
          <p:nvPr>
            <p:ph sz="quarter" idx="22"/>
          </p:nvPr>
        </p:nvSpPr>
        <p:spPr>
          <a:xfrm>
            <a:off x="342901" y="2493840"/>
            <a:ext cx="8191498" cy="662316"/>
          </a:xfrm>
        </p:spPr>
        <p:txBody>
          <a:bodyPr tIns="0"/>
          <a:lstStyle/>
          <a:p>
            <a:pPr marL="292608"/>
            <a:r>
              <a:rPr lang="en-US" sz="2000" dirty="0"/>
              <a:t>members of the data set or may lie </a:t>
            </a:r>
            <a:r>
              <a:rPr lang="en-US" sz="2000" i="1" dirty="0"/>
              <a:t>between</a:t>
            </a:r>
            <a:r>
              <a:rPr lang="en-US" sz="2000" dirty="0"/>
              <a:t> two of the sorted data values.</a:t>
            </a:r>
          </a:p>
        </p:txBody>
      </p:sp>
      <p:pic>
        <p:nvPicPr>
          <p:cNvPr id="21" name="Picture 20" descr="Four rows, each depicting a different quartile distribution."/>
          <p:cNvPicPr>
            <a:picLocks noChangeAspect="1"/>
          </p:cNvPicPr>
          <p:nvPr/>
        </p:nvPicPr>
        <p:blipFill>
          <a:blip r:embed="rId12"/>
          <a:stretch>
            <a:fillRect/>
          </a:stretch>
        </p:blipFill>
        <p:spPr>
          <a:xfrm>
            <a:off x="1465382" y="3415914"/>
            <a:ext cx="6390210" cy="2676043"/>
          </a:xfrm>
          <a:prstGeom prst="rect">
            <a:avLst/>
          </a:prstGeom>
        </p:spPr>
      </p:pic>
      <p:sp>
        <p:nvSpPr>
          <p:cNvPr id="14" name="Text Placeholder 13">
            <a:extLst>
              <a:ext uri="{FF2B5EF4-FFF2-40B4-BE49-F238E27FC236}">
                <a16:creationId xmlns:a16="http://schemas.microsoft.com/office/drawing/2014/main" id="{BAD4DBE8-E5E6-09BA-19E9-8AE65D04DBA0}"/>
              </a:ext>
            </a:extLst>
          </p:cNvPr>
          <p:cNvSpPr>
            <a:spLocks noGrp="1"/>
          </p:cNvSpPr>
          <p:nvPr>
            <p:ph type="body" sz="quarter" idx="12"/>
          </p:nvPr>
        </p:nvSpPr>
        <p:spPr>
          <a:xfrm>
            <a:off x="2971558" y="6324600"/>
            <a:ext cx="3200885" cy="190500"/>
          </a:xfrm>
        </p:spPr>
        <p:txBody>
          <a:bodyPr anchor="ctr"/>
          <a:lstStyle/>
          <a:p>
            <a:r>
              <a:rPr lang="en-US" sz="1200" dirty="0">
                <a:hlinkClick r:id="rId13" action="ppaction://hlinksldjump"/>
              </a:rPr>
              <a:t>Access the text alternative for slide images.</a:t>
            </a:r>
            <a:endParaRPr lang="en-IN" sz="1200" dirty="0">
              <a:hlinkClick r:id="rId13" action="ppaction://hlinksldjump"/>
            </a:endParaRPr>
          </a:p>
        </p:txBody>
      </p:sp>
      <p:sp>
        <p:nvSpPr>
          <p:cNvPr id="17" name="Slide Number Placeholder 16"/>
          <p:cNvSpPr>
            <a:spLocks noGrp="1"/>
          </p:cNvSpPr>
          <p:nvPr>
            <p:ph type="sldNum" sz="quarter" idx="10"/>
          </p:nvPr>
        </p:nvSpPr>
        <p:spPr/>
        <p:txBody>
          <a:bodyPr/>
          <a:lstStyle/>
          <a:p>
            <a:fld id="{68151E55-6873-49E2-B8D5-2F265E6F1973}" type="slidenum">
              <a:rPr lang="en-US" smtClean="0"/>
              <a:t>37</a:t>
            </a:fld>
            <a:endParaRPr lang="en-US" dirty="0"/>
          </a:p>
        </p:txBody>
      </p:sp>
    </p:spTree>
    <p:extLst>
      <p:ext uri="{BB962C8B-B14F-4D97-AF65-F5344CB8AC3E}">
        <p14:creationId xmlns:p14="http://schemas.microsoft.com/office/powerpoint/2010/main" val="301692048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dirty="0"/>
              <a:t>Methods of Medians </a:t>
            </a:r>
            <a:r>
              <a:rPr lang="en-US" sz="1000" b="0" dirty="0"/>
              <a:t>1</a:t>
            </a:r>
          </a:p>
        </p:txBody>
      </p:sp>
      <p:sp>
        <p:nvSpPr>
          <p:cNvPr id="3" name="Content Placeholder 2"/>
          <p:cNvSpPr>
            <a:spLocks noGrp="1"/>
          </p:cNvSpPr>
          <p:nvPr>
            <p:ph sz="quarter" idx="11"/>
          </p:nvPr>
        </p:nvSpPr>
        <p:spPr>
          <a:xfrm>
            <a:off x="8595360" y="55330"/>
            <a:ext cx="487680" cy="1207446"/>
          </a:xfrm>
        </p:spPr>
        <p:txBody>
          <a:bodyPr vert="vert" rIns="0"/>
          <a:lstStyle/>
          <a:p>
            <a:pPr marL="1025525" indent="-1025525"/>
            <a:r>
              <a:rPr lang="en-US" b="1" dirty="0"/>
              <a:t>L</a:t>
            </a:r>
            <a:r>
              <a:rPr lang="en-US" sz="100" b="1" dirty="0"/>
              <a:t> </a:t>
            </a:r>
            <a:r>
              <a:rPr lang="en-US" b="1" dirty="0"/>
              <a:t>O 4.7</a:t>
            </a:r>
            <a:endParaRPr lang="en-IN" b="1" dirty="0"/>
          </a:p>
        </p:txBody>
      </p:sp>
      <p:sp>
        <p:nvSpPr>
          <p:cNvPr id="4" name="Content Placeholder 3"/>
          <p:cNvSpPr>
            <a:spLocks noGrp="1"/>
          </p:cNvSpPr>
          <p:nvPr>
            <p:ph sz="quarter" idx="14"/>
          </p:nvPr>
        </p:nvSpPr>
        <p:spPr>
          <a:xfrm>
            <a:off x="342900" y="1262775"/>
            <a:ext cx="8191500" cy="1008477"/>
          </a:xfrm>
        </p:spPr>
        <p:txBody>
          <a:bodyPr/>
          <a:lstStyle/>
          <a:p>
            <a:pPr marL="292608" indent="-292608">
              <a:buFont typeface="Arial" panose="020B0604020202020204" pitchFamily="34" charset="0"/>
              <a:buChar char="•"/>
            </a:pPr>
            <a:r>
              <a:rPr lang="en-US" dirty="0"/>
              <a:t>For small data sets, find quartiles using </a:t>
            </a:r>
            <a:r>
              <a:rPr lang="en-US" i="1" dirty="0"/>
              <a:t>method of medians</a:t>
            </a:r>
            <a:r>
              <a:rPr lang="en-US" dirty="0"/>
              <a:t>:</a:t>
            </a:r>
          </a:p>
        </p:txBody>
      </p:sp>
      <p:sp>
        <p:nvSpPr>
          <p:cNvPr id="5" name="Content Placeholder 4"/>
          <p:cNvSpPr>
            <a:spLocks noGrp="1"/>
          </p:cNvSpPr>
          <p:nvPr>
            <p:ph sz="quarter" idx="15"/>
          </p:nvPr>
        </p:nvSpPr>
        <p:spPr>
          <a:xfrm>
            <a:off x="342900" y="2476681"/>
            <a:ext cx="4305300" cy="531989"/>
          </a:xfrm>
        </p:spPr>
        <p:txBody>
          <a:bodyPr/>
          <a:lstStyle/>
          <a:p>
            <a:r>
              <a:rPr lang="en-US" b="1" dirty="0"/>
              <a:t>Step 1</a:t>
            </a:r>
            <a:r>
              <a:rPr lang="en-US" dirty="0"/>
              <a:t>: Sort the observations.</a:t>
            </a:r>
          </a:p>
        </p:txBody>
      </p:sp>
      <p:sp>
        <p:nvSpPr>
          <p:cNvPr id="6" name="Content Placeholder 5"/>
          <p:cNvSpPr>
            <a:spLocks noGrp="1"/>
          </p:cNvSpPr>
          <p:nvPr>
            <p:ph sz="quarter" idx="16"/>
          </p:nvPr>
        </p:nvSpPr>
        <p:spPr>
          <a:xfrm>
            <a:off x="342901" y="3080372"/>
            <a:ext cx="3464601" cy="518234"/>
          </a:xfrm>
        </p:spPr>
        <p:txBody>
          <a:bodyPr/>
          <a:lstStyle/>
          <a:p>
            <a:r>
              <a:rPr lang="en-US" b="1" dirty="0"/>
              <a:t>Step 2</a:t>
            </a:r>
            <a:r>
              <a:rPr lang="en-US" dirty="0"/>
              <a:t>: Find the median</a:t>
            </a:r>
          </a:p>
        </p:txBody>
      </p:sp>
      <p:graphicFrame>
        <p:nvGraphicFramePr>
          <p:cNvPr id="9" name="Object 8"/>
          <p:cNvGraphicFramePr>
            <a:graphicFrameLocks noChangeAspect="1"/>
          </p:cNvGraphicFramePr>
          <p:nvPr>
            <p:extLst>
              <p:ext uri="{D42A27DB-BD31-4B8C-83A1-F6EECF244321}">
                <p14:modId xmlns:p14="http://schemas.microsoft.com/office/powerpoint/2010/main" val="1293053506"/>
              </p:ext>
            </p:extLst>
          </p:nvPr>
        </p:nvGraphicFramePr>
        <p:xfrm>
          <a:off x="3807502" y="3117925"/>
          <a:ext cx="406400" cy="381000"/>
        </p:xfrm>
        <a:graphic>
          <a:graphicData uri="http://schemas.openxmlformats.org/presentationml/2006/ole">
            <mc:AlternateContent xmlns:mc="http://schemas.openxmlformats.org/markup-compatibility/2006">
              <mc:Choice xmlns:v="urn:schemas-microsoft-com:vml" Requires="v">
                <p:oleObj name="Equation" r:id="rId2" imgW="406080" imgH="380880" progId="Equation.DSMT4">
                  <p:embed/>
                </p:oleObj>
              </mc:Choice>
              <mc:Fallback>
                <p:oleObj name="Equation" r:id="rId2" imgW="406080" imgH="380880" progId="Equation.DSMT4">
                  <p:embed/>
                  <p:pic>
                    <p:nvPicPr>
                      <p:cNvPr id="0" name=""/>
                      <p:cNvPicPr/>
                      <p:nvPr/>
                    </p:nvPicPr>
                    <p:blipFill>
                      <a:blip r:embed="rId3"/>
                      <a:stretch>
                        <a:fillRect/>
                      </a:stretch>
                    </p:blipFill>
                    <p:spPr>
                      <a:xfrm>
                        <a:off x="3807502" y="3117925"/>
                        <a:ext cx="406400" cy="381000"/>
                      </a:xfrm>
                      <a:prstGeom prst="rect">
                        <a:avLst/>
                      </a:prstGeom>
                    </p:spPr>
                  </p:pic>
                </p:oleObj>
              </mc:Fallback>
            </mc:AlternateContent>
          </a:graphicData>
        </a:graphic>
      </p:graphicFrame>
      <p:sp>
        <p:nvSpPr>
          <p:cNvPr id="7" name="Content Placeholder 6"/>
          <p:cNvSpPr>
            <a:spLocks noGrp="1"/>
          </p:cNvSpPr>
          <p:nvPr>
            <p:ph sz="quarter" idx="17"/>
          </p:nvPr>
        </p:nvSpPr>
        <p:spPr>
          <a:xfrm>
            <a:off x="342900" y="3738956"/>
            <a:ext cx="7811750" cy="508579"/>
          </a:xfrm>
        </p:spPr>
        <p:txBody>
          <a:bodyPr/>
          <a:lstStyle/>
          <a:p>
            <a:r>
              <a:rPr lang="en-US" b="1" dirty="0"/>
              <a:t>Step 3</a:t>
            </a:r>
            <a:r>
              <a:rPr lang="en-US" dirty="0"/>
              <a:t>: Find the median of the data values that lie below</a:t>
            </a:r>
          </a:p>
        </p:txBody>
      </p:sp>
      <p:graphicFrame>
        <p:nvGraphicFramePr>
          <p:cNvPr id="11" name="Object 10"/>
          <p:cNvGraphicFramePr>
            <a:graphicFrameLocks noChangeAspect="1"/>
          </p:cNvGraphicFramePr>
          <p:nvPr>
            <p:extLst>
              <p:ext uri="{D42A27DB-BD31-4B8C-83A1-F6EECF244321}">
                <p14:modId xmlns:p14="http://schemas.microsoft.com/office/powerpoint/2010/main" val="2218536259"/>
              </p:ext>
            </p:extLst>
          </p:nvPr>
        </p:nvGraphicFramePr>
        <p:xfrm>
          <a:off x="8200828" y="3748209"/>
          <a:ext cx="406400" cy="381000"/>
        </p:xfrm>
        <a:graphic>
          <a:graphicData uri="http://schemas.openxmlformats.org/presentationml/2006/ole">
            <mc:AlternateContent xmlns:mc="http://schemas.openxmlformats.org/markup-compatibility/2006">
              <mc:Choice xmlns:v="urn:schemas-microsoft-com:vml" Requires="v">
                <p:oleObj name="Equation" r:id="rId4" imgW="406080" imgH="380880" progId="Equation.DSMT4">
                  <p:embed/>
                </p:oleObj>
              </mc:Choice>
              <mc:Fallback>
                <p:oleObj name="Equation" r:id="rId4" imgW="406080" imgH="380880" progId="Equation.DSMT4">
                  <p:embed/>
                  <p:pic>
                    <p:nvPicPr>
                      <p:cNvPr id="9" name="Object 8"/>
                      <p:cNvPicPr/>
                      <p:nvPr/>
                    </p:nvPicPr>
                    <p:blipFill>
                      <a:blip r:embed="rId5"/>
                      <a:stretch>
                        <a:fillRect/>
                      </a:stretch>
                    </p:blipFill>
                    <p:spPr>
                      <a:xfrm>
                        <a:off x="8200828" y="3748209"/>
                        <a:ext cx="406400" cy="381000"/>
                      </a:xfrm>
                      <a:prstGeom prst="rect">
                        <a:avLst/>
                      </a:prstGeom>
                    </p:spPr>
                  </p:pic>
                </p:oleObj>
              </mc:Fallback>
            </mc:AlternateContent>
          </a:graphicData>
        </a:graphic>
      </p:graphicFrame>
      <p:sp>
        <p:nvSpPr>
          <p:cNvPr id="8" name="Content Placeholder 7"/>
          <p:cNvSpPr>
            <a:spLocks noGrp="1"/>
          </p:cNvSpPr>
          <p:nvPr>
            <p:ph sz="quarter" idx="18"/>
          </p:nvPr>
        </p:nvSpPr>
        <p:spPr>
          <a:xfrm>
            <a:off x="342900" y="4376509"/>
            <a:ext cx="7886700" cy="469427"/>
          </a:xfrm>
        </p:spPr>
        <p:txBody>
          <a:bodyPr/>
          <a:lstStyle/>
          <a:p>
            <a:r>
              <a:rPr lang="en-US" b="1" dirty="0"/>
              <a:t>Step 4</a:t>
            </a:r>
            <a:r>
              <a:rPr lang="en-US" dirty="0"/>
              <a:t>: Find the median of the data values that lie above</a:t>
            </a:r>
          </a:p>
        </p:txBody>
      </p:sp>
      <p:graphicFrame>
        <p:nvGraphicFramePr>
          <p:cNvPr id="12" name="Object 11"/>
          <p:cNvGraphicFramePr>
            <a:graphicFrameLocks noChangeAspect="1"/>
          </p:cNvGraphicFramePr>
          <p:nvPr>
            <p:extLst>
              <p:ext uri="{D42A27DB-BD31-4B8C-83A1-F6EECF244321}">
                <p14:modId xmlns:p14="http://schemas.microsoft.com/office/powerpoint/2010/main" val="1863511578"/>
              </p:ext>
            </p:extLst>
          </p:nvPr>
        </p:nvGraphicFramePr>
        <p:xfrm>
          <a:off x="8220012" y="4396249"/>
          <a:ext cx="406400" cy="381000"/>
        </p:xfrm>
        <a:graphic>
          <a:graphicData uri="http://schemas.openxmlformats.org/presentationml/2006/ole">
            <mc:AlternateContent xmlns:mc="http://schemas.openxmlformats.org/markup-compatibility/2006">
              <mc:Choice xmlns:v="urn:schemas-microsoft-com:vml" Requires="v">
                <p:oleObj name="Equation" r:id="rId6" imgW="406080" imgH="380880" progId="Equation.DSMT4">
                  <p:embed/>
                </p:oleObj>
              </mc:Choice>
              <mc:Fallback>
                <p:oleObj name="Equation" r:id="rId6" imgW="406080" imgH="380880" progId="Equation.DSMT4">
                  <p:embed/>
                  <p:pic>
                    <p:nvPicPr>
                      <p:cNvPr id="11" name="Object 10"/>
                      <p:cNvPicPr/>
                      <p:nvPr/>
                    </p:nvPicPr>
                    <p:blipFill>
                      <a:blip r:embed="rId7"/>
                      <a:stretch>
                        <a:fillRect/>
                      </a:stretch>
                    </p:blipFill>
                    <p:spPr>
                      <a:xfrm>
                        <a:off x="8220012" y="4396249"/>
                        <a:ext cx="406400" cy="381000"/>
                      </a:xfrm>
                      <a:prstGeom prst="rect">
                        <a:avLst/>
                      </a:prstGeom>
                    </p:spPr>
                  </p:pic>
                </p:oleObj>
              </mc:Fallback>
            </mc:AlternateContent>
          </a:graphicData>
        </a:graphic>
      </p:graphicFrame>
      <p:sp>
        <p:nvSpPr>
          <p:cNvPr id="10" name="Slide Number Placeholder 9"/>
          <p:cNvSpPr>
            <a:spLocks noGrp="1"/>
          </p:cNvSpPr>
          <p:nvPr>
            <p:ph type="sldNum" sz="quarter" idx="10"/>
          </p:nvPr>
        </p:nvSpPr>
        <p:spPr/>
        <p:txBody>
          <a:bodyPr/>
          <a:lstStyle/>
          <a:p>
            <a:fld id="{68151E55-6873-49E2-B8D5-2F265E6F1973}" type="slidenum">
              <a:rPr lang="en-US" smtClean="0"/>
              <a:t>38</a:t>
            </a:fld>
            <a:endParaRPr lang="en-US" dirty="0"/>
          </a:p>
        </p:txBody>
      </p:sp>
    </p:spTree>
    <p:extLst>
      <p:ext uri="{BB962C8B-B14F-4D97-AF65-F5344CB8AC3E}">
        <p14:creationId xmlns:p14="http://schemas.microsoft.com/office/powerpoint/2010/main" val="21221376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962114" cy="903231"/>
          </a:xfrm>
        </p:spPr>
        <p:txBody>
          <a:bodyPr>
            <a:normAutofit/>
          </a:bodyPr>
          <a:lstStyle/>
          <a:p>
            <a:r>
              <a:rPr lang="en-US" sz="3600" dirty="0"/>
              <a:t>Methods of Medians </a:t>
            </a:r>
            <a:r>
              <a:rPr lang="en-US" sz="1000" b="0" dirty="0"/>
              <a:t>2</a:t>
            </a:r>
            <a:endParaRPr lang="en-US" sz="1000" dirty="0"/>
          </a:p>
        </p:txBody>
      </p:sp>
      <p:sp>
        <p:nvSpPr>
          <p:cNvPr id="12" name="Content Placeholder 2">
            <a:extLst>
              <a:ext uri="{FF2B5EF4-FFF2-40B4-BE49-F238E27FC236}">
                <a16:creationId xmlns:a16="http://schemas.microsoft.com/office/drawing/2014/main" id="{09F573BE-EBE8-9371-A9B9-E291B0482969}"/>
              </a:ext>
            </a:extLst>
          </p:cNvPr>
          <p:cNvSpPr>
            <a:spLocks noGrp="1"/>
          </p:cNvSpPr>
          <p:nvPr>
            <p:ph sz="quarter" idx="11"/>
          </p:nvPr>
        </p:nvSpPr>
        <p:spPr>
          <a:xfrm>
            <a:off x="8543816" y="77201"/>
            <a:ext cx="443304" cy="1088859"/>
          </a:xfrm>
        </p:spPr>
        <p:txBody>
          <a:bodyPr vert="vert" rIns="0"/>
          <a:lstStyle/>
          <a:p>
            <a:pPr marL="1025525" indent="-1025525"/>
            <a:r>
              <a:rPr lang="en-US" b="1" dirty="0"/>
              <a:t>L</a:t>
            </a:r>
            <a:r>
              <a:rPr lang="en-US" sz="100" b="1" dirty="0"/>
              <a:t> </a:t>
            </a:r>
            <a:r>
              <a:rPr lang="en-US" b="1" dirty="0"/>
              <a:t>O 4.7</a:t>
            </a:r>
            <a:endParaRPr lang="en-IN" b="1" dirty="0"/>
          </a:p>
        </p:txBody>
      </p:sp>
      <p:sp>
        <p:nvSpPr>
          <p:cNvPr id="28" name="Content Placeholder 27">
            <a:extLst>
              <a:ext uri="{FF2B5EF4-FFF2-40B4-BE49-F238E27FC236}">
                <a16:creationId xmlns:a16="http://schemas.microsoft.com/office/drawing/2014/main" id="{FDFDE795-2395-4529-8EB6-C2711143990D}"/>
              </a:ext>
            </a:extLst>
          </p:cNvPr>
          <p:cNvSpPr>
            <a:spLocks noGrp="1"/>
          </p:cNvSpPr>
          <p:nvPr>
            <p:ph sz="quarter" idx="14"/>
          </p:nvPr>
        </p:nvSpPr>
        <p:spPr>
          <a:xfrm>
            <a:off x="342900" y="1265584"/>
            <a:ext cx="8080664" cy="698500"/>
          </a:xfrm>
        </p:spPr>
        <p:txBody>
          <a:bodyPr/>
          <a:lstStyle/>
          <a:p>
            <a:r>
              <a:rPr lang="en-US" sz="2000" dirty="0"/>
              <a:t>A financial analyst has a portfolio of 12 energy equipment stocks. She has data on their recent price/earnings (</a:t>
            </a:r>
            <a:r>
              <a:rPr lang="en-US" sz="2000" i="1" dirty="0"/>
              <a:t>P</a:t>
            </a:r>
            <a:r>
              <a:rPr lang="en-US" sz="2000" dirty="0"/>
              <a:t>/</a:t>
            </a:r>
            <a:r>
              <a:rPr lang="en-US" sz="2000" i="1" dirty="0"/>
              <a:t>E</a:t>
            </a:r>
            <a:r>
              <a:rPr lang="en-US" sz="2000" dirty="0"/>
              <a:t>) ratios. To find the</a:t>
            </a:r>
          </a:p>
        </p:txBody>
      </p:sp>
      <p:sp>
        <p:nvSpPr>
          <p:cNvPr id="29" name="Content Placeholder 28">
            <a:extLst>
              <a:ext uri="{FF2B5EF4-FFF2-40B4-BE49-F238E27FC236}">
                <a16:creationId xmlns:a16="http://schemas.microsoft.com/office/drawing/2014/main" id="{F6537C88-E4CB-48E9-BE7F-12CA93BBB34F}"/>
              </a:ext>
            </a:extLst>
          </p:cNvPr>
          <p:cNvSpPr>
            <a:spLocks noGrp="1"/>
          </p:cNvSpPr>
          <p:nvPr>
            <p:ph sz="quarter" idx="15"/>
          </p:nvPr>
        </p:nvSpPr>
        <p:spPr>
          <a:xfrm>
            <a:off x="342900" y="2014202"/>
            <a:ext cx="4049991" cy="448151"/>
          </a:xfrm>
        </p:spPr>
        <p:txBody>
          <a:bodyPr/>
          <a:lstStyle/>
          <a:p>
            <a:r>
              <a:rPr lang="en-US" sz="2000" dirty="0"/>
              <a:t>quartiles, she sorts the data, finds</a:t>
            </a:r>
          </a:p>
        </p:txBody>
      </p:sp>
      <p:graphicFrame>
        <p:nvGraphicFramePr>
          <p:cNvPr id="39" name="Object 38">
            <a:extLst>
              <a:ext uri="{FF2B5EF4-FFF2-40B4-BE49-F238E27FC236}">
                <a16:creationId xmlns:a16="http://schemas.microsoft.com/office/drawing/2014/main" id="{EF1E3362-5824-4650-AAC0-980A99D76147}"/>
              </a:ext>
            </a:extLst>
          </p:cNvPr>
          <p:cNvGraphicFramePr>
            <a:graphicFrameLocks noChangeAspect="1"/>
          </p:cNvGraphicFramePr>
          <p:nvPr>
            <p:extLst>
              <p:ext uri="{D42A27DB-BD31-4B8C-83A1-F6EECF244321}">
                <p14:modId xmlns:p14="http://schemas.microsoft.com/office/powerpoint/2010/main" val="882446887"/>
              </p:ext>
            </p:extLst>
          </p:nvPr>
        </p:nvGraphicFramePr>
        <p:xfrm>
          <a:off x="4323957" y="2042483"/>
          <a:ext cx="312738" cy="354012"/>
        </p:xfrm>
        <a:graphic>
          <a:graphicData uri="http://schemas.openxmlformats.org/presentationml/2006/ole">
            <mc:AlternateContent xmlns:mc="http://schemas.openxmlformats.org/markup-compatibility/2006">
              <mc:Choice xmlns:v="urn:schemas-microsoft-com:vml" Requires="v">
                <p:oleObj name="Equation" r:id="rId2" imgW="291960" imgH="330120" progId="Equation.DSMT4">
                  <p:embed/>
                </p:oleObj>
              </mc:Choice>
              <mc:Fallback>
                <p:oleObj name="Equation" r:id="rId2" imgW="291960" imgH="330120" progId="Equation.DSMT4">
                  <p:embed/>
                  <p:pic>
                    <p:nvPicPr>
                      <p:cNvPr id="39" name="Object 38">
                        <a:extLst>
                          <a:ext uri="{FF2B5EF4-FFF2-40B4-BE49-F238E27FC236}">
                            <a16:creationId xmlns:a16="http://schemas.microsoft.com/office/drawing/2014/main" id="{EF1E3362-5824-4650-AAC0-980A99D76147}"/>
                          </a:ext>
                        </a:extLst>
                      </p:cNvPr>
                      <p:cNvPicPr/>
                      <p:nvPr/>
                    </p:nvPicPr>
                    <p:blipFill>
                      <a:blip r:embed="rId3"/>
                      <a:stretch>
                        <a:fillRect/>
                      </a:stretch>
                    </p:blipFill>
                    <p:spPr>
                      <a:xfrm>
                        <a:off x="4323957" y="2042483"/>
                        <a:ext cx="312738" cy="354012"/>
                      </a:xfrm>
                      <a:prstGeom prst="rect">
                        <a:avLst/>
                      </a:prstGeom>
                    </p:spPr>
                  </p:pic>
                </p:oleObj>
              </mc:Fallback>
            </mc:AlternateContent>
          </a:graphicData>
        </a:graphic>
      </p:graphicFrame>
      <p:sp>
        <p:nvSpPr>
          <p:cNvPr id="30" name="Content Placeholder 29">
            <a:extLst>
              <a:ext uri="{FF2B5EF4-FFF2-40B4-BE49-F238E27FC236}">
                <a16:creationId xmlns:a16="http://schemas.microsoft.com/office/drawing/2014/main" id="{B963CE3F-B840-48A1-9428-EA5078EF4C47}"/>
              </a:ext>
            </a:extLst>
          </p:cNvPr>
          <p:cNvSpPr>
            <a:spLocks noGrp="1"/>
          </p:cNvSpPr>
          <p:nvPr>
            <p:ph sz="quarter" idx="16"/>
          </p:nvPr>
        </p:nvSpPr>
        <p:spPr>
          <a:xfrm>
            <a:off x="4655351" y="2002623"/>
            <a:ext cx="4049991" cy="448151"/>
          </a:xfrm>
        </p:spPr>
        <p:txBody>
          <a:bodyPr/>
          <a:lstStyle/>
          <a:p>
            <a:r>
              <a:rPr lang="en-US" sz="2000" dirty="0"/>
              <a:t>(the median) halfway between the</a:t>
            </a:r>
          </a:p>
        </p:txBody>
      </p:sp>
      <p:sp>
        <p:nvSpPr>
          <p:cNvPr id="31" name="Content Placeholder 30">
            <a:extLst>
              <a:ext uri="{FF2B5EF4-FFF2-40B4-BE49-F238E27FC236}">
                <a16:creationId xmlns:a16="http://schemas.microsoft.com/office/drawing/2014/main" id="{2E823D18-439D-4FB8-9D71-F8DF4A9487C9}"/>
              </a:ext>
            </a:extLst>
          </p:cNvPr>
          <p:cNvSpPr>
            <a:spLocks noGrp="1"/>
          </p:cNvSpPr>
          <p:nvPr>
            <p:ph sz="quarter" idx="17"/>
          </p:nvPr>
        </p:nvSpPr>
        <p:spPr>
          <a:xfrm>
            <a:off x="342900" y="2462353"/>
            <a:ext cx="4559038" cy="376019"/>
          </a:xfrm>
        </p:spPr>
        <p:txBody>
          <a:bodyPr/>
          <a:lstStyle/>
          <a:p>
            <a:r>
              <a:rPr lang="en-US" sz="2000" dirty="0"/>
              <a:t>middle two data values, and then finds</a:t>
            </a:r>
          </a:p>
        </p:txBody>
      </p:sp>
      <p:graphicFrame>
        <p:nvGraphicFramePr>
          <p:cNvPr id="3" name="Object 2">
            <a:extLst>
              <a:ext uri="{FF2B5EF4-FFF2-40B4-BE49-F238E27FC236}">
                <a16:creationId xmlns:a16="http://schemas.microsoft.com/office/drawing/2014/main" id="{AB17415B-DBF1-48B8-9F6A-5E1A3DCD9A3A}"/>
              </a:ext>
            </a:extLst>
          </p:cNvPr>
          <p:cNvGraphicFramePr>
            <a:graphicFrameLocks noChangeAspect="1"/>
          </p:cNvGraphicFramePr>
          <p:nvPr>
            <p:extLst>
              <p:ext uri="{D42A27DB-BD31-4B8C-83A1-F6EECF244321}">
                <p14:modId xmlns:p14="http://schemas.microsoft.com/office/powerpoint/2010/main" val="1768254272"/>
              </p:ext>
            </p:extLst>
          </p:nvPr>
        </p:nvGraphicFramePr>
        <p:xfrm>
          <a:off x="4865350" y="2497906"/>
          <a:ext cx="1087589" cy="352318"/>
        </p:xfrm>
        <a:graphic>
          <a:graphicData uri="http://schemas.openxmlformats.org/presentationml/2006/ole">
            <mc:AlternateContent xmlns:mc="http://schemas.openxmlformats.org/markup-compatibility/2006">
              <mc:Choice xmlns:v="urn:schemas-microsoft-com:vml" Requires="v">
                <p:oleObj name="Equation" r:id="rId4" imgW="1015090" imgH="329151" progId="Equation.DSMT4">
                  <p:embed/>
                </p:oleObj>
              </mc:Choice>
              <mc:Fallback>
                <p:oleObj name="Equation" r:id="rId4" imgW="1015090" imgH="329151" progId="Equation.DSMT4">
                  <p:embed/>
                  <p:pic>
                    <p:nvPicPr>
                      <p:cNvPr id="3" name="Object 2">
                        <a:extLst>
                          <a:ext uri="{FF2B5EF4-FFF2-40B4-BE49-F238E27FC236}">
                            <a16:creationId xmlns:a16="http://schemas.microsoft.com/office/drawing/2014/main" id="{AB17415B-DBF1-48B8-9F6A-5E1A3DCD9A3A}"/>
                          </a:ext>
                        </a:extLst>
                      </p:cNvPr>
                      <p:cNvPicPr/>
                      <p:nvPr/>
                    </p:nvPicPr>
                    <p:blipFill>
                      <a:blip r:embed="rId5"/>
                      <a:stretch>
                        <a:fillRect/>
                      </a:stretch>
                    </p:blipFill>
                    <p:spPr>
                      <a:xfrm>
                        <a:off x="4865350" y="2497906"/>
                        <a:ext cx="1087589" cy="352318"/>
                      </a:xfrm>
                      <a:prstGeom prst="rect">
                        <a:avLst/>
                      </a:prstGeom>
                    </p:spPr>
                  </p:pic>
                </p:oleObj>
              </mc:Fallback>
            </mc:AlternateContent>
          </a:graphicData>
        </a:graphic>
      </p:graphicFrame>
      <p:sp>
        <p:nvSpPr>
          <p:cNvPr id="33" name="Content Placeholder 32">
            <a:extLst>
              <a:ext uri="{FF2B5EF4-FFF2-40B4-BE49-F238E27FC236}">
                <a16:creationId xmlns:a16="http://schemas.microsoft.com/office/drawing/2014/main" id="{2D219140-F3BC-4CA8-B6CD-4052DD81F597}"/>
              </a:ext>
            </a:extLst>
          </p:cNvPr>
          <p:cNvSpPr>
            <a:spLocks noGrp="1"/>
          </p:cNvSpPr>
          <p:nvPr>
            <p:ph sz="quarter" idx="19"/>
          </p:nvPr>
        </p:nvSpPr>
        <p:spPr>
          <a:xfrm>
            <a:off x="5916351" y="2462353"/>
            <a:ext cx="2627465" cy="413944"/>
          </a:xfrm>
        </p:spPr>
        <p:txBody>
          <a:bodyPr/>
          <a:lstStyle/>
          <a:p>
            <a:r>
              <a:rPr lang="en-US" sz="2000" dirty="0"/>
              <a:t>(medians of the lower</a:t>
            </a:r>
          </a:p>
        </p:txBody>
      </p:sp>
      <p:sp>
        <p:nvSpPr>
          <p:cNvPr id="34" name="Content Placeholder 33">
            <a:extLst>
              <a:ext uri="{FF2B5EF4-FFF2-40B4-BE49-F238E27FC236}">
                <a16:creationId xmlns:a16="http://schemas.microsoft.com/office/drawing/2014/main" id="{67C4E55E-D259-45CC-AD07-8303CE6ECD9B}"/>
              </a:ext>
            </a:extLst>
          </p:cNvPr>
          <p:cNvSpPr>
            <a:spLocks noGrp="1"/>
          </p:cNvSpPr>
          <p:nvPr>
            <p:ph sz="quarter" idx="20"/>
          </p:nvPr>
        </p:nvSpPr>
        <p:spPr>
          <a:xfrm>
            <a:off x="342900" y="2914572"/>
            <a:ext cx="4653306" cy="422069"/>
          </a:xfrm>
        </p:spPr>
        <p:txBody>
          <a:bodyPr/>
          <a:lstStyle/>
          <a:p>
            <a:r>
              <a:rPr lang="en-US" sz="2000" dirty="0"/>
              <a:t>and upper halves, respectively).</a:t>
            </a:r>
          </a:p>
        </p:txBody>
      </p:sp>
      <p:sp>
        <p:nvSpPr>
          <p:cNvPr id="32" name="Content Placeholder 31">
            <a:extLst>
              <a:ext uri="{FF2B5EF4-FFF2-40B4-BE49-F238E27FC236}">
                <a16:creationId xmlns:a16="http://schemas.microsoft.com/office/drawing/2014/main" id="{19CE3492-9AE6-40E0-B2DB-A6733FE48759}"/>
              </a:ext>
            </a:extLst>
          </p:cNvPr>
          <p:cNvSpPr>
            <a:spLocks noGrp="1"/>
          </p:cNvSpPr>
          <p:nvPr>
            <p:ph sz="quarter" idx="18"/>
          </p:nvPr>
        </p:nvSpPr>
        <p:spPr>
          <a:xfrm>
            <a:off x="342900" y="3410631"/>
            <a:ext cx="4312451" cy="431899"/>
          </a:xfrm>
        </p:spPr>
        <p:txBody>
          <a:bodyPr/>
          <a:lstStyle/>
          <a:p>
            <a:r>
              <a:rPr lang="en-US" sz="2000" b="1" dirty="0"/>
              <a:t>Figure 4.7: Method of Medians.</a:t>
            </a:r>
          </a:p>
        </p:txBody>
      </p:sp>
      <p:pic>
        <p:nvPicPr>
          <p:cNvPr id="19" name="Picture 18" descr="A financial analyst analyzes a portfolio of 12 energy equipment stocks."/>
          <p:cNvPicPr>
            <a:picLocks noChangeAspect="1"/>
          </p:cNvPicPr>
          <p:nvPr/>
        </p:nvPicPr>
        <p:blipFill>
          <a:blip r:embed="rId6"/>
          <a:stretch>
            <a:fillRect/>
          </a:stretch>
        </p:blipFill>
        <p:spPr>
          <a:xfrm>
            <a:off x="2338294" y="4019629"/>
            <a:ext cx="4467412" cy="2053882"/>
          </a:xfrm>
          <a:prstGeom prst="rect">
            <a:avLst/>
          </a:prstGeom>
        </p:spPr>
      </p:pic>
      <p:sp>
        <p:nvSpPr>
          <p:cNvPr id="14" name="Text Placeholder 8"/>
          <p:cNvSpPr>
            <a:spLocks noGrp="1"/>
          </p:cNvSpPr>
          <p:nvPr>
            <p:ph type="body" sz="quarter" idx="12"/>
          </p:nvPr>
        </p:nvSpPr>
        <p:spPr>
          <a:xfrm>
            <a:off x="3023165" y="6324600"/>
            <a:ext cx="3345272" cy="242845"/>
          </a:xfrm>
        </p:spPr>
        <p:txBody>
          <a:bodyPr/>
          <a:lstStyle/>
          <a:p>
            <a:r>
              <a:rPr lang="en-US" sz="1200" dirty="0">
                <a:hlinkClick r:id="rId7" action="ppaction://hlinksldjump"/>
              </a:rPr>
              <a:t>Access the text alternative for slide images.</a:t>
            </a:r>
          </a:p>
        </p:txBody>
      </p:sp>
      <p:sp>
        <p:nvSpPr>
          <p:cNvPr id="17" name="Slide Number Placeholder 16"/>
          <p:cNvSpPr>
            <a:spLocks noGrp="1"/>
          </p:cNvSpPr>
          <p:nvPr>
            <p:ph type="sldNum" sz="quarter" idx="10"/>
          </p:nvPr>
        </p:nvSpPr>
        <p:spPr/>
        <p:txBody>
          <a:bodyPr/>
          <a:lstStyle/>
          <a:p>
            <a:fld id="{68151E55-6873-49E2-B8D5-2F265E6F1973}" type="slidenum">
              <a:rPr lang="en-US" smtClean="0"/>
              <a:t>39</a:t>
            </a:fld>
            <a:endParaRPr lang="en-US" dirty="0"/>
          </a:p>
        </p:txBody>
      </p:sp>
    </p:spTree>
    <p:extLst>
      <p:ext uri="{BB962C8B-B14F-4D97-AF65-F5344CB8AC3E}">
        <p14:creationId xmlns:p14="http://schemas.microsoft.com/office/powerpoint/2010/main" val="10225404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A63E9EE4-5DCF-F2D3-2DFA-8CFC664659F1}"/>
              </a:ext>
            </a:extLst>
          </p:cNvPr>
          <p:cNvSpPr>
            <a:spLocks noGrp="1"/>
          </p:cNvSpPr>
          <p:nvPr>
            <p:ph type="title"/>
          </p:nvPr>
        </p:nvSpPr>
        <p:spPr>
          <a:xfrm>
            <a:off x="342900" y="192490"/>
            <a:ext cx="8191500" cy="903231"/>
          </a:xfrm>
        </p:spPr>
        <p:txBody>
          <a:bodyPr>
            <a:normAutofit/>
          </a:bodyPr>
          <a:lstStyle/>
          <a:p>
            <a:r>
              <a:rPr lang="en-US" sz="3600" dirty="0"/>
              <a:t>Box Plots </a:t>
            </a:r>
            <a:r>
              <a:rPr lang="en-US" sz="1000" b="0" dirty="0"/>
              <a:t>1</a:t>
            </a:r>
          </a:p>
        </p:txBody>
      </p:sp>
      <p:sp>
        <p:nvSpPr>
          <p:cNvPr id="13" name="Content Placeholder 2">
            <a:extLst>
              <a:ext uri="{FF2B5EF4-FFF2-40B4-BE49-F238E27FC236}">
                <a16:creationId xmlns:a16="http://schemas.microsoft.com/office/drawing/2014/main" id="{BFDCE580-8421-6CE3-8CF7-C4C8E3079097}"/>
              </a:ext>
            </a:extLst>
          </p:cNvPr>
          <p:cNvSpPr>
            <a:spLocks noGrp="1"/>
          </p:cNvSpPr>
          <p:nvPr>
            <p:ph sz="quarter" idx="11"/>
          </p:nvPr>
        </p:nvSpPr>
        <p:spPr>
          <a:xfrm>
            <a:off x="8595360" y="55330"/>
            <a:ext cx="487680" cy="1207446"/>
          </a:xfrm>
        </p:spPr>
        <p:txBody>
          <a:bodyPr vert="vert" rIns="0"/>
          <a:lstStyle/>
          <a:p>
            <a:pPr marL="1025525" indent="-1025525"/>
            <a:r>
              <a:rPr lang="en-US" b="1" dirty="0"/>
              <a:t>L</a:t>
            </a:r>
            <a:r>
              <a:rPr lang="en-US" sz="100" b="1" dirty="0"/>
              <a:t> </a:t>
            </a:r>
            <a:r>
              <a:rPr lang="en-US" b="1" dirty="0"/>
              <a:t>O 4.8</a:t>
            </a:r>
            <a:endParaRPr lang="en-IN" b="1" dirty="0"/>
          </a:p>
        </p:txBody>
      </p:sp>
      <p:sp>
        <p:nvSpPr>
          <p:cNvPr id="14" name="Content Placeholder 3">
            <a:extLst>
              <a:ext uri="{FF2B5EF4-FFF2-40B4-BE49-F238E27FC236}">
                <a16:creationId xmlns:a16="http://schemas.microsoft.com/office/drawing/2014/main" id="{B72AB0FE-C274-4063-73E2-CFE9D32C85EB}"/>
              </a:ext>
            </a:extLst>
          </p:cNvPr>
          <p:cNvSpPr>
            <a:spLocks noGrp="1"/>
          </p:cNvSpPr>
          <p:nvPr>
            <p:ph sz="quarter" idx="14"/>
          </p:nvPr>
        </p:nvSpPr>
        <p:spPr>
          <a:xfrm>
            <a:off x="342900" y="1262776"/>
            <a:ext cx="8191500" cy="1258551"/>
          </a:xfrm>
        </p:spPr>
        <p:txBody>
          <a:bodyPr/>
          <a:lstStyle/>
          <a:p>
            <a:pPr marL="292608" indent="-292608">
              <a:buFont typeface="Arial" panose="020B0604020202020204" pitchFamily="34" charset="0"/>
              <a:buChar char="•"/>
            </a:pPr>
            <a:r>
              <a:rPr lang="en-US" dirty="0"/>
              <a:t>A useful tool of </a:t>
            </a:r>
            <a:r>
              <a:rPr lang="en-US" i="1" dirty="0"/>
              <a:t>exploratory data analysis</a:t>
            </a:r>
            <a:r>
              <a:rPr lang="en-US" dirty="0"/>
              <a:t> (E</a:t>
            </a:r>
            <a:r>
              <a:rPr lang="en-US" sz="100" dirty="0"/>
              <a:t> </a:t>
            </a:r>
            <a:r>
              <a:rPr lang="en-US" dirty="0"/>
              <a:t>D</a:t>
            </a:r>
            <a:r>
              <a:rPr lang="en-US" sz="100" dirty="0"/>
              <a:t> </a:t>
            </a:r>
            <a:r>
              <a:rPr lang="en-US" dirty="0"/>
              <a:t>A) is the box plot (also called a </a:t>
            </a:r>
            <a:r>
              <a:rPr lang="en-US" i="1" dirty="0"/>
              <a:t>box-and-whisker plot</a:t>
            </a:r>
            <a:r>
              <a:rPr lang="en-US" dirty="0"/>
              <a:t>) based on the five-number summary:</a:t>
            </a:r>
          </a:p>
        </p:txBody>
      </p:sp>
      <p:graphicFrame>
        <p:nvGraphicFramePr>
          <p:cNvPr id="15" name="Object 14">
            <a:extLst>
              <a:ext uri="{FF2B5EF4-FFF2-40B4-BE49-F238E27FC236}">
                <a16:creationId xmlns:a16="http://schemas.microsoft.com/office/drawing/2014/main" id="{27943772-67D1-CD3C-E228-F0FD745B4A38}"/>
              </a:ext>
            </a:extLst>
          </p:cNvPr>
          <p:cNvGraphicFramePr>
            <a:graphicFrameLocks noChangeAspect="1"/>
          </p:cNvGraphicFramePr>
          <p:nvPr>
            <p:extLst>
              <p:ext uri="{D42A27DB-BD31-4B8C-83A1-F6EECF244321}">
                <p14:modId xmlns:p14="http://schemas.microsoft.com/office/powerpoint/2010/main" val="1191402832"/>
              </p:ext>
            </p:extLst>
          </p:nvPr>
        </p:nvGraphicFramePr>
        <p:xfrm>
          <a:off x="4368800" y="2100263"/>
          <a:ext cx="2778125" cy="358775"/>
        </p:xfrm>
        <a:graphic>
          <a:graphicData uri="http://schemas.openxmlformats.org/presentationml/2006/ole">
            <mc:AlternateContent xmlns:mc="http://schemas.openxmlformats.org/markup-compatibility/2006">
              <mc:Choice xmlns:v="urn:schemas-microsoft-com:vml" Requires="v">
                <p:oleObj name="Equation" r:id="rId2" imgW="3632040" imgH="469800" progId="Equation.DSMT4">
                  <p:embed/>
                </p:oleObj>
              </mc:Choice>
              <mc:Fallback>
                <p:oleObj name="Equation" r:id="rId2" imgW="3632040" imgH="469800" progId="Equation.DSMT4">
                  <p:embed/>
                  <p:pic>
                    <p:nvPicPr>
                      <p:cNvPr id="15" name="Object 14">
                        <a:extLst>
                          <a:ext uri="{FF2B5EF4-FFF2-40B4-BE49-F238E27FC236}">
                            <a16:creationId xmlns:a16="http://schemas.microsoft.com/office/drawing/2014/main" id="{27943772-67D1-CD3C-E228-F0FD745B4A38}"/>
                          </a:ext>
                        </a:extLst>
                      </p:cNvPr>
                      <p:cNvPicPr/>
                      <p:nvPr/>
                    </p:nvPicPr>
                    <p:blipFill>
                      <a:blip r:embed="rId3"/>
                      <a:stretch>
                        <a:fillRect/>
                      </a:stretch>
                    </p:blipFill>
                    <p:spPr>
                      <a:xfrm>
                        <a:off x="4368800" y="2100263"/>
                        <a:ext cx="2778125" cy="358775"/>
                      </a:xfrm>
                      <a:prstGeom prst="rect">
                        <a:avLst/>
                      </a:prstGeom>
                    </p:spPr>
                  </p:pic>
                </p:oleObj>
              </mc:Fallback>
            </mc:AlternateContent>
          </a:graphicData>
        </a:graphic>
      </p:graphicFrame>
      <p:sp>
        <p:nvSpPr>
          <p:cNvPr id="16" name="Content Placeholder 4">
            <a:extLst>
              <a:ext uri="{FF2B5EF4-FFF2-40B4-BE49-F238E27FC236}">
                <a16:creationId xmlns:a16="http://schemas.microsoft.com/office/drawing/2014/main" id="{32C88321-A42C-166D-B9C6-410110EA95D1}"/>
              </a:ext>
            </a:extLst>
          </p:cNvPr>
          <p:cNvSpPr>
            <a:spLocks noGrp="1"/>
          </p:cNvSpPr>
          <p:nvPr>
            <p:ph sz="quarter" idx="15"/>
          </p:nvPr>
        </p:nvSpPr>
        <p:spPr>
          <a:xfrm>
            <a:off x="342900" y="2683339"/>
            <a:ext cx="8191500" cy="502492"/>
          </a:xfrm>
        </p:spPr>
        <p:txBody>
          <a:bodyPr/>
          <a:lstStyle/>
          <a:p>
            <a:pPr marL="292608" indent="-292608">
              <a:buFont typeface="Arial" panose="020B0604020202020204" pitchFamily="34" charset="0"/>
              <a:buChar char="•"/>
            </a:pPr>
            <a:r>
              <a:rPr lang="en-US" dirty="0"/>
              <a:t>The box plot is visually displayed like this:</a:t>
            </a:r>
          </a:p>
        </p:txBody>
      </p:sp>
      <p:pic>
        <p:nvPicPr>
          <p:cNvPr id="17" name="Picture 16" descr="A box plot represents the first quartile (Q1), the second quartile (Q2 or median), and the third quartile (Q3).">
            <a:extLst>
              <a:ext uri="{FF2B5EF4-FFF2-40B4-BE49-F238E27FC236}">
                <a16:creationId xmlns:a16="http://schemas.microsoft.com/office/drawing/2014/main" id="{FB640E87-8CFC-13A8-0F1B-F66188A64D07}"/>
              </a:ext>
            </a:extLst>
          </p:cNvPr>
          <p:cNvPicPr>
            <a:picLocks noChangeAspect="1"/>
          </p:cNvPicPr>
          <p:nvPr/>
        </p:nvPicPr>
        <p:blipFill>
          <a:blip r:embed="rId4"/>
          <a:stretch>
            <a:fillRect/>
          </a:stretch>
        </p:blipFill>
        <p:spPr>
          <a:xfrm>
            <a:off x="533151" y="3503566"/>
            <a:ext cx="8077699" cy="2091658"/>
          </a:xfrm>
          <a:prstGeom prst="rect">
            <a:avLst/>
          </a:prstGeom>
        </p:spPr>
      </p:pic>
      <p:sp>
        <p:nvSpPr>
          <p:cNvPr id="9" name="Text Placeholder 8">
            <a:extLst>
              <a:ext uri="{FF2B5EF4-FFF2-40B4-BE49-F238E27FC236}">
                <a16:creationId xmlns:a16="http://schemas.microsoft.com/office/drawing/2014/main" id="{F6AEDDD6-A946-96CA-6CCC-47D76F1002DF}"/>
              </a:ext>
            </a:extLst>
          </p:cNvPr>
          <p:cNvSpPr>
            <a:spLocks noGrp="1"/>
          </p:cNvSpPr>
          <p:nvPr>
            <p:ph type="body" sz="quarter" idx="12"/>
          </p:nvPr>
        </p:nvSpPr>
        <p:spPr>
          <a:xfrm>
            <a:off x="2971558" y="6324600"/>
            <a:ext cx="3200885" cy="190500"/>
          </a:xfrm>
        </p:spPr>
        <p:txBody>
          <a:bodyPr/>
          <a:lstStyle/>
          <a:p>
            <a:r>
              <a:rPr lang="en-US" sz="1200" dirty="0">
                <a:hlinkClick r:id="rId5" action="ppaction://hlinksldjump"/>
              </a:rPr>
              <a:t>Access the text alternative for slide images.</a:t>
            </a:r>
            <a:endParaRPr lang="en-IN" sz="1200" dirty="0">
              <a:hlinkClick r:id="rId5" action="ppaction://hlinksldjump"/>
            </a:endParaRPr>
          </a:p>
        </p:txBody>
      </p:sp>
      <p:sp>
        <p:nvSpPr>
          <p:cNvPr id="18" name="Slide Number Placeholder 9">
            <a:extLst>
              <a:ext uri="{FF2B5EF4-FFF2-40B4-BE49-F238E27FC236}">
                <a16:creationId xmlns:a16="http://schemas.microsoft.com/office/drawing/2014/main" id="{7021E676-EBB9-ACA8-F0F1-C5437E91B0C8}"/>
              </a:ext>
            </a:extLst>
          </p:cNvPr>
          <p:cNvSpPr>
            <a:spLocks noGrp="1"/>
          </p:cNvSpPr>
          <p:nvPr>
            <p:ph type="sldNum" sz="quarter" idx="10"/>
          </p:nvPr>
        </p:nvSpPr>
        <p:spPr>
          <a:xfrm>
            <a:off x="8626412" y="6646459"/>
            <a:ext cx="490292" cy="188467"/>
          </a:xfrm>
        </p:spPr>
        <p:txBody>
          <a:bodyPr/>
          <a:lstStyle/>
          <a:p>
            <a:fld id="{68151E55-6873-49E2-B8D5-2F265E6F1973}" type="slidenum">
              <a:rPr lang="en-US" smtClean="0"/>
              <a:t>40</a:t>
            </a:fld>
            <a:endParaRPr lang="en-US" dirty="0"/>
          </a:p>
        </p:txBody>
      </p:sp>
    </p:spTree>
    <p:extLst>
      <p:ext uri="{BB962C8B-B14F-4D97-AF65-F5344CB8AC3E}">
        <p14:creationId xmlns:p14="http://schemas.microsoft.com/office/powerpoint/2010/main" val="15455714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dirty="0"/>
              <a:t>Box Plots </a:t>
            </a:r>
            <a:r>
              <a:rPr lang="en-US" sz="1000" b="0" dirty="0"/>
              <a:t>2</a:t>
            </a:r>
            <a:endParaRPr lang="en-IN" sz="1000" dirty="0"/>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36000" y="57509"/>
            <a:ext cx="449580" cy="1314091"/>
          </a:xfrm>
        </p:spPr>
        <p:txBody>
          <a:bodyPr vert="vert" rIns="0"/>
          <a:lstStyle/>
          <a:p>
            <a:pPr marL="1025525" indent="-1025525"/>
            <a:r>
              <a:rPr lang="en-US" b="1" dirty="0"/>
              <a:t>L</a:t>
            </a:r>
            <a:r>
              <a:rPr lang="en-US" sz="100" b="1" dirty="0"/>
              <a:t> </a:t>
            </a:r>
            <a:r>
              <a:rPr lang="en-US" b="1" dirty="0"/>
              <a:t>O 4.8</a:t>
            </a:r>
            <a:endParaRPr lang="en-IN" b="1" dirty="0"/>
          </a:p>
        </p:txBody>
      </p:sp>
      <p:sp>
        <p:nvSpPr>
          <p:cNvPr id="7" name="Content Placeholder 6"/>
          <p:cNvSpPr>
            <a:spLocks noGrp="1"/>
          </p:cNvSpPr>
          <p:nvPr>
            <p:ph sz="quarter" idx="14"/>
          </p:nvPr>
        </p:nvSpPr>
        <p:spPr>
          <a:xfrm>
            <a:off x="342900" y="1260475"/>
            <a:ext cx="8191500" cy="553577"/>
          </a:xfrm>
        </p:spPr>
        <p:txBody>
          <a:bodyPr/>
          <a:lstStyle/>
          <a:p>
            <a:pPr marL="292608" indent="-292608">
              <a:buFont typeface="Arial" panose="020B0604020202020204" pitchFamily="34" charset="0"/>
              <a:buChar char="•"/>
            </a:pPr>
            <a:r>
              <a:rPr lang="en-US" dirty="0"/>
              <a:t>A box plot shows variability and shape.</a:t>
            </a:r>
            <a:endParaRPr lang="en-IN" dirty="0"/>
          </a:p>
        </p:txBody>
      </p:sp>
      <p:pic>
        <p:nvPicPr>
          <p:cNvPr id="4" name="Picture 3" descr="A box plot represents four different data distributions, each with its own variability and shape."/>
          <p:cNvPicPr>
            <a:picLocks noChangeAspect="1"/>
          </p:cNvPicPr>
          <p:nvPr/>
        </p:nvPicPr>
        <p:blipFill>
          <a:blip r:embed="rId2"/>
          <a:stretch>
            <a:fillRect/>
          </a:stretch>
        </p:blipFill>
        <p:spPr>
          <a:xfrm>
            <a:off x="581149" y="2256642"/>
            <a:ext cx="8158679" cy="2315218"/>
          </a:xfrm>
          <a:prstGeom prst="rect">
            <a:avLst/>
          </a:prstGeom>
        </p:spPr>
      </p:pic>
      <p:sp>
        <p:nvSpPr>
          <p:cNvPr id="8" name="Text Placeholder 8"/>
          <p:cNvSpPr>
            <a:spLocks noGrp="1"/>
          </p:cNvSpPr>
          <p:nvPr>
            <p:ph type="body" sz="quarter" idx="12"/>
          </p:nvPr>
        </p:nvSpPr>
        <p:spPr>
          <a:xfrm>
            <a:off x="3049524" y="6309359"/>
            <a:ext cx="3153156" cy="236221"/>
          </a:xfrm>
        </p:spPr>
        <p:txBody>
          <a:bodyPr/>
          <a:lstStyle/>
          <a:p>
            <a:r>
              <a:rPr lang="en-US" sz="1200" dirty="0">
                <a:hlinkClick r:id="rId3" action="ppaction://hlinksldjump"/>
              </a:rPr>
              <a:t>Access the text alternative for slide images.</a:t>
            </a:r>
            <a:endParaRPr lang="en-IN" sz="1200" dirty="0">
              <a:hlinkClick r:id="rId3" action="ppaction://hlinksldjump"/>
            </a:endParaRP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41</a:t>
            </a:fld>
            <a:endParaRPr lang="en-US" dirty="0"/>
          </a:p>
        </p:txBody>
      </p:sp>
    </p:spTree>
    <p:extLst>
      <p:ext uri="{BB962C8B-B14F-4D97-AF65-F5344CB8AC3E}">
        <p14:creationId xmlns:p14="http://schemas.microsoft.com/office/powerpoint/2010/main" val="22938547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dirty="0"/>
              <a:t>Box Plots </a:t>
            </a:r>
            <a:r>
              <a:rPr lang="en-US" sz="1000" b="0" dirty="0"/>
              <a:t>3</a:t>
            </a:r>
            <a:endParaRPr lang="en-US" sz="1000" dirty="0"/>
          </a:p>
        </p:txBody>
      </p:sp>
      <p:sp>
        <p:nvSpPr>
          <p:cNvPr id="14" name="Content Placeholder 2">
            <a:extLst>
              <a:ext uri="{FF2B5EF4-FFF2-40B4-BE49-F238E27FC236}">
                <a16:creationId xmlns:a16="http://schemas.microsoft.com/office/drawing/2014/main" id="{71AA2EFA-752E-F4B0-8941-933D6B1BE973}"/>
              </a:ext>
            </a:extLst>
          </p:cNvPr>
          <p:cNvSpPr>
            <a:spLocks noGrp="1"/>
          </p:cNvSpPr>
          <p:nvPr>
            <p:ph sz="quarter" idx="11"/>
          </p:nvPr>
        </p:nvSpPr>
        <p:spPr>
          <a:xfrm>
            <a:off x="8636000" y="57509"/>
            <a:ext cx="449580" cy="1242971"/>
          </a:xfrm>
        </p:spPr>
        <p:txBody>
          <a:bodyPr vert="vert" rIns="0"/>
          <a:lstStyle/>
          <a:p>
            <a:pPr marL="1025525" indent="-1025525"/>
            <a:r>
              <a:rPr lang="en-US" b="1" dirty="0"/>
              <a:t>L</a:t>
            </a:r>
            <a:r>
              <a:rPr lang="en-US" sz="100" b="1" dirty="0"/>
              <a:t> </a:t>
            </a:r>
            <a:r>
              <a:rPr lang="en-US" b="1" dirty="0"/>
              <a:t>O 4.8</a:t>
            </a:r>
            <a:endParaRPr lang="en-IN" b="1" dirty="0"/>
          </a:p>
        </p:txBody>
      </p:sp>
      <p:sp>
        <p:nvSpPr>
          <p:cNvPr id="4" name="Content Placeholder 3"/>
          <p:cNvSpPr>
            <a:spLocks noGrp="1"/>
          </p:cNvSpPr>
          <p:nvPr>
            <p:ph sz="quarter" idx="14"/>
          </p:nvPr>
        </p:nvSpPr>
        <p:spPr>
          <a:xfrm>
            <a:off x="342900" y="1181494"/>
            <a:ext cx="8191498" cy="367087"/>
          </a:xfrm>
        </p:spPr>
        <p:txBody>
          <a:bodyPr/>
          <a:lstStyle/>
          <a:p>
            <a:pPr marL="292608" indent="-292608">
              <a:buFont typeface="Arial" panose="020B0604020202020204" pitchFamily="34" charset="0"/>
              <a:buChar char="•"/>
            </a:pPr>
            <a:r>
              <a:rPr lang="en-US" sz="2000" dirty="0"/>
              <a:t>We can use the quartiles to identify unusual data points. The idea is</a:t>
            </a:r>
          </a:p>
        </p:txBody>
      </p:sp>
      <p:sp>
        <p:nvSpPr>
          <p:cNvPr id="5" name="Content Placeholder 4"/>
          <p:cNvSpPr>
            <a:spLocks noGrp="1"/>
          </p:cNvSpPr>
          <p:nvPr>
            <p:ph sz="quarter" idx="15"/>
          </p:nvPr>
        </p:nvSpPr>
        <p:spPr>
          <a:xfrm>
            <a:off x="342899" y="1598985"/>
            <a:ext cx="4878029" cy="333054"/>
          </a:xfrm>
        </p:spPr>
        <p:txBody>
          <a:bodyPr tIns="0" rIns="0"/>
          <a:lstStyle/>
          <a:p>
            <a:pPr marL="292608"/>
            <a:r>
              <a:rPr lang="en-US" sz="2000" dirty="0"/>
              <a:t>to detect data values that are far below</a:t>
            </a:r>
          </a:p>
        </p:txBody>
      </p:sp>
      <p:graphicFrame>
        <p:nvGraphicFramePr>
          <p:cNvPr id="15" name="Object 14"/>
          <p:cNvGraphicFramePr>
            <a:graphicFrameLocks noChangeAspect="1"/>
          </p:cNvGraphicFramePr>
          <p:nvPr>
            <p:extLst>
              <p:ext uri="{D42A27DB-BD31-4B8C-83A1-F6EECF244321}">
                <p14:modId xmlns:p14="http://schemas.microsoft.com/office/powerpoint/2010/main" val="3612925096"/>
              </p:ext>
            </p:extLst>
          </p:nvPr>
        </p:nvGraphicFramePr>
        <p:xfrm>
          <a:off x="5237389" y="1598985"/>
          <a:ext cx="254000" cy="330200"/>
        </p:xfrm>
        <a:graphic>
          <a:graphicData uri="http://schemas.openxmlformats.org/presentationml/2006/ole">
            <mc:AlternateContent xmlns:mc="http://schemas.openxmlformats.org/markup-compatibility/2006">
              <mc:Choice xmlns:v="urn:schemas-microsoft-com:vml" Requires="v">
                <p:oleObj name="Equation" r:id="rId2" imgW="253800" imgH="330120" progId="Equation.DSMT4">
                  <p:embed/>
                </p:oleObj>
              </mc:Choice>
              <mc:Fallback>
                <p:oleObj name="Equation" r:id="rId2" imgW="253800" imgH="330120" progId="Equation.DSMT4">
                  <p:embed/>
                  <p:pic>
                    <p:nvPicPr>
                      <p:cNvPr id="0" name=""/>
                      <p:cNvPicPr/>
                      <p:nvPr/>
                    </p:nvPicPr>
                    <p:blipFill>
                      <a:blip r:embed="rId3"/>
                      <a:stretch>
                        <a:fillRect/>
                      </a:stretch>
                    </p:blipFill>
                    <p:spPr>
                      <a:xfrm>
                        <a:off x="5237389" y="1598985"/>
                        <a:ext cx="254000" cy="330200"/>
                      </a:xfrm>
                      <a:prstGeom prst="rect">
                        <a:avLst/>
                      </a:prstGeom>
                    </p:spPr>
                  </p:pic>
                </p:oleObj>
              </mc:Fallback>
            </mc:AlternateContent>
          </a:graphicData>
        </a:graphic>
      </p:graphicFrame>
      <p:sp>
        <p:nvSpPr>
          <p:cNvPr id="6" name="Content Placeholder 5"/>
          <p:cNvSpPr>
            <a:spLocks noGrp="1"/>
          </p:cNvSpPr>
          <p:nvPr>
            <p:ph sz="quarter" idx="16"/>
          </p:nvPr>
        </p:nvSpPr>
        <p:spPr>
          <a:xfrm>
            <a:off x="5619135" y="1598986"/>
            <a:ext cx="1460091" cy="333054"/>
          </a:xfrm>
        </p:spPr>
        <p:txBody>
          <a:bodyPr lIns="0" tIns="0"/>
          <a:lstStyle/>
          <a:p>
            <a:r>
              <a:rPr lang="en-US" sz="2000" dirty="0"/>
              <a:t>or far above</a:t>
            </a:r>
          </a:p>
        </p:txBody>
      </p:sp>
      <p:graphicFrame>
        <p:nvGraphicFramePr>
          <p:cNvPr id="16" name="Object 15"/>
          <p:cNvGraphicFramePr>
            <a:graphicFrameLocks noChangeAspect="1"/>
          </p:cNvGraphicFramePr>
          <p:nvPr>
            <p:extLst>
              <p:ext uri="{D42A27DB-BD31-4B8C-83A1-F6EECF244321}">
                <p14:modId xmlns:p14="http://schemas.microsoft.com/office/powerpoint/2010/main" val="3778260181"/>
              </p:ext>
            </p:extLst>
          </p:nvPr>
        </p:nvGraphicFramePr>
        <p:xfrm>
          <a:off x="7078663" y="1619250"/>
          <a:ext cx="368300" cy="330200"/>
        </p:xfrm>
        <a:graphic>
          <a:graphicData uri="http://schemas.openxmlformats.org/presentationml/2006/ole">
            <mc:AlternateContent xmlns:mc="http://schemas.openxmlformats.org/markup-compatibility/2006">
              <mc:Choice xmlns:v="urn:schemas-microsoft-com:vml" Requires="v">
                <p:oleObj name="Equation" r:id="rId4" imgW="368280" imgH="330120" progId="Equation.DSMT4">
                  <p:embed/>
                </p:oleObj>
              </mc:Choice>
              <mc:Fallback>
                <p:oleObj name="Equation" r:id="rId4" imgW="368280" imgH="330120" progId="Equation.DSMT4">
                  <p:embed/>
                  <p:pic>
                    <p:nvPicPr>
                      <p:cNvPr id="0" name=""/>
                      <p:cNvPicPr/>
                      <p:nvPr/>
                    </p:nvPicPr>
                    <p:blipFill>
                      <a:blip r:embed="rId5"/>
                      <a:stretch>
                        <a:fillRect/>
                      </a:stretch>
                    </p:blipFill>
                    <p:spPr>
                      <a:xfrm>
                        <a:off x="7078663" y="1619250"/>
                        <a:ext cx="368300" cy="330200"/>
                      </a:xfrm>
                      <a:prstGeom prst="rect">
                        <a:avLst/>
                      </a:prstGeom>
                    </p:spPr>
                  </p:pic>
                </p:oleObj>
              </mc:Fallback>
            </mc:AlternateContent>
          </a:graphicData>
        </a:graphic>
      </p:graphicFrame>
      <p:sp>
        <p:nvSpPr>
          <p:cNvPr id="7" name="Content Placeholder 6"/>
          <p:cNvSpPr>
            <a:spLocks noGrp="1"/>
          </p:cNvSpPr>
          <p:nvPr>
            <p:ph sz="quarter" idx="17"/>
          </p:nvPr>
        </p:nvSpPr>
        <p:spPr>
          <a:xfrm>
            <a:off x="342900" y="1991106"/>
            <a:ext cx="8191498" cy="339140"/>
          </a:xfrm>
        </p:spPr>
        <p:txBody>
          <a:bodyPr tIns="0"/>
          <a:lstStyle/>
          <a:p>
            <a:pPr marL="292608"/>
            <a:r>
              <a:rPr lang="en-US" sz="2000" dirty="0"/>
              <a:t>The </a:t>
            </a:r>
            <a:r>
              <a:rPr lang="en-US" sz="2000" i="1" dirty="0"/>
              <a:t>fences</a:t>
            </a:r>
            <a:r>
              <a:rPr lang="en-US" sz="2000" dirty="0"/>
              <a:t> are based on the </a:t>
            </a:r>
            <a:r>
              <a:rPr lang="en-US" sz="2000" i="1" dirty="0"/>
              <a:t>interquartile range</a:t>
            </a:r>
            <a:r>
              <a:rPr lang="en-US" sz="2000" dirty="0"/>
              <a:t> (</a:t>
            </a:r>
            <a:r>
              <a:rPr lang="en-US" sz="2000" i="1" dirty="0"/>
              <a:t>I</a:t>
            </a:r>
            <a:r>
              <a:rPr lang="en-US" sz="100" i="1" dirty="0"/>
              <a:t> </a:t>
            </a:r>
            <a:r>
              <a:rPr lang="en-US" sz="2000" i="1" dirty="0"/>
              <a:t>Q</a:t>
            </a:r>
            <a:r>
              <a:rPr lang="en-US" sz="100" i="1" dirty="0"/>
              <a:t> </a:t>
            </a:r>
            <a:r>
              <a:rPr lang="en-US" sz="2000" i="1" dirty="0"/>
              <a:t>R</a:t>
            </a:r>
            <a:r>
              <a:rPr lang="en-US" sz="2000" dirty="0"/>
              <a:t>).</a:t>
            </a:r>
          </a:p>
        </p:txBody>
      </p:sp>
      <p:graphicFrame>
        <p:nvGraphicFramePr>
          <p:cNvPr id="18" name="Object 17"/>
          <p:cNvGraphicFramePr>
            <a:graphicFrameLocks noChangeAspect="1"/>
          </p:cNvGraphicFramePr>
          <p:nvPr>
            <p:extLst>
              <p:ext uri="{D42A27DB-BD31-4B8C-83A1-F6EECF244321}">
                <p14:modId xmlns:p14="http://schemas.microsoft.com/office/powerpoint/2010/main" val="3361429851"/>
              </p:ext>
            </p:extLst>
          </p:nvPr>
        </p:nvGraphicFramePr>
        <p:xfrm>
          <a:off x="3916516" y="2487716"/>
          <a:ext cx="1447800" cy="330200"/>
        </p:xfrm>
        <a:graphic>
          <a:graphicData uri="http://schemas.openxmlformats.org/presentationml/2006/ole">
            <mc:AlternateContent xmlns:mc="http://schemas.openxmlformats.org/markup-compatibility/2006">
              <mc:Choice xmlns:v="urn:schemas-microsoft-com:vml" Requires="v">
                <p:oleObj name="Equation" r:id="rId6" imgW="1447560" imgH="330120" progId="Equation.DSMT4">
                  <p:embed/>
                </p:oleObj>
              </mc:Choice>
              <mc:Fallback>
                <p:oleObj name="Equation" r:id="rId6" imgW="1447560" imgH="330120" progId="Equation.DSMT4">
                  <p:embed/>
                  <p:pic>
                    <p:nvPicPr>
                      <p:cNvPr id="0" name=""/>
                      <p:cNvPicPr/>
                      <p:nvPr/>
                    </p:nvPicPr>
                    <p:blipFill>
                      <a:blip r:embed="rId7"/>
                      <a:stretch>
                        <a:fillRect/>
                      </a:stretch>
                    </p:blipFill>
                    <p:spPr>
                      <a:xfrm>
                        <a:off x="3916516" y="2487716"/>
                        <a:ext cx="1447800" cy="330200"/>
                      </a:xfrm>
                      <a:prstGeom prst="rect">
                        <a:avLst/>
                      </a:prstGeom>
                    </p:spPr>
                  </p:pic>
                </p:oleObj>
              </mc:Fallback>
            </mc:AlternateContent>
          </a:graphicData>
        </a:graphic>
      </p:graphicFrame>
      <p:sp>
        <p:nvSpPr>
          <p:cNvPr id="8" name="Content Placeholder 7"/>
          <p:cNvSpPr>
            <a:spLocks noGrp="1"/>
          </p:cNvSpPr>
          <p:nvPr>
            <p:ph sz="quarter" idx="18"/>
          </p:nvPr>
        </p:nvSpPr>
        <p:spPr>
          <a:xfrm>
            <a:off x="2245444" y="2988903"/>
            <a:ext cx="1721874" cy="388480"/>
          </a:xfrm>
        </p:spPr>
        <p:txBody>
          <a:bodyPr/>
          <a:lstStyle/>
          <a:p>
            <a:r>
              <a:rPr lang="en-US" sz="2000" i="1" dirty="0"/>
              <a:t>Lower Fence</a:t>
            </a:r>
          </a:p>
        </p:txBody>
      </p:sp>
      <p:graphicFrame>
        <p:nvGraphicFramePr>
          <p:cNvPr id="19" name="Object 18"/>
          <p:cNvGraphicFramePr>
            <a:graphicFrameLocks noChangeAspect="1"/>
          </p:cNvGraphicFramePr>
          <p:nvPr>
            <p:extLst>
              <p:ext uri="{D42A27DB-BD31-4B8C-83A1-F6EECF244321}">
                <p14:modId xmlns:p14="http://schemas.microsoft.com/office/powerpoint/2010/main" val="1640871756"/>
              </p:ext>
            </p:extLst>
          </p:nvPr>
        </p:nvGraphicFramePr>
        <p:xfrm>
          <a:off x="2194437" y="3465204"/>
          <a:ext cx="1765300" cy="381000"/>
        </p:xfrm>
        <a:graphic>
          <a:graphicData uri="http://schemas.openxmlformats.org/presentationml/2006/ole">
            <mc:AlternateContent xmlns:mc="http://schemas.openxmlformats.org/markup-compatibility/2006">
              <mc:Choice xmlns:v="urn:schemas-microsoft-com:vml" Requires="v">
                <p:oleObj name="Equation" r:id="rId8" imgW="1765080" imgH="380880" progId="Equation.DSMT4">
                  <p:embed/>
                </p:oleObj>
              </mc:Choice>
              <mc:Fallback>
                <p:oleObj name="Equation" r:id="rId8" imgW="1765080" imgH="380880" progId="Equation.DSMT4">
                  <p:embed/>
                  <p:pic>
                    <p:nvPicPr>
                      <p:cNvPr id="0" name=""/>
                      <p:cNvPicPr/>
                      <p:nvPr/>
                    </p:nvPicPr>
                    <p:blipFill>
                      <a:blip r:embed="rId9"/>
                      <a:stretch>
                        <a:fillRect/>
                      </a:stretch>
                    </p:blipFill>
                    <p:spPr>
                      <a:xfrm>
                        <a:off x="2194437" y="3465204"/>
                        <a:ext cx="1765300" cy="381000"/>
                      </a:xfrm>
                      <a:prstGeom prst="rect">
                        <a:avLst/>
                      </a:prstGeom>
                    </p:spPr>
                  </p:pic>
                </p:oleObj>
              </mc:Fallback>
            </mc:AlternateContent>
          </a:graphicData>
        </a:graphic>
      </p:graphicFrame>
      <p:sp>
        <p:nvSpPr>
          <p:cNvPr id="9" name="Content Placeholder 8"/>
          <p:cNvSpPr>
            <a:spLocks noGrp="1"/>
          </p:cNvSpPr>
          <p:nvPr>
            <p:ph sz="quarter" idx="19"/>
          </p:nvPr>
        </p:nvSpPr>
        <p:spPr>
          <a:xfrm>
            <a:off x="5282878" y="2988903"/>
            <a:ext cx="1840595" cy="395853"/>
          </a:xfrm>
        </p:spPr>
        <p:txBody>
          <a:bodyPr/>
          <a:lstStyle/>
          <a:p>
            <a:r>
              <a:rPr lang="en-US" sz="2000" i="1" dirty="0"/>
              <a:t>Upper Fence</a:t>
            </a:r>
          </a:p>
        </p:txBody>
      </p:sp>
      <p:graphicFrame>
        <p:nvGraphicFramePr>
          <p:cNvPr id="20" name="Object 19"/>
          <p:cNvGraphicFramePr>
            <a:graphicFrameLocks noChangeAspect="1"/>
          </p:cNvGraphicFramePr>
          <p:nvPr>
            <p:extLst>
              <p:ext uri="{D42A27DB-BD31-4B8C-83A1-F6EECF244321}">
                <p14:modId xmlns:p14="http://schemas.microsoft.com/office/powerpoint/2010/main" val="4170863533"/>
              </p:ext>
            </p:extLst>
          </p:nvPr>
        </p:nvGraphicFramePr>
        <p:xfrm>
          <a:off x="5237163" y="3484563"/>
          <a:ext cx="1765300" cy="381000"/>
        </p:xfrm>
        <a:graphic>
          <a:graphicData uri="http://schemas.openxmlformats.org/presentationml/2006/ole">
            <mc:AlternateContent xmlns:mc="http://schemas.openxmlformats.org/markup-compatibility/2006">
              <mc:Choice xmlns:v="urn:schemas-microsoft-com:vml" Requires="v">
                <p:oleObj name="Equation" r:id="rId10" imgW="1765080" imgH="380880" progId="Equation.DSMT4">
                  <p:embed/>
                </p:oleObj>
              </mc:Choice>
              <mc:Fallback>
                <p:oleObj name="Equation" r:id="rId10" imgW="1765080" imgH="380880" progId="Equation.DSMT4">
                  <p:embed/>
                  <p:pic>
                    <p:nvPicPr>
                      <p:cNvPr id="19" name="Object 18"/>
                      <p:cNvPicPr/>
                      <p:nvPr/>
                    </p:nvPicPr>
                    <p:blipFill>
                      <a:blip r:embed="rId11"/>
                      <a:stretch>
                        <a:fillRect/>
                      </a:stretch>
                    </p:blipFill>
                    <p:spPr>
                      <a:xfrm>
                        <a:off x="5237163" y="3484563"/>
                        <a:ext cx="1765300" cy="381000"/>
                      </a:xfrm>
                      <a:prstGeom prst="rect">
                        <a:avLst/>
                      </a:prstGeom>
                    </p:spPr>
                  </p:pic>
                </p:oleObj>
              </mc:Fallback>
            </mc:AlternateContent>
          </a:graphicData>
        </a:graphic>
      </p:graphicFrame>
      <p:sp>
        <p:nvSpPr>
          <p:cNvPr id="10" name="Content Placeholder 9"/>
          <p:cNvSpPr>
            <a:spLocks noGrp="1"/>
          </p:cNvSpPr>
          <p:nvPr>
            <p:ph sz="quarter" idx="20"/>
          </p:nvPr>
        </p:nvSpPr>
        <p:spPr>
          <a:xfrm>
            <a:off x="342900" y="4014719"/>
            <a:ext cx="3211462" cy="380303"/>
          </a:xfrm>
        </p:spPr>
        <p:txBody>
          <a:bodyPr/>
          <a:lstStyle/>
          <a:p>
            <a:pPr marL="292608" indent="-292608">
              <a:buFont typeface="Arial" panose="020B0604020202020204" pitchFamily="34" charset="0"/>
              <a:buChar char="•"/>
            </a:pPr>
            <a:r>
              <a:rPr lang="en-US" sz="2000" dirty="0"/>
              <a:t>For the J.D. Power data</a:t>
            </a:r>
          </a:p>
        </p:txBody>
      </p:sp>
      <p:graphicFrame>
        <p:nvGraphicFramePr>
          <p:cNvPr id="21" name="Object 20"/>
          <p:cNvGraphicFramePr>
            <a:graphicFrameLocks noChangeAspect="1"/>
          </p:cNvGraphicFramePr>
          <p:nvPr>
            <p:extLst>
              <p:ext uri="{D42A27DB-BD31-4B8C-83A1-F6EECF244321}">
                <p14:modId xmlns:p14="http://schemas.microsoft.com/office/powerpoint/2010/main" val="825522613"/>
              </p:ext>
            </p:extLst>
          </p:nvPr>
        </p:nvGraphicFramePr>
        <p:xfrm>
          <a:off x="3593688" y="4055142"/>
          <a:ext cx="2565400" cy="381000"/>
        </p:xfrm>
        <a:graphic>
          <a:graphicData uri="http://schemas.openxmlformats.org/presentationml/2006/ole">
            <mc:AlternateContent xmlns:mc="http://schemas.openxmlformats.org/markup-compatibility/2006">
              <mc:Choice xmlns:v="urn:schemas-microsoft-com:vml" Requires="v">
                <p:oleObj name="Equation" r:id="rId12" imgW="2565360" imgH="380880" progId="Equation.DSMT4">
                  <p:embed/>
                </p:oleObj>
              </mc:Choice>
              <mc:Fallback>
                <p:oleObj name="Equation" r:id="rId12" imgW="2565360" imgH="380880" progId="Equation.DSMT4">
                  <p:embed/>
                  <p:pic>
                    <p:nvPicPr>
                      <p:cNvPr id="0" name=""/>
                      <p:cNvPicPr/>
                      <p:nvPr/>
                    </p:nvPicPr>
                    <p:blipFill>
                      <a:blip r:embed="rId13"/>
                      <a:stretch>
                        <a:fillRect/>
                      </a:stretch>
                    </p:blipFill>
                    <p:spPr>
                      <a:xfrm>
                        <a:off x="3593688" y="4055142"/>
                        <a:ext cx="2565400" cy="381000"/>
                      </a:xfrm>
                      <a:prstGeom prst="rect">
                        <a:avLst/>
                      </a:prstGeom>
                    </p:spPr>
                  </p:pic>
                </p:oleObj>
              </mc:Fallback>
            </mc:AlternateContent>
          </a:graphicData>
        </a:graphic>
      </p:graphicFrame>
      <p:sp>
        <p:nvSpPr>
          <p:cNvPr id="11" name="Content Placeholder 10"/>
          <p:cNvSpPr>
            <a:spLocks noGrp="1"/>
          </p:cNvSpPr>
          <p:nvPr>
            <p:ph sz="quarter" idx="21"/>
          </p:nvPr>
        </p:nvSpPr>
        <p:spPr>
          <a:xfrm>
            <a:off x="6159088" y="4011565"/>
            <a:ext cx="2642012" cy="383458"/>
          </a:xfrm>
        </p:spPr>
        <p:txBody>
          <a:bodyPr/>
          <a:lstStyle/>
          <a:p>
            <a:r>
              <a:rPr lang="en-US" sz="2000" dirty="0"/>
              <a:t>the fences are,</a:t>
            </a:r>
          </a:p>
        </p:txBody>
      </p:sp>
      <p:pic>
        <p:nvPicPr>
          <p:cNvPr id="22" name="Picture 21" descr="A calculation of the lower and upper fences of a data set. "/>
          <p:cNvPicPr>
            <a:picLocks noChangeAspect="1"/>
          </p:cNvPicPr>
          <p:nvPr/>
        </p:nvPicPr>
        <p:blipFill>
          <a:blip r:embed="rId14"/>
          <a:stretch>
            <a:fillRect/>
          </a:stretch>
        </p:blipFill>
        <p:spPr>
          <a:xfrm>
            <a:off x="2663368" y="4660244"/>
            <a:ext cx="3994239" cy="1515712"/>
          </a:xfrm>
          <a:prstGeom prst="rect">
            <a:avLst/>
          </a:prstGeom>
        </p:spPr>
      </p:pic>
      <p:sp>
        <p:nvSpPr>
          <p:cNvPr id="23" name="Text Placeholder 8"/>
          <p:cNvSpPr>
            <a:spLocks noGrp="1"/>
          </p:cNvSpPr>
          <p:nvPr>
            <p:ph type="body" sz="quarter" idx="12"/>
          </p:nvPr>
        </p:nvSpPr>
        <p:spPr>
          <a:xfrm>
            <a:off x="3049524" y="6309359"/>
            <a:ext cx="3153156" cy="236221"/>
          </a:xfrm>
        </p:spPr>
        <p:txBody>
          <a:bodyPr/>
          <a:lstStyle/>
          <a:p>
            <a:r>
              <a:rPr lang="en-US" sz="1200" dirty="0">
                <a:hlinkClick r:id="rId15" action="ppaction://hlinksldjump"/>
              </a:rPr>
              <a:t>Access the text alternative for slide images.</a:t>
            </a:r>
            <a:endParaRPr lang="en-IN" sz="1200" dirty="0">
              <a:hlinkClick r:id="rId15" action="ppaction://hlinksldjump"/>
            </a:endParaRPr>
          </a:p>
        </p:txBody>
      </p:sp>
      <p:sp>
        <p:nvSpPr>
          <p:cNvPr id="17" name="Slide Number Placeholder 16"/>
          <p:cNvSpPr>
            <a:spLocks noGrp="1"/>
          </p:cNvSpPr>
          <p:nvPr>
            <p:ph type="sldNum" sz="quarter" idx="10"/>
          </p:nvPr>
        </p:nvSpPr>
        <p:spPr/>
        <p:txBody>
          <a:bodyPr/>
          <a:lstStyle/>
          <a:p>
            <a:fld id="{68151E55-6873-49E2-B8D5-2F265E6F1973}" type="slidenum">
              <a:rPr lang="en-US" smtClean="0"/>
              <a:t>42</a:t>
            </a:fld>
            <a:endParaRPr lang="en-US" dirty="0"/>
          </a:p>
        </p:txBody>
      </p:sp>
    </p:spTree>
    <p:extLst>
      <p:ext uri="{BB962C8B-B14F-4D97-AF65-F5344CB8AC3E}">
        <p14:creationId xmlns:p14="http://schemas.microsoft.com/office/powerpoint/2010/main" val="41721274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886700" cy="903231"/>
          </a:xfrm>
        </p:spPr>
        <p:txBody>
          <a:bodyPr>
            <a:normAutofit/>
          </a:bodyPr>
          <a:lstStyle/>
          <a:p>
            <a:r>
              <a:rPr lang="en-US" sz="3600" dirty="0"/>
              <a:t>Box Plots </a:t>
            </a:r>
            <a:r>
              <a:rPr lang="en-US" sz="1000" b="0" dirty="0"/>
              <a:t>4</a:t>
            </a:r>
            <a:endParaRPr lang="en-US" sz="1000" dirty="0"/>
          </a:p>
        </p:txBody>
      </p:sp>
      <p:sp>
        <p:nvSpPr>
          <p:cNvPr id="3" name="Content Placeholder 2"/>
          <p:cNvSpPr>
            <a:spLocks noGrp="1"/>
          </p:cNvSpPr>
          <p:nvPr>
            <p:ph sz="quarter" idx="11"/>
          </p:nvPr>
        </p:nvSpPr>
        <p:spPr>
          <a:xfrm>
            <a:off x="8626412" y="54729"/>
            <a:ext cx="424655" cy="1040992"/>
          </a:xfrm>
        </p:spPr>
        <p:txBody>
          <a:bodyPr vert="vert" rIns="0"/>
          <a:lstStyle/>
          <a:p>
            <a:pPr marL="1025525" indent="-1025525"/>
            <a:r>
              <a:rPr lang="en-US" b="1" dirty="0"/>
              <a:t>L</a:t>
            </a:r>
            <a:r>
              <a:rPr lang="en-US" sz="100" b="1" dirty="0"/>
              <a:t> </a:t>
            </a:r>
            <a:r>
              <a:rPr lang="en-US" b="1" dirty="0"/>
              <a:t>O 4.8</a:t>
            </a:r>
            <a:endParaRPr lang="en-IN" b="1" dirty="0"/>
          </a:p>
        </p:txBody>
      </p:sp>
      <p:sp>
        <p:nvSpPr>
          <p:cNvPr id="4" name="Content Placeholder 3"/>
          <p:cNvSpPr>
            <a:spLocks noGrp="1"/>
          </p:cNvSpPr>
          <p:nvPr>
            <p:ph sz="quarter" idx="14"/>
          </p:nvPr>
        </p:nvSpPr>
        <p:spPr>
          <a:xfrm>
            <a:off x="342899" y="1307475"/>
            <a:ext cx="8220809" cy="994352"/>
          </a:xfrm>
        </p:spPr>
        <p:txBody>
          <a:bodyPr/>
          <a:lstStyle/>
          <a:p>
            <a:pPr marL="292608" indent="-292608">
              <a:buFont typeface="Arial" panose="020B0604020202020204" pitchFamily="34" charset="0"/>
              <a:buChar char="•"/>
            </a:pPr>
            <a:r>
              <a:rPr lang="en-US" sz="2000" dirty="0"/>
              <a:t>Quartiles can be used to define an additional measure of center that has the advantage of not being influenced by outliers. The </a:t>
            </a:r>
            <a:r>
              <a:rPr lang="en-US" sz="2000" b="1" dirty="0" err="1"/>
              <a:t>midhinge</a:t>
            </a:r>
            <a:r>
              <a:rPr lang="en-US" sz="2000" dirty="0"/>
              <a:t> is the average of the first and third quartiles:</a:t>
            </a:r>
          </a:p>
        </p:txBody>
      </p:sp>
      <p:graphicFrame>
        <p:nvGraphicFramePr>
          <p:cNvPr id="9" name="Object 8"/>
          <p:cNvGraphicFramePr>
            <a:graphicFrameLocks noChangeAspect="1"/>
          </p:cNvGraphicFramePr>
          <p:nvPr>
            <p:extLst>
              <p:ext uri="{D42A27DB-BD31-4B8C-83A1-F6EECF244321}">
                <p14:modId xmlns:p14="http://schemas.microsoft.com/office/powerpoint/2010/main" val="2721078661"/>
              </p:ext>
            </p:extLst>
          </p:nvPr>
        </p:nvGraphicFramePr>
        <p:xfrm>
          <a:off x="3599017" y="2489152"/>
          <a:ext cx="2082800" cy="622300"/>
        </p:xfrm>
        <a:graphic>
          <a:graphicData uri="http://schemas.openxmlformats.org/presentationml/2006/ole">
            <mc:AlternateContent xmlns:mc="http://schemas.openxmlformats.org/markup-compatibility/2006">
              <mc:Choice xmlns:v="urn:schemas-microsoft-com:vml" Requires="v">
                <p:oleObj name="Equation" r:id="rId2" imgW="2082600" imgH="622080" progId="Equation.DSMT4">
                  <p:embed/>
                </p:oleObj>
              </mc:Choice>
              <mc:Fallback>
                <p:oleObj name="Equation" r:id="rId2" imgW="2082600" imgH="622080" progId="Equation.DSMT4">
                  <p:embed/>
                  <p:pic>
                    <p:nvPicPr>
                      <p:cNvPr id="9" name="Object 8"/>
                      <p:cNvPicPr/>
                      <p:nvPr/>
                    </p:nvPicPr>
                    <p:blipFill>
                      <a:blip r:embed="rId3"/>
                      <a:stretch>
                        <a:fillRect/>
                      </a:stretch>
                    </p:blipFill>
                    <p:spPr>
                      <a:xfrm>
                        <a:off x="3599017" y="2489152"/>
                        <a:ext cx="2082800" cy="622300"/>
                      </a:xfrm>
                      <a:prstGeom prst="rect">
                        <a:avLst/>
                      </a:prstGeom>
                    </p:spPr>
                  </p:pic>
                </p:oleObj>
              </mc:Fallback>
            </mc:AlternateContent>
          </a:graphicData>
        </a:graphic>
      </p:graphicFrame>
      <p:sp>
        <p:nvSpPr>
          <p:cNvPr id="5" name="Content Placeholder 4"/>
          <p:cNvSpPr>
            <a:spLocks noGrp="1"/>
          </p:cNvSpPr>
          <p:nvPr>
            <p:ph sz="quarter" idx="15"/>
          </p:nvPr>
        </p:nvSpPr>
        <p:spPr>
          <a:xfrm>
            <a:off x="342899" y="3282626"/>
            <a:ext cx="6001571" cy="422240"/>
          </a:xfrm>
        </p:spPr>
        <p:txBody>
          <a:bodyPr/>
          <a:lstStyle/>
          <a:p>
            <a:pPr marL="292608" indent="-292608">
              <a:buFont typeface="Arial" panose="020B0604020202020204" pitchFamily="34" charset="0"/>
              <a:buChar char="•"/>
            </a:pPr>
            <a:r>
              <a:rPr lang="en-US" sz="2000" dirty="0"/>
              <a:t>The </a:t>
            </a:r>
            <a:r>
              <a:rPr lang="en-US" sz="2000" dirty="0" err="1"/>
              <a:t>midhinge</a:t>
            </a:r>
            <a:r>
              <a:rPr lang="en-US" sz="2000" dirty="0"/>
              <a:t> is always exactly </a:t>
            </a:r>
            <a:r>
              <a:rPr lang="en-US" sz="2000" i="1" dirty="0"/>
              <a:t>halfway</a:t>
            </a:r>
            <a:r>
              <a:rPr lang="en-US" sz="2000" dirty="0"/>
              <a:t> between</a:t>
            </a:r>
          </a:p>
        </p:txBody>
      </p:sp>
      <p:graphicFrame>
        <p:nvGraphicFramePr>
          <p:cNvPr id="11" name="Object 10"/>
          <p:cNvGraphicFramePr>
            <a:graphicFrameLocks noChangeAspect="1"/>
          </p:cNvGraphicFramePr>
          <p:nvPr>
            <p:extLst>
              <p:ext uri="{D42A27DB-BD31-4B8C-83A1-F6EECF244321}">
                <p14:modId xmlns:p14="http://schemas.microsoft.com/office/powerpoint/2010/main" val="2838553314"/>
              </p:ext>
            </p:extLst>
          </p:nvPr>
        </p:nvGraphicFramePr>
        <p:xfrm>
          <a:off x="6321425" y="3328988"/>
          <a:ext cx="1079500" cy="330200"/>
        </p:xfrm>
        <a:graphic>
          <a:graphicData uri="http://schemas.openxmlformats.org/presentationml/2006/ole">
            <mc:AlternateContent xmlns:mc="http://schemas.openxmlformats.org/markup-compatibility/2006">
              <mc:Choice xmlns:v="urn:schemas-microsoft-com:vml" Requires="v">
                <p:oleObj name="Equation" r:id="rId4" imgW="1079280" imgH="330120" progId="Equation.DSMT4">
                  <p:embed/>
                </p:oleObj>
              </mc:Choice>
              <mc:Fallback>
                <p:oleObj name="Equation" r:id="rId4" imgW="1079280" imgH="330120" progId="Equation.DSMT4">
                  <p:embed/>
                  <p:pic>
                    <p:nvPicPr>
                      <p:cNvPr id="11" name="Object 10"/>
                      <p:cNvPicPr/>
                      <p:nvPr/>
                    </p:nvPicPr>
                    <p:blipFill>
                      <a:blip r:embed="rId5"/>
                      <a:stretch>
                        <a:fillRect/>
                      </a:stretch>
                    </p:blipFill>
                    <p:spPr>
                      <a:xfrm>
                        <a:off x="6321425" y="3328988"/>
                        <a:ext cx="1079500" cy="330200"/>
                      </a:xfrm>
                      <a:prstGeom prst="rect">
                        <a:avLst/>
                      </a:prstGeom>
                    </p:spPr>
                  </p:pic>
                </p:oleObj>
              </mc:Fallback>
            </mc:AlternateContent>
          </a:graphicData>
        </a:graphic>
      </p:graphicFrame>
      <p:sp>
        <p:nvSpPr>
          <p:cNvPr id="6" name="Content Placeholder 5"/>
          <p:cNvSpPr>
            <a:spLocks noGrp="1"/>
          </p:cNvSpPr>
          <p:nvPr>
            <p:ph sz="quarter" idx="16"/>
          </p:nvPr>
        </p:nvSpPr>
        <p:spPr>
          <a:xfrm>
            <a:off x="342900" y="3738036"/>
            <a:ext cx="2364354" cy="378630"/>
          </a:xfrm>
        </p:spPr>
        <p:txBody>
          <a:bodyPr tIns="0" rIns="0"/>
          <a:lstStyle/>
          <a:p>
            <a:pPr marL="292608"/>
            <a:r>
              <a:rPr lang="en-US" sz="2000" dirty="0"/>
              <a:t>while the median</a:t>
            </a:r>
          </a:p>
        </p:txBody>
      </p:sp>
      <p:graphicFrame>
        <p:nvGraphicFramePr>
          <p:cNvPr id="12" name="Object 11"/>
          <p:cNvGraphicFramePr>
            <a:graphicFrameLocks noChangeAspect="1"/>
          </p:cNvGraphicFramePr>
          <p:nvPr>
            <p:extLst>
              <p:ext uri="{D42A27DB-BD31-4B8C-83A1-F6EECF244321}">
                <p14:modId xmlns:p14="http://schemas.microsoft.com/office/powerpoint/2010/main" val="521259906"/>
              </p:ext>
            </p:extLst>
          </p:nvPr>
        </p:nvGraphicFramePr>
        <p:xfrm>
          <a:off x="2707253" y="3738047"/>
          <a:ext cx="292100" cy="330200"/>
        </p:xfrm>
        <a:graphic>
          <a:graphicData uri="http://schemas.openxmlformats.org/presentationml/2006/ole">
            <mc:AlternateContent xmlns:mc="http://schemas.openxmlformats.org/markup-compatibility/2006">
              <mc:Choice xmlns:v="urn:schemas-microsoft-com:vml" Requires="v">
                <p:oleObj name="Equation" r:id="rId6" imgW="291960" imgH="330120" progId="Equation.DSMT4">
                  <p:embed/>
                </p:oleObj>
              </mc:Choice>
              <mc:Fallback>
                <p:oleObj name="Equation" r:id="rId6" imgW="291960" imgH="330120" progId="Equation.DSMT4">
                  <p:embed/>
                  <p:pic>
                    <p:nvPicPr>
                      <p:cNvPr id="12" name="Object 11"/>
                      <p:cNvPicPr/>
                      <p:nvPr/>
                    </p:nvPicPr>
                    <p:blipFill>
                      <a:blip r:embed="rId7"/>
                      <a:stretch>
                        <a:fillRect/>
                      </a:stretch>
                    </p:blipFill>
                    <p:spPr>
                      <a:xfrm>
                        <a:off x="2707253" y="3738047"/>
                        <a:ext cx="292100" cy="330200"/>
                      </a:xfrm>
                      <a:prstGeom prst="rect">
                        <a:avLst/>
                      </a:prstGeom>
                    </p:spPr>
                  </p:pic>
                </p:oleObj>
              </mc:Fallback>
            </mc:AlternateContent>
          </a:graphicData>
        </a:graphic>
      </p:graphicFrame>
      <p:sp>
        <p:nvSpPr>
          <p:cNvPr id="7" name="Content Placeholder 6"/>
          <p:cNvSpPr>
            <a:spLocks noGrp="1"/>
          </p:cNvSpPr>
          <p:nvPr>
            <p:ph sz="quarter" idx="17"/>
          </p:nvPr>
        </p:nvSpPr>
        <p:spPr>
          <a:xfrm>
            <a:off x="3054092" y="3734746"/>
            <a:ext cx="4621591" cy="378630"/>
          </a:xfrm>
        </p:spPr>
        <p:txBody>
          <a:bodyPr lIns="0" tIns="0"/>
          <a:lstStyle/>
          <a:p>
            <a:r>
              <a:rPr lang="en-US" sz="2000" dirty="0"/>
              <a:t>can be </a:t>
            </a:r>
            <a:r>
              <a:rPr lang="en-US" sz="2000" i="1" dirty="0"/>
              <a:t>anywhere</a:t>
            </a:r>
            <a:r>
              <a:rPr lang="en-US" sz="2000" dirty="0"/>
              <a:t> within the “box,” which</a:t>
            </a:r>
          </a:p>
        </p:txBody>
      </p:sp>
      <p:sp>
        <p:nvSpPr>
          <p:cNvPr id="8" name="Content Placeholder 7"/>
          <p:cNvSpPr>
            <a:spLocks noGrp="1"/>
          </p:cNvSpPr>
          <p:nvPr>
            <p:ph sz="quarter" idx="18"/>
          </p:nvPr>
        </p:nvSpPr>
        <p:spPr>
          <a:xfrm>
            <a:off x="342899" y="4143257"/>
            <a:ext cx="6611816" cy="330200"/>
          </a:xfrm>
        </p:spPr>
        <p:txBody>
          <a:bodyPr tIns="0"/>
          <a:lstStyle/>
          <a:p>
            <a:pPr marL="292608"/>
            <a:r>
              <a:rPr lang="en-US" sz="2000" dirty="0"/>
              <a:t>suggests a new way to describe skewness:</a:t>
            </a:r>
          </a:p>
        </p:txBody>
      </p:sp>
      <p:graphicFrame>
        <p:nvGraphicFramePr>
          <p:cNvPr id="13" name="Object 12"/>
          <p:cNvGraphicFramePr>
            <a:graphicFrameLocks noChangeAspect="1"/>
          </p:cNvGraphicFramePr>
          <p:nvPr>
            <p:extLst>
              <p:ext uri="{D42A27DB-BD31-4B8C-83A1-F6EECF244321}">
                <p14:modId xmlns:p14="http://schemas.microsoft.com/office/powerpoint/2010/main" val="3627942734"/>
              </p:ext>
            </p:extLst>
          </p:nvPr>
        </p:nvGraphicFramePr>
        <p:xfrm>
          <a:off x="1149350" y="4813983"/>
          <a:ext cx="2387600" cy="304800"/>
        </p:xfrm>
        <a:graphic>
          <a:graphicData uri="http://schemas.openxmlformats.org/presentationml/2006/ole">
            <mc:AlternateContent xmlns:mc="http://schemas.openxmlformats.org/markup-compatibility/2006">
              <mc:Choice xmlns:v="urn:schemas-microsoft-com:vml" Requires="v">
                <p:oleObj name="Equation" r:id="rId8" imgW="2387520" imgH="304560" progId="Equation.DSMT4">
                  <p:embed/>
                </p:oleObj>
              </mc:Choice>
              <mc:Fallback>
                <p:oleObj name="Equation" r:id="rId8" imgW="2387520" imgH="304560" progId="Equation.DSMT4">
                  <p:embed/>
                  <p:pic>
                    <p:nvPicPr>
                      <p:cNvPr id="13" name="Object 12"/>
                      <p:cNvPicPr/>
                      <p:nvPr/>
                    </p:nvPicPr>
                    <p:blipFill>
                      <a:blip r:embed="rId9"/>
                      <a:stretch>
                        <a:fillRect/>
                      </a:stretch>
                    </p:blipFill>
                    <p:spPr>
                      <a:xfrm>
                        <a:off x="1149350" y="4813983"/>
                        <a:ext cx="2387600" cy="304800"/>
                      </a:xfrm>
                      <a:prstGeom prst="rect">
                        <a:avLst/>
                      </a:prstGeom>
                    </p:spPr>
                  </p:pic>
                </p:oleObj>
              </mc:Fallback>
            </mc:AlternateContent>
          </a:graphicData>
        </a:graphic>
      </p:graphicFrame>
      <p:sp>
        <p:nvSpPr>
          <p:cNvPr id="18" name="Content Placeholder 17">
            <a:extLst>
              <a:ext uri="{FF2B5EF4-FFF2-40B4-BE49-F238E27FC236}">
                <a16:creationId xmlns:a16="http://schemas.microsoft.com/office/drawing/2014/main" id="{178E5C59-6A18-4E98-9CB3-DD2883634BFA}"/>
              </a:ext>
            </a:extLst>
          </p:cNvPr>
          <p:cNvSpPr>
            <a:spLocks noGrp="1"/>
          </p:cNvSpPr>
          <p:nvPr>
            <p:ph sz="quarter" idx="19"/>
          </p:nvPr>
        </p:nvSpPr>
        <p:spPr>
          <a:xfrm>
            <a:off x="3559950" y="4766811"/>
            <a:ext cx="3565770" cy="378630"/>
          </a:xfrm>
        </p:spPr>
        <p:txBody>
          <a:bodyPr/>
          <a:lstStyle/>
          <a:p>
            <a:r>
              <a:rPr lang="en-US" sz="2000" dirty="0"/>
              <a:t>Skewed right (longer right tail)</a:t>
            </a:r>
          </a:p>
        </p:txBody>
      </p:sp>
      <p:graphicFrame>
        <p:nvGraphicFramePr>
          <p:cNvPr id="14" name="Object 13"/>
          <p:cNvGraphicFramePr>
            <a:graphicFrameLocks noChangeAspect="1"/>
          </p:cNvGraphicFramePr>
          <p:nvPr>
            <p:extLst>
              <p:ext uri="{D42A27DB-BD31-4B8C-83A1-F6EECF244321}">
                <p14:modId xmlns:p14="http://schemas.microsoft.com/office/powerpoint/2010/main" val="1130118255"/>
              </p:ext>
            </p:extLst>
          </p:nvPr>
        </p:nvGraphicFramePr>
        <p:xfrm>
          <a:off x="1149350" y="5225106"/>
          <a:ext cx="2387600" cy="304800"/>
        </p:xfrm>
        <a:graphic>
          <a:graphicData uri="http://schemas.openxmlformats.org/presentationml/2006/ole">
            <mc:AlternateContent xmlns:mc="http://schemas.openxmlformats.org/markup-compatibility/2006">
              <mc:Choice xmlns:v="urn:schemas-microsoft-com:vml" Requires="v">
                <p:oleObj name="Equation" r:id="rId10" imgW="2387520" imgH="304560" progId="Equation.DSMT4">
                  <p:embed/>
                </p:oleObj>
              </mc:Choice>
              <mc:Fallback>
                <p:oleObj name="Equation" r:id="rId10" imgW="2387520" imgH="304560" progId="Equation.DSMT4">
                  <p:embed/>
                  <p:pic>
                    <p:nvPicPr>
                      <p:cNvPr id="14" name="Object 13"/>
                      <p:cNvPicPr/>
                      <p:nvPr/>
                    </p:nvPicPr>
                    <p:blipFill>
                      <a:blip r:embed="rId11"/>
                      <a:stretch>
                        <a:fillRect/>
                      </a:stretch>
                    </p:blipFill>
                    <p:spPr>
                      <a:xfrm>
                        <a:off x="1149350" y="5225106"/>
                        <a:ext cx="2387600" cy="304800"/>
                      </a:xfrm>
                      <a:prstGeom prst="rect">
                        <a:avLst/>
                      </a:prstGeom>
                    </p:spPr>
                  </p:pic>
                </p:oleObj>
              </mc:Fallback>
            </mc:AlternateContent>
          </a:graphicData>
        </a:graphic>
      </p:graphicFrame>
      <p:sp>
        <p:nvSpPr>
          <p:cNvPr id="19" name="Content Placeholder 18">
            <a:extLst>
              <a:ext uri="{FF2B5EF4-FFF2-40B4-BE49-F238E27FC236}">
                <a16:creationId xmlns:a16="http://schemas.microsoft.com/office/drawing/2014/main" id="{3810A752-AB88-47D5-B510-3095D1130C55}"/>
              </a:ext>
            </a:extLst>
          </p:cNvPr>
          <p:cNvSpPr>
            <a:spLocks noGrp="1"/>
          </p:cNvSpPr>
          <p:nvPr>
            <p:ph sz="quarter" idx="20"/>
          </p:nvPr>
        </p:nvSpPr>
        <p:spPr>
          <a:xfrm>
            <a:off x="3559950" y="5198536"/>
            <a:ext cx="3723556" cy="378630"/>
          </a:xfrm>
        </p:spPr>
        <p:txBody>
          <a:bodyPr/>
          <a:lstStyle/>
          <a:p>
            <a:r>
              <a:rPr lang="en-US" sz="2000" dirty="0"/>
              <a:t>Symmetric (tails roughly equal)</a:t>
            </a:r>
          </a:p>
        </p:txBody>
      </p:sp>
      <p:graphicFrame>
        <p:nvGraphicFramePr>
          <p:cNvPr id="15" name="Object 14"/>
          <p:cNvGraphicFramePr>
            <a:graphicFrameLocks noChangeAspect="1"/>
          </p:cNvGraphicFramePr>
          <p:nvPr>
            <p:extLst>
              <p:ext uri="{D42A27DB-BD31-4B8C-83A1-F6EECF244321}">
                <p14:modId xmlns:p14="http://schemas.microsoft.com/office/powerpoint/2010/main" val="703020421"/>
              </p:ext>
            </p:extLst>
          </p:nvPr>
        </p:nvGraphicFramePr>
        <p:xfrm>
          <a:off x="1149350" y="5676505"/>
          <a:ext cx="2387600" cy="304800"/>
        </p:xfrm>
        <a:graphic>
          <a:graphicData uri="http://schemas.openxmlformats.org/presentationml/2006/ole">
            <mc:AlternateContent xmlns:mc="http://schemas.openxmlformats.org/markup-compatibility/2006">
              <mc:Choice xmlns:v="urn:schemas-microsoft-com:vml" Requires="v">
                <p:oleObj name="Equation" r:id="rId12" imgW="2387520" imgH="304560" progId="Equation.DSMT4">
                  <p:embed/>
                </p:oleObj>
              </mc:Choice>
              <mc:Fallback>
                <p:oleObj name="Equation" r:id="rId12" imgW="2387520" imgH="304560" progId="Equation.DSMT4">
                  <p:embed/>
                  <p:pic>
                    <p:nvPicPr>
                      <p:cNvPr id="15" name="Object 14"/>
                      <p:cNvPicPr/>
                      <p:nvPr/>
                    </p:nvPicPr>
                    <p:blipFill>
                      <a:blip r:embed="rId13"/>
                      <a:stretch>
                        <a:fillRect/>
                      </a:stretch>
                    </p:blipFill>
                    <p:spPr>
                      <a:xfrm>
                        <a:off x="1149350" y="5676505"/>
                        <a:ext cx="2387600" cy="304800"/>
                      </a:xfrm>
                      <a:prstGeom prst="rect">
                        <a:avLst/>
                      </a:prstGeom>
                    </p:spPr>
                  </p:pic>
                </p:oleObj>
              </mc:Fallback>
            </mc:AlternateContent>
          </a:graphicData>
        </a:graphic>
      </p:graphicFrame>
      <p:sp>
        <p:nvSpPr>
          <p:cNvPr id="20" name="Content Placeholder 19">
            <a:extLst>
              <a:ext uri="{FF2B5EF4-FFF2-40B4-BE49-F238E27FC236}">
                <a16:creationId xmlns:a16="http://schemas.microsoft.com/office/drawing/2014/main" id="{DC021E75-8C13-4DD8-BD9B-DD040E541221}"/>
              </a:ext>
            </a:extLst>
          </p:cNvPr>
          <p:cNvSpPr>
            <a:spLocks noGrp="1"/>
          </p:cNvSpPr>
          <p:nvPr>
            <p:ph sz="quarter" idx="21"/>
          </p:nvPr>
        </p:nvSpPr>
        <p:spPr>
          <a:xfrm>
            <a:off x="3559950" y="5630261"/>
            <a:ext cx="3301312" cy="378631"/>
          </a:xfrm>
        </p:spPr>
        <p:txBody>
          <a:bodyPr/>
          <a:lstStyle/>
          <a:p>
            <a:r>
              <a:rPr lang="en-US" sz="2000" dirty="0"/>
              <a:t>Skewed left (longer left tail)</a:t>
            </a:r>
          </a:p>
        </p:txBody>
      </p:sp>
      <p:sp>
        <p:nvSpPr>
          <p:cNvPr id="10" name="Slide Number Placeholder 9"/>
          <p:cNvSpPr>
            <a:spLocks noGrp="1"/>
          </p:cNvSpPr>
          <p:nvPr>
            <p:ph type="sldNum" sz="quarter" idx="10"/>
          </p:nvPr>
        </p:nvSpPr>
        <p:spPr/>
        <p:txBody>
          <a:bodyPr/>
          <a:lstStyle/>
          <a:p>
            <a:fld id="{68151E55-6873-49E2-B8D5-2F265E6F1973}" type="slidenum">
              <a:rPr lang="en-US" smtClean="0"/>
              <a:t>43</a:t>
            </a:fld>
            <a:endParaRPr lang="en-US" dirty="0"/>
          </a:p>
        </p:txBody>
      </p:sp>
    </p:spTree>
    <p:extLst>
      <p:ext uri="{BB962C8B-B14F-4D97-AF65-F5344CB8AC3E}">
        <p14:creationId xmlns:p14="http://schemas.microsoft.com/office/powerpoint/2010/main" val="20584999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dirty="0"/>
              <a:t>Covariance</a:t>
            </a:r>
          </a:p>
        </p:txBody>
      </p:sp>
      <p:sp>
        <p:nvSpPr>
          <p:cNvPr id="3" name="Content Placeholder 2"/>
          <p:cNvSpPr>
            <a:spLocks noGrp="1"/>
          </p:cNvSpPr>
          <p:nvPr>
            <p:ph sz="quarter" idx="11"/>
          </p:nvPr>
        </p:nvSpPr>
        <p:spPr>
          <a:xfrm>
            <a:off x="8595360" y="55330"/>
            <a:ext cx="487680" cy="1316270"/>
          </a:xfrm>
        </p:spPr>
        <p:txBody>
          <a:bodyPr vert="vert" rIns="0"/>
          <a:lstStyle/>
          <a:p>
            <a:pPr marL="1025525" indent="-1025525"/>
            <a:r>
              <a:rPr lang="en-US" b="1" dirty="0"/>
              <a:t>L</a:t>
            </a:r>
            <a:r>
              <a:rPr lang="en-US" sz="100" b="1" dirty="0"/>
              <a:t> </a:t>
            </a:r>
            <a:r>
              <a:rPr lang="en-US" b="1" dirty="0"/>
              <a:t>O 4.9</a:t>
            </a:r>
            <a:endParaRPr lang="en-IN" b="1" dirty="0"/>
          </a:p>
        </p:txBody>
      </p:sp>
      <p:sp>
        <p:nvSpPr>
          <p:cNvPr id="4" name="Content Placeholder 3"/>
          <p:cNvSpPr>
            <a:spLocks noGrp="1"/>
          </p:cNvSpPr>
          <p:nvPr>
            <p:ph sz="quarter" idx="14"/>
          </p:nvPr>
        </p:nvSpPr>
        <p:spPr>
          <a:xfrm>
            <a:off x="342900" y="1262776"/>
            <a:ext cx="5969410" cy="389043"/>
          </a:xfrm>
        </p:spPr>
        <p:txBody>
          <a:bodyPr/>
          <a:lstStyle/>
          <a:p>
            <a:pPr marL="292608" indent="-292608">
              <a:buFont typeface="Arial" panose="020B0604020202020204" pitchFamily="34" charset="0"/>
              <a:buChar char="•"/>
            </a:pPr>
            <a:r>
              <a:rPr lang="en-US" sz="2000" dirty="0"/>
              <a:t>The covariance of two random variables </a:t>
            </a:r>
            <a:r>
              <a:rPr lang="en-US" sz="2000" i="1" dirty="0"/>
              <a:t>X</a:t>
            </a:r>
            <a:r>
              <a:rPr lang="en-US" sz="2000" dirty="0"/>
              <a:t> and </a:t>
            </a:r>
            <a:r>
              <a:rPr lang="en-US" sz="2000" i="1" dirty="0"/>
              <a:t>Y</a:t>
            </a:r>
          </a:p>
        </p:txBody>
      </p:sp>
      <p:graphicFrame>
        <p:nvGraphicFramePr>
          <p:cNvPr id="9" name="Object 8"/>
          <p:cNvGraphicFramePr>
            <a:graphicFrameLocks noChangeAspect="1"/>
          </p:cNvGraphicFramePr>
          <p:nvPr>
            <p:extLst>
              <p:ext uri="{D42A27DB-BD31-4B8C-83A1-F6EECF244321}">
                <p14:modId xmlns:p14="http://schemas.microsoft.com/office/powerpoint/2010/main" val="612695697"/>
              </p:ext>
            </p:extLst>
          </p:nvPr>
        </p:nvGraphicFramePr>
        <p:xfrm>
          <a:off x="6389688" y="1263650"/>
          <a:ext cx="1633537" cy="419100"/>
        </p:xfrm>
        <a:graphic>
          <a:graphicData uri="http://schemas.openxmlformats.org/presentationml/2006/ole">
            <mc:AlternateContent xmlns:mc="http://schemas.openxmlformats.org/markup-compatibility/2006">
              <mc:Choice xmlns:v="urn:schemas-microsoft-com:vml" Requires="v">
                <p:oleObj name="Equation" r:id="rId2" imgW="1485720" imgH="380880" progId="Equation.DSMT4">
                  <p:embed/>
                </p:oleObj>
              </mc:Choice>
              <mc:Fallback>
                <p:oleObj name="Equation" r:id="rId2" imgW="1485720" imgH="380880" progId="Equation.DSMT4">
                  <p:embed/>
                  <p:pic>
                    <p:nvPicPr>
                      <p:cNvPr id="0" name=""/>
                      <p:cNvPicPr/>
                      <p:nvPr/>
                    </p:nvPicPr>
                    <p:blipFill>
                      <a:blip r:embed="rId3"/>
                      <a:stretch>
                        <a:fillRect/>
                      </a:stretch>
                    </p:blipFill>
                    <p:spPr>
                      <a:xfrm>
                        <a:off x="6389688" y="1263650"/>
                        <a:ext cx="1633537" cy="419100"/>
                      </a:xfrm>
                      <a:prstGeom prst="rect">
                        <a:avLst/>
                      </a:prstGeom>
                    </p:spPr>
                  </p:pic>
                </p:oleObj>
              </mc:Fallback>
            </mc:AlternateContent>
          </a:graphicData>
        </a:graphic>
      </p:graphicFrame>
      <p:sp>
        <p:nvSpPr>
          <p:cNvPr id="5" name="Content Placeholder 4"/>
          <p:cNvSpPr>
            <a:spLocks noGrp="1"/>
          </p:cNvSpPr>
          <p:nvPr>
            <p:ph sz="quarter" idx="15"/>
          </p:nvPr>
        </p:nvSpPr>
        <p:spPr>
          <a:xfrm>
            <a:off x="342900" y="1709768"/>
            <a:ext cx="8191500" cy="673100"/>
          </a:xfrm>
        </p:spPr>
        <p:txBody>
          <a:bodyPr tIns="0"/>
          <a:lstStyle/>
          <a:p>
            <a:pPr marL="292608"/>
            <a:r>
              <a:rPr lang="en-US" sz="2000" dirty="0"/>
              <a:t>measures the degree to which the values of </a:t>
            </a:r>
            <a:r>
              <a:rPr lang="en-US" sz="2000" i="1" dirty="0"/>
              <a:t>X</a:t>
            </a:r>
            <a:r>
              <a:rPr lang="en-US" sz="2000" dirty="0"/>
              <a:t> and </a:t>
            </a:r>
            <a:r>
              <a:rPr lang="en-US" sz="2000" i="1" dirty="0"/>
              <a:t>Y</a:t>
            </a:r>
            <a:r>
              <a:rPr lang="en-US" sz="2000" dirty="0"/>
              <a:t> change together.</a:t>
            </a:r>
          </a:p>
        </p:txBody>
      </p:sp>
      <p:sp>
        <p:nvSpPr>
          <p:cNvPr id="6" name="Content Placeholder 5"/>
          <p:cNvSpPr>
            <a:spLocks noGrp="1"/>
          </p:cNvSpPr>
          <p:nvPr>
            <p:ph sz="quarter" idx="16"/>
          </p:nvPr>
        </p:nvSpPr>
        <p:spPr>
          <a:xfrm>
            <a:off x="1794241" y="2981133"/>
            <a:ext cx="2785802" cy="429748"/>
          </a:xfrm>
        </p:spPr>
        <p:txBody>
          <a:bodyPr/>
          <a:lstStyle/>
          <a:p>
            <a:r>
              <a:rPr lang="en-US" sz="2000" i="1" dirty="0"/>
              <a:t>Population covariance:</a:t>
            </a:r>
          </a:p>
        </p:txBody>
      </p:sp>
      <p:graphicFrame>
        <p:nvGraphicFramePr>
          <p:cNvPr id="11" name="Object 10"/>
          <p:cNvGraphicFramePr>
            <a:graphicFrameLocks noChangeAspect="1"/>
          </p:cNvGraphicFramePr>
          <p:nvPr>
            <p:extLst>
              <p:ext uri="{D42A27DB-BD31-4B8C-83A1-F6EECF244321}">
                <p14:modId xmlns:p14="http://schemas.microsoft.com/office/powerpoint/2010/main" val="572685396"/>
              </p:ext>
            </p:extLst>
          </p:nvPr>
        </p:nvGraphicFramePr>
        <p:xfrm>
          <a:off x="4673600" y="2493963"/>
          <a:ext cx="2882900" cy="965200"/>
        </p:xfrm>
        <a:graphic>
          <a:graphicData uri="http://schemas.openxmlformats.org/presentationml/2006/ole">
            <mc:AlternateContent xmlns:mc="http://schemas.openxmlformats.org/markup-compatibility/2006">
              <mc:Choice xmlns:v="urn:schemas-microsoft-com:vml" Requires="v">
                <p:oleObj name="Equation" r:id="rId4" imgW="2882880" imgH="965160" progId="Equation.DSMT4">
                  <p:embed/>
                </p:oleObj>
              </mc:Choice>
              <mc:Fallback>
                <p:oleObj name="Equation" r:id="rId4" imgW="2882880" imgH="965160" progId="Equation.DSMT4">
                  <p:embed/>
                  <p:pic>
                    <p:nvPicPr>
                      <p:cNvPr id="0" name=""/>
                      <p:cNvPicPr/>
                      <p:nvPr/>
                    </p:nvPicPr>
                    <p:blipFill>
                      <a:blip r:embed="rId5"/>
                      <a:stretch>
                        <a:fillRect/>
                      </a:stretch>
                    </p:blipFill>
                    <p:spPr>
                      <a:xfrm>
                        <a:off x="4673600" y="2493963"/>
                        <a:ext cx="2882900" cy="965200"/>
                      </a:xfrm>
                      <a:prstGeom prst="rect">
                        <a:avLst/>
                      </a:prstGeom>
                    </p:spPr>
                  </p:pic>
                </p:oleObj>
              </mc:Fallback>
            </mc:AlternateContent>
          </a:graphicData>
        </a:graphic>
      </p:graphicFrame>
      <p:sp>
        <p:nvSpPr>
          <p:cNvPr id="7" name="Content Placeholder 6"/>
          <p:cNvSpPr>
            <a:spLocks noGrp="1"/>
          </p:cNvSpPr>
          <p:nvPr>
            <p:ph sz="quarter" idx="17"/>
          </p:nvPr>
        </p:nvSpPr>
        <p:spPr>
          <a:xfrm>
            <a:off x="2135439" y="4074979"/>
            <a:ext cx="2444604" cy="449590"/>
          </a:xfrm>
        </p:spPr>
        <p:txBody>
          <a:bodyPr/>
          <a:lstStyle/>
          <a:p>
            <a:r>
              <a:rPr lang="en-US" sz="2000" i="1" dirty="0"/>
              <a:t>Sample covariance:</a:t>
            </a:r>
          </a:p>
        </p:txBody>
      </p:sp>
      <p:graphicFrame>
        <p:nvGraphicFramePr>
          <p:cNvPr id="12" name="Object 11"/>
          <p:cNvGraphicFramePr>
            <a:graphicFrameLocks noChangeAspect="1"/>
          </p:cNvGraphicFramePr>
          <p:nvPr>
            <p:extLst>
              <p:ext uri="{D42A27DB-BD31-4B8C-83A1-F6EECF244321}">
                <p14:modId xmlns:p14="http://schemas.microsoft.com/office/powerpoint/2010/main" val="1049446915"/>
              </p:ext>
            </p:extLst>
          </p:nvPr>
        </p:nvGraphicFramePr>
        <p:xfrm>
          <a:off x="4657725" y="3596421"/>
          <a:ext cx="2540000" cy="965200"/>
        </p:xfrm>
        <a:graphic>
          <a:graphicData uri="http://schemas.openxmlformats.org/presentationml/2006/ole">
            <mc:AlternateContent xmlns:mc="http://schemas.openxmlformats.org/markup-compatibility/2006">
              <mc:Choice xmlns:v="urn:schemas-microsoft-com:vml" Requires="v">
                <p:oleObj name="Equation" r:id="rId6" imgW="2539800" imgH="965160" progId="Equation.DSMT4">
                  <p:embed/>
                </p:oleObj>
              </mc:Choice>
              <mc:Fallback>
                <p:oleObj name="Equation" r:id="rId6" imgW="2539800" imgH="965160" progId="Equation.DSMT4">
                  <p:embed/>
                  <p:pic>
                    <p:nvPicPr>
                      <p:cNvPr id="11" name="Object 10"/>
                      <p:cNvPicPr/>
                      <p:nvPr/>
                    </p:nvPicPr>
                    <p:blipFill>
                      <a:blip r:embed="rId7"/>
                      <a:stretch>
                        <a:fillRect/>
                      </a:stretch>
                    </p:blipFill>
                    <p:spPr>
                      <a:xfrm>
                        <a:off x="4657725" y="3596421"/>
                        <a:ext cx="2540000" cy="965200"/>
                      </a:xfrm>
                      <a:prstGeom prst="rect">
                        <a:avLst/>
                      </a:prstGeom>
                    </p:spPr>
                  </p:pic>
                </p:oleObj>
              </mc:Fallback>
            </mc:AlternateContent>
          </a:graphicData>
        </a:graphic>
      </p:graphicFrame>
      <p:sp>
        <p:nvSpPr>
          <p:cNvPr id="8" name="Content Placeholder 7"/>
          <p:cNvSpPr>
            <a:spLocks noGrp="1"/>
          </p:cNvSpPr>
          <p:nvPr>
            <p:ph sz="quarter" idx="18"/>
          </p:nvPr>
        </p:nvSpPr>
        <p:spPr>
          <a:xfrm>
            <a:off x="342900" y="4719484"/>
            <a:ext cx="8458200" cy="1795616"/>
          </a:xfrm>
        </p:spPr>
        <p:txBody>
          <a:bodyPr/>
          <a:lstStyle/>
          <a:p>
            <a:pPr marL="292608" indent="-292608">
              <a:buFont typeface="Arial" panose="020B0604020202020204" pitchFamily="34" charset="0"/>
              <a:buChar char="•"/>
            </a:pPr>
            <a:r>
              <a:rPr lang="en-US" sz="2000" dirty="0"/>
              <a:t>The units of measurement for the covariance are unpredictable because the magnitude and/or units of measurement of </a:t>
            </a:r>
            <a:r>
              <a:rPr lang="en-US" sz="2000" i="1" dirty="0"/>
              <a:t>X</a:t>
            </a:r>
            <a:r>
              <a:rPr lang="en-US" sz="2000" dirty="0"/>
              <a:t> and </a:t>
            </a:r>
            <a:r>
              <a:rPr lang="en-US" sz="2000" i="1" dirty="0"/>
              <a:t>Y</a:t>
            </a:r>
            <a:r>
              <a:rPr lang="en-US" sz="2000" dirty="0"/>
              <a:t> may differ. For this reason, analysts generally work with the correlation coefficient, which is a standardized value of the covariance that ensures a range between −1 and +1.</a:t>
            </a:r>
          </a:p>
        </p:txBody>
      </p:sp>
      <p:sp>
        <p:nvSpPr>
          <p:cNvPr id="10" name="Slide Number Placeholder 9"/>
          <p:cNvSpPr>
            <a:spLocks noGrp="1"/>
          </p:cNvSpPr>
          <p:nvPr>
            <p:ph type="sldNum" sz="quarter" idx="10"/>
          </p:nvPr>
        </p:nvSpPr>
        <p:spPr/>
        <p:txBody>
          <a:bodyPr/>
          <a:lstStyle/>
          <a:p>
            <a:fld id="{68151E55-6873-49E2-B8D5-2F265E6F1973}" type="slidenum">
              <a:rPr lang="en-US" smtClean="0"/>
              <a:t>44</a:t>
            </a:fld>
            <a:endParaRPr lang="en-US" dirty="0"/>
          </a:p>
        </p:txBody>
      </p:sp>
    </p:spTree>
    <p:extLst>
      <p:ext uri="{BB962C8B-B14F-4D97-AF65-F5344CB8AC3E}">
        <p14:creationId xmlns:p14="http://schemas.microsoft.com/office/powerpoint/2010/main" val="16159399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dirty="0"/>
              <a:t>Correlation Coefficient </a:t>
            </a:r>
            <a:r>
              <a:rPr lang="en-US" sz="1000" b="0" dirty="0"/>
              <a:t>1</a:t>
            </a:r>
          </a:p>
        </p:txBody>
      </p:sp>
      <p:sp>
        <p:nvSpPr>
          <p:cNvPr id="12" name="Content Placeholder 2">
            <a:extLst>
              <a:ext uri="{FF2B5EF4-FFF2-40B4-BE49-F238E27FC236}">
                <a16:creationId xmlns:a16="http://schemas.microsoft.com/office/drawing/2014/main" id="{65166565-DBF8-B8DD-00C0-468666827F82}"/>
              </a:ext>
            </a:extLst>
          </p:cNvPr>
          <p:cNvSpPr>
            <a:spLocks noGrp="1"/>
          </p:cNvSpPr>
          <p:nvPr>
            <p:ph sz="quarter" idx="11"/>
          </p:nvPr>
        </p:nvSpPr>
        <p:spPr>
          <a:xfrm>
            <a:off x="8595360" y="55330"/>
            <a:ext cx="487680" cy="1316270"/>
          </a:xfrm>
        </p:spPr>
        <p:txBody>
          <a:bodyPr vert="vert" rIns="0"/>
          <a:lstStyle/>
          <a:p>
            <a:pPr marL="1025525" indent="-1025525"/>
            <a:r>
              <a:rPr lang="en-US" b="1" dirty="0"/>
              <a:t>L</a:t>
            </a:r>
            <a:r>
              <a:rPr lang="en-US" sz="100" b="1" dirty="0"/>
              <a:t> </a:t>
            </a:r>
            <a:r>
              <a:rPr lang="en-US" b="1" dirty="0"/>
              <a:t>O 4.9</a:t>
            </a:r>
            <a:endParaRPr lang="en-IN" b="1" dirty="0"/>
          </a:p>
        </p:txBody>
      </p:sp>
      <p:sp>
        <p:nvSpPr>
          <p:cNvPr id="4" name="Content Placeholder 3"/>
          <p:cNvSpPr>
            <a:spLocks noGrp="1"/>
          </p:cNvSpPr>
          <p:nvPr>
            <p:ph sz="quarter" idx="14"/>
          </p:nvPr>
        </p:nvSpPr>
        <p:spPr>
          <a:xfrm>
            <a:off x="342901" y="1181493"/>
            <a:ext cx="8358648" cy="809540"/>
          </a:xfrm>
        </p:spPr>
        <p:txBody>
          <a:bodyPr/>
          <a:lstStyle/>
          <a:p>
            <a:pPr marL="292608" indent="-292608">
              <a:buFont typeface="Arial" panose="020B0604020202020204" pitchFamily="34" charset="0"/>
              <a:buChar char="•"/>
            </a:pPr>
            <a:r>
              <a:rPr lang="en-US" dirty="0"/>
              <a:t>Conceptually, a correlation coefficient is the covariance divided by the product of the standard deviations (denoted</a:t>
            </a:r>
          </a:p>
        </p:txBody>
      </p:sp>
      <p:graphicFrame>
        <p:nvGraphicFramePr>
          <p:cNvPr id="15" name="Object 14"/>
          <p:cNvGraphicFramePr>
            <a:graphicFrameLocks noChangeAspect="1"/>
          </p:cNvGraphicFramePr>
          <p:nvPr>
            <p:extLst>
              <p:ext uri="{D42A27DB-BD31-4B8C-83A1-F6EECF244321}">
                <p14:modId xmlns:p14="http://schemas.microsoft.com/office/powerpoint/2010/main" val="3184600550"/>
              </p:ext>
            </p:extLst>
          </p:nvPr>
        </p:nvGraphicFramePr>
        <p:xfrm>
          <a:off x="726975" y="2053082"/>
          <a:ext cx="1308100" cy="381000"/>
        </p:xfrm>
        <a:graphic>
          <a:graphicData uri="http://schemas.openxmlformats.org/presentationml/2006/ole">
            <mc:AlternateContent xmlns:mc="http://schemas.openxmlformats.org/markup-compatibility/2006">
              <mc:Choice xmlns:v="urn:schemas-microsoft-com:vml" Requires="v">
                <p:oleObj name="Equation" r:id="rId2" imgW="1307880" imgH="380880" progId="Equation.DSMT4">
                  <p:embed/>
                </p:oleObj>
              </mc:Choice>
              <mc:Fallback>
                <p:oleObj name="Equation" r:id="rId2" imgW="1307880" imgH="380880" progId="Equation.DSMT4">
                  <p:embed/>
                  <p:pic>
                    <p:nvPicPr>
                      <p:cNvPr id="0" name=""/>
                      <p:cNvPicPr/>
                      <p:nvPr/>
                    </p:nvPicPr>
                    <p:blipFill>
                      <a:blip r:embed="rId3"/>
                      <a:stretch>
                        <a:fillRect/>
                      </a:stretch>
                    </p:blipFill>
                    <p:spPr>
                      <a:xfrm>
                        <a:off x="726975" y="2053082"/>
                        <a:ext cx="1308100" cy="381000"/>
                      </a:xfrm>
                      <a:prstGeom prst="rect">
                        <a:avLst/>
                      </a:prstGeom>
                    </p:spPr>
                  </p:pic>
                </p:oleObj>
              </mc:Fallback>
            </mc:AlternateContent>
          </a:graphicData>
        </a:graphic>
      </p:graphicFrame>
      <p:sp>
        <p:nvSpPr>
          <p:cNvPr id="5" name="Content Placeholder 4"/>
          <p:cNvSpPr>
            <a:spLocks noGrp="1"/>
          </p:cNvSpPr>
          <p:nvPr>
            <p:ph sz="quarter" idx="15"/>
          </p:nvPr>
        </p:nvSpPr>
        <p:spPr>
          <a:xfrm>
            <a:off x="2138516" y="2056157"/>
            <a:ext cx="2551472" cy="392075"/>
          </a:xfrm>
        </p:spPr>
        <p:txBody>
          <a:bodyPr lIns="0" tIns="0" rIns="0"/>
          <a:lstStyle/>
          <a:p>
            <a:r>
              <a:rPr lang="en-US" dirty="0"/>
              <a:t>for a population or</a:t>
            </a:r>
          </a:p>
        </p:txBody>
      </p:sp>
      <p:graphicFrame>
        <p:nvGraphicFramePr>
          <p:cNvPr id="16" name="Object 15"/>
          <p:cNvGraphicFramePr>
            <a:graphicFrameLocks noChangeAspect="1"/>
          </p:cNvGraphicFramePr>
          <p:nvPr>
            <p:extLst>
              <p:ext uri="{D42A27DB-BD31-4B8C-83A1-F6EECF244321}">
                <p14:modId xmlns:p14="http://schemas.microsoft.com/office/powerpoint/2010/main" val="3493980443"/>
              </p:ext>
            </p:extLst>
          </p:nvPr>
        </p:nvGraphicFramePr>
        <p:xfrm>
          <a:off x="4749386" y="2068413"/>
          <a:ext cx="1168400" cy="381000"/>
        </p:xfrm>
        <a:graphic>
          <a:graphicData uri="http://schemas.openxmlformats.org/presentationml/2006/ole">
            <mc:AlternateContent xmlns:mc="http://schemas.openxmlformats.org/markup-compatibility/2006">
              <mc:Choice xmlns:v="urn:schemas-microsoft-com:vml" Requires="v">
                <p:oleObj name="Equation" r:id="rId4" imgW="1168200" imgH="380880" progId="Equation.DSMT4">
                  <p:embed/>
                </p:oleObj>
              </mc:Choice>
              <mc:Fallback>
                <p:oleObj name="Equation" r:id="rId4" imgW="1168200" imgH="380880" progId="Equation.DSMT4">
                  <p:embed/>
                  <p:pic>
                    <p:nvPicPr>
                      <p:cNvPr id="0" name=""/>
                      <p:cNvPicPr/>
                      <p:nvPr/>
                    </p:nvPicPr>
                    <p:blipFill>
                      <a:blip r:embed="rId5"/>
                      <a:stretch>
                        <a:fillRect/>
                      </a:stretch>
                    </p:blipFill>
                    <p:spPr>
                      <a:xfrm>
                        <a:off x="4749386" y="2068413"/>
                        <a:ext cx="1168400" cy="381000"/>
                      </a:xfrm>
                      <a:prstGeom prst="rect">
                        <a:avLst/>
                      </a:prstGeom>
                    </p:spPr>
                  </p:pic>
                </p:oleObj>
              </mc:Fallback>
            </mc:AlternateContent>
          </a:graphicData>
        </a:graphic>
      </p:graphicFrame>
      <p:sp>
        <p:nvSpPr>
          <p:cNvPr id="6" name="Content Placeholder 5"/>
          <p:cNvSpPr>
            <a:spLocks noGrp="1"/>
          </p:cNvSpPr>
          <p:nvPr>
            <p:ph sz="quarter" idx="16"/>
          </p:nvPr>
        </p:nvSpPr>
        <p:spPr>
          <a:xfrm>
            <a:off x="5973098" y="2045383"/>
            <a:ext cx="2828002" cy="413622"/>
          </a:xfrm>
        </p:spPr>
        <p:txBody>
          <a:bodyPr lIns="0" tIns="0"/>
          <a:lstStyle/>
          <a:p>
            <a:r>
              <a:rPr lang="en-US" dirty="0"/>
              <a:t>for a sample).</a:t>
            </a:r>
          </a:p>
        </p:txBody>
      </p:sp>
      <p:sp>
        <p:nvSpPr>
          <p:cNvPr id="7" name="Content Placeholder 6"/>
          <p:cNvSpPr>
            <a:spLocks noGrp="1"/>
          </p:cNvSpPr>
          <p:nvPr>
            <p:ph sz="quarter" idx="17"/>
          </p:nvPr>
        </p:nvSpPr>
        <p:spPr>
          <a:xfrm>
            <a:off x="342900" y="2640032"/>
            <a:ext cx="8458200" cy="1209300"/>
          </a:xfrm>
        </p:spPr>
        <p:txBody>
          <a:bodyPr/>
          <a:lstStyle/>
          <a:p>
            <a:pPr marL="292608" indent="-292608">
              <a:buFont typeface="Arial" panose="020B0604020202020204" pitchFamily="34" charset="0"/>
              <a:buChar char="•"/>
            </a:pPr>
            <a:r>
              <a:rPr lang="en-US" dirty="0"/>
              <a:t>For a population, the correlation coefficient is indicated by the lowercase Greek letter </a:t>
            </a:r>
            <a:r>
              <a:rPr lang="en-US" i="1" dirty="0"/>
              <a:t>ρ</a:t>
            </a:r>
            <a:r>
              <a:rPr lang="en-US" dirty="0"/>
              <a:t> (rho), while for a sample we use the lowercase Roman letter </a:t>
            </a:r>
            <a:r>
              <a:rPr lang="en-US" i="1" dirty="0"/>
              <a:t>r</a:t>
            </a:r>
            <a:r>
              <a:rPr lang="en-US" dirty="0"/>
              <a:t>.</a:t>
            </a:r>
          </a:p>
        </p:txBody>
      </p:sp>
      <p:sp>
        <p:nvSpPr>
          <p:cNvPr id="8" name="Content Placeholder 7"/>
          <p:cNvSpPr>
            <a:spLocks noGrp="1"/>
          </p:cNvSpPr>
          <p:nvPr>
            <p:ph sz="quarter" idx="18"/>
          </p:nvPr>
        </p:nvSpPr>
        <p:spPr>
          <a:xfrm>
            <a:off x="942580" y="4242517"/>
            <a:ext cx="4730545" cy="491718"/>
          </a:xfrm>
        </p:spPr>
        <p:txBody>
          <a:bodyPr/>
          <a:lstStyle/>
          <a:p>
            <a:r>
              <a:rPr lang="en-US" i="1" dirty="0"/>
              <a:t>Population correlation</a:t>
            </a:r>
            <a:r>
              <a:rPr lang="en-US" dirty="0"/>
              <a:t> coefficient:</a:t>
            </a:r>
          </a:p>
        </p:txBody>
      </p:sp>
      <p:graphicFrame>
        <p:nvGraphicFramePr>
          <p:cNvPr id="18" name="Object 17"/>
          <p:cNvGraphicFramePr>
            <a:graphicFrameLocks noChangeAspect="1"/>
          </p:cNvGraphicFramePr>
          <p:nvPr>
            <p:extLst>
              <p:ext uri="{D42A27DB-BD31-4B8C-83A1-F6EECF244321}">
                <p14:modId xmlns:p14="http://schemas.microsoft.com/office/powerpoint/2010/main" val="3674208996"/>
              </p:ext>
            </p:extLst>
          </p:nvPr>
        </p:nvGraphicFramePr>
        <p:xfrm>
          <a:off x="5790034" y="4080589"/>
          <a:ext cx="1295400" cy="800100"/>
        </p:xfrm>
        <a:graphic>
          <a:graphicData uri="http://schemas.openxmlformats.org/presentationml/2006/ole">
            <mc:AlternateContent xmlns:mc="http://schemas.openxmlformats.org/markup-compatibility/2006">
              <mc:Choice xmlns:v="urn:schemas-microsoft-com:vml" Requires="v">
                <p:oleObj name="Equation" r:id="rId6" imgW="1295280" imgH="799920" progId="Equation.DSMT4">
                  <p:embed/>
                </p:oleObj>
              </mc:Choice>
              <mc:Fallback>
                <p:oleObj name="Equation" r:id="rId6" imgW="1295280" imgH="799920" progId="Equation.DSMT4">
                  <p:embed/>
                  <p:pic>
                    <p:nvPicPr>
                      <p:cNvPr id="0" name=""/>
                      <p:cNvPicPr/>
                      <p:nvPr/>
                    </p:nvPicPr>
                    <p:blipFill>
                      <a:blip r:embed="rId7"/>
                      <a:stretch>
                        <a:fillRect/>
                      </a:stretch>
                    </p:blipFill>
                    <p:spPr>
                      <a:xfrm>
                        <a:off x="5790034" y="4080589"/>
                        <a:ext cx="1295400" cy="800100"/>
                      </a:xfrm>
                      <a:prstGeom prst="rect">
                        <a:avLst/>
                      </a:prstGeom>
                    </p:spPr>
                  </p:pic>
                </p:oleObj>
              </mc:Fallback>
            </mc:AlternateContent>
          </a:graphicData>
        </a:graphic>
      </p:graphicFrame>
      <p:sp>
        <p:nvSpPr>
          <p:cNvPr id="9" name="Content Placeholder 8"/>
          <p:cNvSpPr>
            <a:spLocks noGrp="1"/>
          </p:cNvSpPr>
          <p:nvPr>
            <p:ph sz="quarter" idx="19"/>
          </p:nvPr>
        </p:nvSpPr>
        <p:spPr>
          <a:xfrm>
            <a:off x="1359755" y="5233328"/>
            <a:ext cx="4330285" cy="474175"/>
          </a:xfrm>
        </p:spPr>
        <p:txBody>
          <a:bodyPr/>
          <a:lstStyle/>
          <a:p>
            <a:r>
              <a:rPr lang="en-US" i="1" dirty="0"/>
              <a:t>Sample correlation</a:t>
            </a:r>
            <a:r>
              <a:rPr lang="en-US" dirty="0"/>
              <a:t> coefficient:</a:t>
            </a:r>
          </a:p>
        </p:txBody>
      </p:sp>
      <p:graphicFrame>
        <p:nvGraphicFramePr>
          <p:cNvPr id="19" name="Object 18"/>
          <p:cNvGraphicFramePr>
            <a:graphicFrameLocks noChangeAspect="1"/>
          </p:cNvGraphicFramePr>
          <p:nvPr>
            <p:extLst>
              <p:ext uri="{D42A27DB-BD31-4B8C-83A1-F6EECF244321}">
                <p14:modId xmlns:p14="http://schemas.microsoft.com/office/powerpoint/2010/main" val="2214662801"/>
              </p:ext>
            </p:extLst>
          </p:nvPr>
        </p:nvGraphicFramePr>
        <p:xfrm>
          <a:off x="5823628" y="5102476"/>
          <a:ext cx="1092200" cy="800100"/>
        </p:xfrm>
        <a:graphic>
          <a:graphicData uri="http://schemas.openxmlformats.org/presentationml/2006/ole">
            <mc:AlternateContent xmlns:mc="http://schemas.openxmlformats.org/markup-compatibility/2006">
              <mc:Choice xmlns:v="urn:schemas-microsoft-com:vml" Requires="v">
                <p:oleObj name="Equation" r:id="rId8" imgW="1091880" imgH="799920" progId="Equation.DSMT4">
                  <p:embed/>
                </p:oleObj>
              </mc:Choice>
              <mc:Fallback>
                <p:oleObj name="Equation" r:id="rId8" imgW="1091880" imgH="799920" progId="Equation.DSMT4">
                  <p:embed/>
                  <p:pic>
                    <p:nvPicPr>
                      <p:cNvPr id="0" name=""/>
                      <p:cNvPicPr/>
                      <p:nvPr/>
                    </p:nvPicPr>
                    <p:blipFill>
                      <a:blip r:embed="rId9"/>
                      <a:stretch>
                        <a:fillRect/>
                      </a:stretch>
                    </p:blipFill>
                    <p:spPr>
                      <a:xfrm>
                        <a:off x="5823628" y="5102476"/>
                        <a:ext cx="1092200" cy="800100"/>
                      </a:xfrm>
                      <a:prstGeom prst="rect">
                        <a:avLst/>
                      </a:prstGeom>
                    </p:spPr>
                  </p:pic>
                </p:oleObj>
              </mc:Fallback>
            </mc:AlternateContent>
          </a:graphicData>
        </a:graphic>
      </p:graphicFrame>
      <p:sp>
        <p:nvSpPr>
          <p:cNvPr id="17" name="Slide Number Placeholder 16"/>
          <p:cNvSpPr>
            <a:spLocks noGrp="1"/>
          </p:cNvSpPr>
          <p:nvPr>
            <p:ph type="sldNum" sz="quarter" idx="10"/>
          </p:nvPr>
        </p:nvSpPr>
        <p:spPr/>
        <p:txBody>
          <a:bodyPr/>
          <a:lstStyle/>
          <a:p>
            <a:fld id="{68151E55-6873-49E2-B8D5-2F265E6F1973}" type="slidenum">
              <a:rPr lang="en-US" smtClean="0"/>
              <a:t>45</a:t>
            </a:fld>
            <a:endParaRPr lang="en-US" dirty="0"/>
          </a:p>
        </p:txBody>
      </p:sp>
    </p:spTree>
    <p:extLst>
      <p:ext uri="{BB962C8B-B14F-4D97-AF65-F5344CB8AC3E}">
        <p14:creationId xmlns:p14="http://schemas.microsoft.com/office/powerpoint/2010/main" val="10661625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dirty="0"/>
              <a:t>Correlation Coefficient </a:t>
            </a:r>
            <a:r>
              <a:rPr lang="en-US" sz="1000" b="0" dirty="0"/>
              <a:t>2</a:t>
            </a:r>
            <a:endParaRPr lang="en-US" sz="1000" dirty="0"/>
          </a:p>
        </p:txBody>
      </p:sp>
      <p:sp>
        <p:nvSpPr>
          <p:cNvPr id="3" name="Content Placeholder 2"/>
          <p:cNvSpPr>
            <a:spLocks noGrp="1"/>
          </p:cNvSpPr>
          <p:nvPr>
            <p:ph sz="quarter" idx="11"/>
          </p:nvPr>
        </p:nvSpPr>
        <p:spPr>
          <a:xfrm>
            <a:off x="8595360" y="55330"/>
            <a:ext cx="487680" cy="1316270"/>
          </a:xfrm>
        </p:spPr>
        <p:txBody>
          <a:bodyPr vert="vert" rIns="0"/>
          <a:lstStyle/>
          <a:p>
            <a:pPr marL="1025525" indent="-1025525"/>
            <a:r>
              <a:rPr lang="en-US" b="1" dirty="0"/>
              <a:t>L</a:t>
            </a:r>
            <a:r>
              <a:rPr lang="en-US" sz="100" b="1" dirty="0"/>
              <a:t> </a:t>
            </a:r>
            <a:r>
              <a:rPr lang="en-US" b="1" dirty="0"/>
              <a:t>O 4.9</a:t>
            </a:r>
            <a:endParaRPr lang="en-IN" b="1" dirty="0"/>
          </a:p>
        </p:txBody>
      </p:sp>
      <p:sp>
        <p:nvSpPr>
          <p:cNvPr id="4" name="Content Placeholder 3"/>
          <p:cNvSpPr>
            <a:spLocks noGrp="1"/>
          </p:cNvSpPr>
          <p:nvPr>
            <p:ph sz="quarter" idx="14"/>
          </p:nvPr>
        </p:nvSpPr>
        <p:spPr>
          <a:xfrm>
            <a:off x="342900" y="1262776"/>
            <a:ext cx="8191500" cy="1288696"/>
          </a:xfrm>
        </p:spPr>
        <p:txBody>
          <a:bodyPr/>
          <a:lstStyle/>
          <a:p>
            <a:pPr marL="292608" indent="-292608">
              <a:buFont typeface="Arial" panose="020B0604020202020204" pitchFamily="34" charset="0"/>
              <a:buChar char="•"/>
            </a:pPr>
            <a:r>
              <a:rPr lang="en-US" dirty="0"/>
              <a:t>The </a:t>
            </a:r>
            <a:r>
              <a:rPr lang="en-US" b="1" dirty="0"/>
              <a:t>sample correlation coefficient</a:t>
            </a:r>
            <a:r>
              <a:rPr lang="en-US" dirty="0"/>
              <a:t> is a statistic that describes the degree of linearity between paired observations on two quantitative variables </a:t>
            </a:r>
            <a:r>
              <a:rPr lang="en-US" i="1" dirty="0"/>
              <a:t>X</a:t>
            </a:r>
            <a:r>
              <a:rPr lang="en-US" dirty="0"/>
              <a:t> and </a:t>
            </a:r>
            <a:r>
              <a:rPr lang="en-US" i="1" dirty="0"/>
              <a:t>Y</a:t>
            </a:r>
            <a:r>
              <a:rPr lang="en-US" dirty="0"/>
              <a:t>.</a:t>
            </a:r>
          </a:p>
        </p:txBody>
      </p:sp>
      <p:graphicFrame>
        <p:nvGraphicFramePr>
          <p:cNvPr id="9" name="Object 8"/>
          <p:cNvGraphicFramePr>
            <a:graphicFrameLocks noChangeAspect="1"/>
          </p:cNvGraphicFramePr>
          <p:nvPr>
            <p:extLst>
              <p:ext uri="{D42A27DB-BD31-4B8C-83A1-F6EECF244321}">
                <p14:modId xmlns:p14="http://schemas.microsoft.com/office/powerpoint/2010/main" val="451168281"/>
              </p:ext>
            </p:extLst>
          </p:nvPr>
        </p:nvGraphicFramePr>
        <p:xfrm>
          <a:off x="3019425" y="2598738"/>
          <a:ext cx="3240088" cy="1443037"/>
        </p:xfrm>
        <a:graphic>
          <a:graphicData uri="http://schemas.openxmlformats.org/presentationml/2006/ole">
            <mc:AlternateContent xmlns:mc="http://schemas.openxmlformats.org/markup-compatibility/2006">
              <mc:Choice xmlns:v="urn:schemas-microsoft-com:vml" Requires="v">
                <p:oleObj name="Equation" r:id="rId2" imgW="3822480" imgH="1701720" progId="Equation.DSMT4">
                  <p:embed/>
                </p:oleObj>
              </mc:Choice>
              <mc:Fallback>
                <p:oleObj name="Equation" r:id="rId2" imgW="3822480" imgH="1701720" progId="Equation.DSMT4">
                  <p:embed/>
                  <p:pic>
                    <p:nvPicPr>
                      <p:cNvPr id="0" name=""/>
                      <p:cNvPicPr/>
                      <p:nvPr/>
                    </p:nvPicPr>
                    <p:blipFill>
                      <a:blip r:embed="rId3"/>
                      <a:stretch>
                        <a:fillRect/>
                      </a:stretch>
                    </p:blipFill>
                    <p:spPr>
                      <a:xfrm>
                        <a:off x="3019425" y="2598738"/>
                        <a:ext cx="3240088" cy="1443037"/>
                      </a:xfrm>
                      <a:prstGeom prst="rect">
                        <a:avLst/>
                      </a:prstGeom>
                    </p:spPr>
                  </p:pic>
                </p:oleObj>
              </mc:Fallback>
            </mc:AlternateContent>
          </a:graphicData>
        </a:graphic>
      </p:graphicFrame>
      <p:sp>
        <p:nvSpPr>
          <p:cNvPr id="5" name="Content Placeholder 4"/>
          <p:cNvSpPr>
            <a:spLocks noGrp="1"/>
          </p:cNvSpPr>
          <p:nvPr>
            <p:ph sz="quarter" idx="15"/>
          </p:nvPr>
        </p:nvSpPr>
        <p:spPr>
          <a:xfrm>
            <a:off x="342901" y="4157988"/>
            <a:ext cx="8045195" cy="458246"/>
          </a:xfrm>
        </p:spPr>
        <p:txBody>
          <a:bodyPr/>
          <a:lstStyle/>
          <a:p>
            <a:pPr marL="292608" indent="-292608">
              <a:buFont typeface="Arial" panose="020B0604020202020204" pitchFamily="34" charset="0"/>
              <a:buChar char="•"/>
            </a:pPr>
            <a:r>
              <a:rPr lang="en-US" dirty="0"/>
              <a:t>The range of </a:t>
            </a:r>
            <a:r>
              <a:rPr lang="en-US" i="1" dirty="0"/>
              <a:t>r</a:t>
            </a:r>
            <a:r>
              <a:rPr lang="en-US" dirty="0"/>
              <a:t> is −1 ≤ </a:t>
            </a:r>
            <a:r>
              <a:rPr lang="en-US" i="1" dirty="0"/>
              <a:t>r </a:t>
            </a:r>
            <a:r>
              <a:rPr lang="en-US" dirty="0"/>
              <a:t>≤ + 1.</a:t>
            </a:r>
          </a:p>
        </p:txBody>
      </p:sp>
      <p:sp>
        <p:nvSpPr>
          <p:cNvPr id="6" name="Content Placeholder 5"/>
          <p:cNvSpPr>
            <a:spLocks noGrp="1"/>
          </p:cNvSpPr>
          <p:nvPr>
            <p:ph sz="quarter" idx="16"/>
          </p:nvPr>
        </p:nvSpPr>
        <p:spPr>
          <a:xfrm>
            <a:off x="342900" y="4687936"/>
            <a:ext cx="8458200" cy="1860340"/>
          </a:xfrm>
        </p:spPr>
        <p:txBody>
          <a:bodyPr/>
          <a:lstStyle/>
          <a:p>
            <a:pPr marL="292608" indent="-292608">
              <a:buFont typeface="Arial" panose="020B0604020202020204" pitchFamily="34" charset="0"/>
              <a:buChar char="•"/>
            </a:pPr>
            <a:r>
              <a:rPr lang="en-US" dirty="0"/>
              <a:t>When </a:t>
            </a:r>
            <a:r>
              <a:rPr lang="en-US" i="1" dirty="0"/>
              <a:t>r</a:t>
            </a:r>
            <a:r>
              <a:rPr lang="en-US" dirty="0"/>
              <a:t> is near 0, there is little or no linear relationship between </a:t>
            </a:r>
            <a:r>
              <a:rPr lang="en-US" i="1" dirty="0"/>
              <a:t>X</a:t>
            </a:r>
            <a:r>
              <a:rPr lang="en-US" dirty="0"/>
              <a:t> and </a:t>
            </a:r>
            <a:r>
              <a:rPr lang="en-US" i="1" dirty="0"/>
              <a:t>Y</a:t>
            </a:r>
            <a:r>
              <a:rPr lang="en-US" dirty="0"/>
              <a:t>.</a:t>
            </a:r>
          </a:p>
          <a:p>
            <a:pPr marL="292608" indent="-292608">
              <a:buFont typeface="Arial" panose="020B0604020202020204" pitchFamily="34" charset="0"/>
              <a:buChar char="•"/>
            </a:pPr>
            <a:r>
              <a:rPr lang="en-US" dirty="0"/>
              <a:t>An </a:t>
            </a:r>
            <a:r>
              <a:rPr lang="en-US" i="1" dirty="0"/>
              <a:t>r</a:t>
            </a:r>
            <a:r>
              <a:rPr lang="en-US" dirty="0"/>
              <a:t> value near +1 indicates a strong positive relationship.</a:t>
            </a:r>
          </a:p>
          <a:p>
            <a:pPr marL="292608" indent="-292608">
              <a:buFont typeface="Arial" panose="020B0604020202020204" pitchFamily="34" charset="0"/>
              <a:buChar char="•"/>
            </a:pPr>
            <a:r>
              <a:rPr lang="en-US" dirty="0"/>
              <a:t>An </a:t>
            </a:r>
            <a:r>
              <a:rPr lang="en-US" i="1" dirty="0"/>
              <a:t>r</a:t>
            </a:r>
            <a:r>
              <a:rPr lang="en-US" dirty="0"/>
              <a:t> value near −1 indicates a strong negative relationship.</a:t>
            </a:r>
          </a:p>
        </p:txBody>
      </p:sp>
      <p:sp>
        <p:nvSpPr>
          <p:cNvPr id="10" name="Slide Number Placeholder 9"/>
          <p:cNvSpPr>
            <a:spLocks noGrp="1"/>
          </p:cNvSpPr>
          <p:nvPr>
            <p:ph type="sldNum" sz="quarter" idx="10"/>
          </p:nvPr>
        </p:nvSpPr>
        <p:spPr/>
        <p:txBody>
          <a:bodyPr/>
          <a:lstStyle/>
          <a:p>
            <a:fld id="{68151E55-6873-49E2-B8D5-2F265E6F1973}" type="slidenum">
              <a:rPr lang="en-US" smtClean="0"/>
              <a:t>46</a:t>
            </a:fld>
            <a:endParaRPr lang="en-US" dirty="0"/>
          </a:p>
        </p:txBody>
      </p:sp>
    </p:spTree>
    <p:extLst>
      <p:ext uri="{BB962C8B-B14F-4D97-AF65-F5344CB8AC3E}">
        <p14:creationId xmlns:p14="http://schemas.microsoft.com/office/powerpoint/2010/main" val="4883220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US" sz="3600" dirty="0"/>
              <a:t>Correlation Coefficient </a:t>
            </a:r>
            <a:r>
              <a:rPr lang="en-US" sz="1000" b="0" dirty="0"/>
              <a:t>3</a:t>
            </a:r>
            <a:endParaRPr lang="en-IN" sz="1000" dirty="0"/>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36000" y="57509"/>
            <a:ext cx="449580" cy="1314091"/>
          </a:xfrm>
        </p:spPr>
        <p:txBody>
          <a:bodyPr vert="vert" rIns="0"/>
          <a:lstStyle/>
          <a:p>
            <a:pPr marL="1025525" indent="-1025525"/>
            <a:r>
              <a:rPr lang="en-US" b="1" dirty="0"/>
              <a:t>L</a:t>
            </a:r>
            <a:r>
              <a:rPr lang="en-US" sz="100" b="1" dirty="0"/>
              <a:t> </a:t>
            </a:r>
            <a:r>
              <a:rPr lang="en-US" b="1" dirty="0"/>
              <a:t>O 4.9</a:t>
            </a:r>
            <a:endParaRPr lang="en-IN" b="1" dirty="0"/>
          </a:p>
        </p:txBody>
      </p:sp>
      <p:pic>
        <p:nvPicPr>
          <p:cNvPr id="4" name="Picture 3" descr="Six scatter plots are presented, each illustrating a different correlation coefficient value."/>
          <p:cNvPicPr>
            <a:picLocks noChangeAspect="1"/>
          </p:cNvPicPr>
          <p:nvPr/>
        </p:nvPicPr>
        <p:blipFill>
          <a:blip r:embed="rId2"/>
          <a:stretch>
            <a:fillRect/>
          </a:stretch>
        </p:blipFill>
        <p:spPr>
          <a:xfrm>
            <a:off x="694833" y="1556620"/>
            <a:ext cx="7931311" cy="4334699"/>
          </a:xfrm>
          <a:prstGeom prst="rect">
            <a:avLst/>
          </a:prstGeom>
        </p:spPr>
      </p:pic>
      <p:sp>
        <p:nvSpPr>
          <p:cNvPr id="7" name="Text Placeholder 8"/>
          <p:cNvSpPr>
            <a:spLocks noGrp="1"/>
          </p:cNvSpPr>
          <p:nvPr>
            <p:ph type="body" sz="quarter" idx="12"/>
          </p:nvPr>
        </p:nvSpPr>
        <p:spPr>
          <a:xfrm>
            <a:off x="3049524" y="6309359"/>
            <a:ext cx="3153156" cy="236221"/>
          </a:xfrm>
        </p:spPr>
        <p:txBody>
          <a:bodyPr/>
          <a:lstStyle/>
          <a:p>
            <a:r>
              <a:rPr lang="en-US" sz="1200" dirty="0">
                <a:hlinkClick r:id="rId3" action="ppaction://hlinksldjump"/>
              </a:rPr>
              <a:t>Access the text alternative for slide images.</a:t>
            </a:r>
            <a:endParaRPr lang="en-IN" sz="1200" dirty="0">
              <a:hlinkClick r:id="rId3" action="ppaction://hlinksldjump"/>
            </a:endParaRP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47</a:t>
            </a:fld>
            <a:endParaRPr lang="en-US" dirty="0"/>
          </a:p>
        </p:txBody>
      </p:sp>
    </p:spTree>
    <p:extLst>
      <p:ext uri="{BB962C8B-B14F-4D97-AF65-F5344CB8AC3E}">
        <p14:creationId xmlns:p14="http://schemas.microsoft.com/office/powerpoint/2010/main" val="34386857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027377" cy="903231"/>
          </a:xfrm>
        </p:spPr>
        <p:txBody>
          <a:bodyPr>
            <a:normAutofit/>
          </a:bodyPr>
          <a:lstStyle/>
          <a:p>
            <a:r>
              <a:rPr lang="en-US" sz="3600" dirty="0"/>
              <a:t>Weighted Mean</a:t>
            </a:r>
          </a:p>
        </p:txBody>
      </p:sp>
      <p:sp>
        <p:nvSpPr>
          <p:cNvPr id="3" name="Content Placeholder 2"/>
          <p:cNvSpPr>
            <a:spLocks noGrp="1"/>
          </p:cNvSpPr>
          <p:nvPr>
            <p:ph sz="quarter" idx="11"/>
          </p:nvPr>
        </p:nvSpPr>
        <p:spPr>
          <a:xfrm>
            <a:off x="8576896" y="20270"/>
            <a:ext cx="448408" cy="1247669"/>
          </a:xfrm>
        </p:spPr>
        <p:txBody>
          <a:bodyPr vert="vert" rIns="0"/>
          <a:lstStyle/>
          <a:p>
            <a:pPr marL="1025525" indent="-1025525"/>
            <a:r>
              <a:rPr lang="en-US" b="1" dirty="0"/>
              <a:t>L</a:t>
            </a:r>
            <a:r>
              <a:rPr lang="en-US" sz="100" b="1" dirty="0"/>
              <a:t> </a:t>
            </a:r>
            <a:r>
              <a:rPr lang="en-US" b="1" dirty="0"/>
              <a:t>O 4.10</a:t>
            </a:r>
            <a:endParaRPr lang="en-IN" b="1" dirty="0"/>
          </a:p>
        </p:txBody>
      </p:sp>
      <p:sp>
        <p:nvSpPr>
          <p:cNvPr id="4" name="Content Placeholder 3"/>
          <p:cNvSpPr>
            <a:spLocks noGrp="1"/>
          </p:cNvSpPr>
          <p:nvPr>
            <p:ph sz="quarter" idx="14"/>
          </p:nvPr>
        </p:nvSpPr>
        <p:spPr>
          <a:xfrm>
            <a:off x="342900" y="1276711"/>
            <a:ext cx="8283512" cy="407178"/>
          </a:xfrm>
        </p:spPr>
        <p:txBody>
          <a:bodyPr/>
          <a:lstStyle/>
          <a:p>
            <a:pPr marL="292608" indent="-292608">
              <a:buFont typeface="Arial" panose="020B0604020202020204" pitchFamily="34" charset="0"/>
              <a:buChar char="•"/>
            </a:pPr>
            <a:r>
              <a:rPr lang="en-US" sz="2200" dirty="0"/>
              <a:t>The </a:t>
            </a:r>
            <a:r>
              <a:rPr lang="en-US" sz="2200" b="1" dirty="0"/>
              <a:t>weighted mean</a:t>
            </a:r>
            <a:r>
              <a:rPr lang="en-US" sz="2200" dirty="0"/>
              <a:t> is a sum that assigns each data value a</a:t>
            </a:r>
          </a:p>
        </p:txBody>
      </p:sp>
      <p:sp>
        <p:nvSpPr>
          <p:cNvPr id="9" name="Content Placeholder 8">
            <a:extLst>
              <a:ext uri="{FF2B5EF4-FFF2-40B4-BE49-F238E27FC236}">
                <a16:creationId xmlns:a16="http://schemas.microsoft.com/office/drawing/2014/main" id="{043ECEA3-EF61-4A61-81CB-93C429EC983A}"/>
              </a:ext>
            </a:extLst>
          </p:cNvPr>
          <p:cNvSpPr>
            <a:spLocks noGrp="1"/>
          </p:cNvSpPr>
          <p:nvPr>
            <p:ph sz="quarter" idx="16"/>
          </p:nvPr>
        </p:nvSpPr>
        <p:spPr>
          <a:xfrm>
            <a:off x="337591" y="1692659"/>
            <a:ext cx="1288986" cy="427278"/>
          </a:xfrm>
        </p:spPr>
        <p:txBody>
          <a:bodyPr/>
          <a:lstStyle/>
          <a:p>
            <a:pPr marL="290513"/>
            <a:r>
              <a:rPr lang="en-US" sz="2200" dirty="0"/>
              <a:t>weight</a:t>
            </a:r>
          </a:p>
        </p:txBody>
      </p:sp>
      <p:graphicFrame>
        <p:nvGraphicFramePr>
          <p:cNvPr id="13" name="Object 12">
            <a:extLst>
              <a:ext uri="{FF2B5EF4-FFF2-40B4-BE49-F238E27FC236}">
                <a16:creationId xmlns:a16="http://schemas.microsoft.com/office/drawing/2014/main" id="{17CEAA9E-5C85-4DCC-A25A-B0BA8E75AA15}"/>
              </a:ext>
            </a:extLst>
          </p:cNvPr>
          <p:cNvGraphicFramePr>
            <a:graphicFrameLocks noChangeAspect="1"/>
          </p:cNvGraphicFramePr>
          <p:nvPr>
            <p:extLst>
              <p:ext uri="{D42A27DB-BD31-4B8C-83A1-F6EECF244321}">
                <p14:modId xmlns:p14="http://schemas.microsoft.com/office/powerpoint/2010/main" val="2819798963"/>
              </p:ext>
            </p:extLst>
          </p:nvPr>
        </p:nvGraphicFramePr>
        <p:xfrm>
          <a:off x="1626577" y="1683818"/>
          <a:ext cx="406936" cy="516495"/>
        </p:xfrm>
        <a:graphic>
          <a:graphicData uri="http://schemas.openxmlformats.org/presentationml/2006/ole">
            <mc:AlternateContent xmlns:mc="http://schemas.openxmlformats.org/markup-compatibility/2006">
              <mc:Choice xmlns:v="urn:schemas-microsoft-com:vml" Requires="v">
                <p:oleObj name="Equation" r:id="rId2" imgW="330120" imgH="419040" progId="Equation.DSMT4">
                  <p:embed/>
                </p:oleObj>
              </mc:Choice>
              <mc:Fallback>
                <p:oleObj name="Equation" r:id="rId2" imgW="330120" imgH="419040" progId="Equation.DSMT4">
                  <p:embed/>
                  <p:pic>
                    <p:nvPicPr>
                      <p:cNvPr id="0" name=""/>
                      <p:cNvPicPr/>
                      <p:nvPr/>
                    </p:nvPicPr>
                    <p:blipFill>
                      <a:blip r:embed="rId3"/>
                      <a:stretch>
                        <a:fillRect/>
                      </a:stretch>
                    </p:blipFill>
                    <p:spPr>
                      <a:xfrm>
                        <a:off x="1626577" y="1683818"/>
                        <a:ext cx="406936" cy="516495"/>
                      </a:xfrm>
                      <a:prstGeom prst="rect">
                        <a:avLst/>
                      </a:prstGeom>
                    </p:spPr>
                  </p:pic>
                </p:oleObj>
              </mc:Fallback>
            </mc:AlternateContent>
          </a:graphicData>
        </a:graphic>
      </p:graphicFrame>
      <p:sp>
        <p:nvSpPr>
          <p:cNvPr id="11" name="Content Placeholder 10">
            <a:extLst>
              <a:ext uri="{FF2B5EF4-FFF2-40B4-BE49-F238E27FC236}">
                <a16:creationId xmlns:a16="http://schemas.microsoft.com/office/drawing/2014/main" id="{65AD9BA5-9AAE-488A-A089-1B3FC2380D35}"/>
              </a:ext>
            </a:extLst>
          </p:cNvPr>
          <p:cNvSpPr>
            <a:spLocks noGrp="1"/>
          </p:cNvSpPr>
          <p:nvPr>
            <p:ph sz="quarter" idx="17"/>
          </p:nvPr>
        </p:nvSpPr>
        <p:spPr>
          <a:xfrm>
            <a:off x="2033513" y="1724761"/>
            <a:ext cx="6194103" cy="422079"/>
          </a:xfrm>
        </p:spPr>
        <p:txBody>
          <a:bodyPr/>
          <a:lstStyle/>
          <a:p>
            <a:r>
              <a:rPr lang="en-US" sz="2200" dirty="0"/>
              <a:t>that represents a fraction of the total (that is, </a:t>
            </a:r>
          </a:p>
        </p:txBody>
      </p:sp>
      <p:sp>
        <p:nvSpPr>
          <p:cNvPr id="12" name="Content Placeholder 11">
            <a:extLst>
              <a:ext uri="{FF2B5EF4-FFF2-40B4-BE49-F238E27FC236}">
                <a16:creationId xmlns:a16="http://schemas.microsoft.com/office/drawing/2014/main" id="{BEF57B59-12C0-4A0C-B6AB-FC3D12F090AC}"/>
              </a:ext>
            </a:extLst>
          </p:cNvPr>
          <p:cNvSpPr>
            <a:spLocks noGrp="1"/>
          </p:cNvSpPr>
          <p:nvPr>
            <p:ph sz="quarter" idx="18"/>
          </p:nvPr>
        </p:nvSpPr>
        <p:spPr>
          <a:xfrm>
            <a:off x="337591" y="2164031"/>
            <a:ext cx="4570579" cy="509131"/>
          </a:xfrm>
        </p:spPr>
        <p:txBody>
          <a:bodyPr/>
          <a:lstStyle/>
          <a:p>
            <a:pPr marL="290513"/>
            <a:r>
              <a:rPr lang="en-US" sz="2200" dirty="0"/>
              <a:t>the </a:t>
            </a:r>
            <a:r>
              <a:rPr lang="en-US" sz="2200" i="1" dirty="0"/>
              <a:t>k</a:t>
            </a:r>
            <a:r>
              <a:rPr lang="en-US" sz="2200" dirty="0"/>
              <a:t> weights must sum to 1).</a:t>
            </a:r>
          </a:p>
        </p:txBody>
      </p:sp>
      <p:graphicFrame>
        <p:nvGraphicFramePr>
          <p:cNvPr id="6" name="Object 5"/>
          <p:cNvGraphicFramePr>
            <a:graphicFrameLocks noChangeAspect="1"/>
          </p:cNvGraphicFramePr>
          <p:nvPr>
            <p:extLst>
              <p:ext uri="{D42A27DB-BD31-4B8C-83A1-F6EECF244321}">
                <p14:modId xmlns:p14="http://schemas.microsoft.com/office/powerpoint/2010/main" val="3884523406"/>
              </p:ext>
            </p:extLst>
          </p:nvPr>
        </p:nvGraphicFramePr>
        <p:xfrm>
          <a:off x="2641600" y="2835352"/>
          <a:ext cx="3860800" cy="825500"/>
        </p:xfrm>
        <a:graphic>
          <a:graphicData uri="http://schemas.openxmlformats.org/presentationml/2006/ole">
            <mc:AlternateContent xmlns:mc="http://schemas.openxmlformats.org/markup-compatibility/2006">
              <mc:Choice xmlns:v="urn:schemas-microsoft-com:vml" Requires="v">
                <p:oleObj name="Equation" r:id="rId4" imgW="3860640" imgH="825480" progId="Equation.DSMT4">
                  <p:embed/>
                </p:oleObj>
              </mc:Choice>
              <mc:Fallback>
                <p:oleObj name="Equation" r:id="rId4" imgW="3860640" imgH="825480" progId="Equation.DSMT4">
                  <p:embed/>
                  <p:pic>
                    <p:nvPicPr>
                      <p:cNvPr id="0" name=""/>
                      <p:cNvPicPr/>
                      <p:nvPr/>
                    </p:nvPicPr>
                    <p:blipFill>
                      <a:blip r:embed="rId5"/>
                      <a:stretch>
                        <a:fillRect/>
                      </a:stretch>
                    </p:blipFill>
                    <p:spPr>
                      <a:xfrm>
                        <a:off x="2641600" y="2835352"/>
                        <a:ext cx="3860800" cy="825500"/>
                      </a:xfrm>
                      <a:prstGeom prst="rect">
                        <a:avLst/>
                      </a:prstGeom>
                    </p:spPr>
                  </p:pic>
                </p:oleObj>
              </mc:Fallback>
            </mc:AlternateContent>
          </a:graphicData>
        </a:graphic>
      </p:graphicFrame>
      <p:sp>
        <p:nvSpPr>
          <p:cNvPr id="5" name="Content Placeholder 4"/>
          <p:cNvSpPr>
            <a:spLocks noGrp="1"/>
          </p:cNvSpPr>
          <p:nvPr>
            <p:ph sz="quarter" idx="15"/>
          </p:nvPr>
        </p:nvSpPr>
        <p:spPr>
          <a:xfrm>
            <a:off x="337591" y="3786179"/>
            <a:ext cx="8458200" cy="1849964"/>
          </a:xfrm>
        </p:spPr>
        <p:txBody>
          <a:bodyPr/>
          <a:lstStyle/>
          <a:p>
            <a:pPr marL="292608" indent="-292608">
              <a:buFont typeface="Arial" panose="020B0604020202020204" pitchFamily="34" charset="0"/>
              <a:buChar char="•"/>
            </a:pPr>
            <a:r>
              <a:rPr lang="en-US" sz="2200" dirty="0"/>
              <a:t>For example, your instructor might give a weight of 30 percent to homework, 20 percent to the midterm exam, 40 percent to the final exam, and 10 percent to a term project (so that .30 + .20 + .40 + .10 = 1.00). Suppose your scores on these were 85, 68, 78, and 90. Your weighted average for the course would be,</a:t>
            </a:r>
          </a:p>
        </p:txBody>
      </p:sp>
      <p:graphicFrame>
        <p:nvGraphicFramePr>
          <p:cNvPr id="7" name="Object 6"/>
          <p:cNvGraphicFramePr>
            <a:graphicFrameLocks noChangeAspect="1"/>
          </p:cNvGraphicFramePr>
          <p:nvPr>
            <p:extLst>
              <p:ext uri="{D42A27DB-BD31-4B8C-83A1-F6EECF244321}">
                <p14:modId xmlns:p14="http://schemas.microsoft.com/office/powerpoint/2010/main" val="2239551259"/>
              </p:ext>
            </p:extLst>
          </p:nvPr>
        </p:nvGraphicFramePr>
        <p:xfrm>
          <a:off x="1157105" y="5674210"/>
          <a:ext cx="6972300" cy="825500"/>
        </p:xfrm>
        <a:graphic>
          <a:graphicData uri="http://schemas.openxmlformats.org/presentationml/2006/ole">
            <mc:AlternateContent xmlns:mc="http://schemas.openxmlformats.org/markup-compatibility/2006">
              <mc:Choice xmlns:v="urn:schemas-microsoft-com:vml" Requires="v">
                <p:oleObj name="Equation" r:id="rId6" imgW="6972120" imgH="825480" progId="Equation.DSMT4">
                  <p:embed/>
                </p:oleObj>
              </mc:Choice>
              <mc:Fallback>
                <p:oleObj name="Equation" r:id="rId6" imgW="6972120" imgH="825480" progId="Equation.DSMT4">
                  <p:embed/>
                  <p:pic>
                    <p:nvPicPr>
                      <p:cNvPr id="0" name=""/>
                      <p:cNvPicPr/>
                      <p:nvPr/>
                    </p:nvPicPr>
                    <p:blipFill>
                      <a:blip r:embed="rId7"/>
                      <a:stretch>
                        <a:fillRect/>
                      </a:stretch>
                    </p:blipFill>
                    <p:spPr>
                      <a:xfrm>
                        <a:off x="1157105" y="5674210"/>
                        <a:ext cx="6972300" cy="825500"/>
                      </a:xfrm>
                      <a:prstGeom prst="rect">
                        <a:avLst/>
                      </a:prstGeom>
                    </p:spPr>
                  </p:pic>
                </p:oleObj>
              </mc:Fallback>
            </mc:AlternateContent>
          </a:graphicData>
        </a:graphic>
      </p:graphicFrame>
      <p:sp>
        <p:nvSpPr>
          <p:cNvPr id="10" name="Slide Number Placeholder 9"/>
          <p:cNvSpPr>
            <a:spLocks noGrp="1"/>
          </p:cNvSpPr>
          <p:nvPr>
            <p:ph type="sldNum" sz="quarter" idx="10"/>
          </p:nvPr>
        </p:nvSpPr>
        <p:spPr/>
        <p:txBody>
          <a:bodyPr/>
          <a:lstStyle/>
          <a:p>
            <a:fld id="{68151E55-6873-49E2-B8D5-2F265E6F1973}" type="slidenum">
              <a:rPr lang="en-US" smtClean="0"/>
              <a:t>48</a:t>
            </a:fld>
            <a:endParaRPr lang="en-US" dirty="0"/>
          </a:p>
        </p:txBody>
      </p:sp>
    </p:spTree>
    <p:extLst>
      <p:ext uri="{BB962C8B-B14F-4D97-AF65-F5344CB8AC3E}">
        <p14:creationId xmlns:p14="http://schemas.microsoft.com/office/powerpoint/2010/main" val="24344425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7957038" cy="903231"/>
          </a:xfrm>
        </p:spPr>
        <p:txBody>
          <a:bodyPr>
            <a:normAutofit/>
          </a:bodyPr>
          <a:lstStyle/>
          <a:p>
            <a:r>
              <a:rPr lang="en-IN" sz="3600" dirty="0"/>
              <a:t>Group Mean</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466990" y="192490"/>
            <a:ext cx="501163" cy="1311646"/>
          </a:xfrm>
        </p:spPr>
        <p:txBody>
          <a:bodyPr vert="vert" rIns="0"/>
          <a:lstStyle/>
          <a:p>
            <a:pPr marL="1025525" indent="-1025525"/>
            <a:r>
              <a:rPr lang="en-US" b="1" dirty="0"/>
              <a:t>L</a:t>
            </a:r>
            <a:r>
              <a:rPr lang="en-US" sz="100" b="1" dirty="0"/>
              <a:t> </a:t>
            </a:r>
            <a:r>
              <a:rPr lang="en-US" b="1" dirty="0"/>
              <a:t>O 4.10</a:t>
            </a:r>
            <a:endParaRPr lang="en-IN" b="1" dirty="0"/>
          </a:p>
        </p:txBody>
      </p:sp>
      <p:sp>
        <p:nvSpPr>
          <p:cNvPr id="7" name="Content Placeholder 6"/>
          <p:cNvSpPr>
            <a:spLocks noGrp="1"/>
          </p:cNvSpPr>
          <p:nvPr>
            <p:ph sz="quarter" idx="14"/>
          </p:nvPr>
        </p:nvSpPr>
        <p:spPr>
          <a:xfrm>
            <a:off x="342900" y="1260475"/>
            <a:ext cx="8124090" cy="903231"/>
          </a:xfrm>
        </p:spPr>
        <p:txBody>
          <a:bodyPr/>
          <a:lstStyle/>
          <a:p>
            <a:pPr marL="292608" indent="-292608">
              <a:buFont typeface="Arial" panose="020B0604020202020204" pitchFamily="34" charset="0"/>
              <a:buChar char="•"/>
            </a:pPr>
            <a:r>
              <a:rPr lang="en-US" dirty="0"/>
              <a:t>We can apply the idea of a weighted mean when we must work with observations that have been grouped.</a:t>
            </a:r>
          </a:p>
        </p:txBody>
      </p:sp>
      <p:sp>
        <p:nvSpPr>
          <p:cNvPr id="8" name="Content Placeholder 7">
            <a:extLst>
              <a:ext uri="{FF2B5EF4-FFF2-40B4-BE49-F238E27FC236}">
                <a16:creationId xmlns:a16="http://schemas.microsoft.com/office/drawing/2014/main" id="{5C3AF25E-720E-433D-B9CA-EB6F213FFA97}"/>
              </a:ext>
            </a:extLst>
          </p:cNvPr>
          <p:cNvSpPr>
            <a:spLocks noGrp="1"/>
          </p:cNvSpPr>
          <p:nvPr>
            <p:ph sz="quarter" idx="15"/>
          </p:nvPr>
        </p:nvSpPr>
        <p:spPr>
          <a:xfrm>
            <a:off x="342900" y="2185165"/>
            <a:ext cx="4475285" cy="549244"/>
          </a:xfrm>
        </p:spPr>
        <p:txBody>
          <a:bodyPr/>
          <a:lstStyle/>
          <a:p>
            <a:pPr marL="292608" indent="-292608">
              <a:buFont typeface="Arial" panose="020B0604020202020204" pitchFamily="34" charset="0"/>
              <a:buChar char="•"/>
            </a:pPr>
            <a:r>
              <a:rPr lang="en-US" dirty="0"/>
              <a:t>Each interval </a:t>
            </a:r>
            <a:r>
              <a:rPr lang="en-US" i="1" dirty="0"/>
              <a:t>j</a:t>
            </a:r>
            <a:r>
              <a:rPr lang="en-US" dirty="0"/>
              <a:t> has a midpoint</a:t>
            </a:r>
            <a:endParaRPr lang="en-IN" dirty="0"/>
          </a:p>
        </p:txBody>
      </p:sp>
      <p:graphicFrame>
        <p:nvGraphicFramePr>
          <p:cNvPr id="13" name="Object 12">
            <a:extLst>
              <a:ext uri="{FF2B5EF4-FFF2-40B4-BE49-F238E27FC236}">
                <a16:creationId xmlns:a16="http://schemas.microsoft.com/office/drawing/2014/main" id="{D331831A-2014-4AEB-B2C7-67DBBCB80C91}"/>
              </a:ext>
            </a:extLst>
          </p:cNvPr>
          <p:cNvGraphicFramePr>
            <a:graphicFrameLocks noChangeAspect="1"/>
          </p:cNvGraphicFramePr>
          <p:nvPr>
            <p:extLst>
              <p:ext uri="{D42A27DB-BD31-4B8C-83A1-F6EECF244321}">
                <p14:modId xmlns:p14="http://schemas.microsoft.com/office/powerpoint/2010/main" val="3486707881"/>
              </p:ext>
            </p:extLst>
          </p:nvPr>
        </p:nvGraphicFramePr>
        <p:xfrm>
          <a:off x="4818185" y="2224837"/>
          <a:ext cx="393700" cy="469900"/>
        </p:xfrm>
        <a:graphic>
          <a:graphicData uri="http://schemas.openxmlformats.org/presentationml/2006/ole">
            <mc:AlternateContent xmlns:mc="http://schemas.openxmlformats.org/markup-compatibility/2006">
              <mc:Choice xmlns:v="urn:schemas-microsoft-com:vml" Requires="v">
                <p:oleObj name="Equation" r:id="rId2" imgW="393480" imgH="469800" progId="Equation.DSMT4">
                  <p:embed/>
                </p:oleObj>
              </mc:Choice>
              <mc:Fallback>
                <p:oleObj name="Equation" r:id="rId2" imgW="393480" imgH="469800" progId="Equation.DSMT4">
                  <p:embed/>
                  <p:pic>
                    <p:nvPicPr>
                      <p:cNvPr id="0" name=""/>
                      <p:cNvPicPr/>
                      <p:nvPr/>
                    </p:nvPicPr>
                    <p:blipFill>
                      <a:blip r:embed="rId3"/>
                      <a:stretch>
                        <a:fillRect/>
                      </a:stretch>
                    </p:blipFill>
                    <p:spPr>
                      <a:xfrm>
                        <a:off x="4818185" y="2224837"/>
                        <a:ext cx="393700" cy="469900"/>
                      </a:xfrm>
                      <a:prstGeom prst="rect">
                        <a:avLst/>
                      </a:prstGeom>
                    </p:spPr>
                  </p:pic>
                </p:oleObj>
              </mc:Fallback>
            </mc:AlternateContent>
          </a:graphicData>
        </a:graphic>
      </p:graphicFrame>
      <p:sp>
        <p:nvSpPr>
          <p:cNvPr id="9" name="Content Placeholder 8">
            <a:extLst>
              <a:ext uri="{FF2B5EF4-FFF2-40B4-BE49-F238E27FC236}">
                <a16:creationId xmlns:a16="http://schemas.microsoft.com/office/drawing/2014/main" id="{E3F9925F-7BB8-4E23-9B10-79E0B433A9A4}"/>
              </a:ext>
            </a:extLst>
          </p:cNvPr>
          <p:cNvSpPr>
            <a:spLocks noGrp="1"/>
          </p:cNvSpPr>
          <p:nvPr>
            <p:ph sz="quarter" idx="16"/>
          </p:nvPr>
        </p:nvSpPr>
        <p:spPr>
          <a:xfrm>
            <a:off x="5214085" y="2180037"/>
            <a:ext cx="2400300" cy="469900"/>
          </a:xfrm>
        </p:spPr>
        <p:txBody>
          <a:bodyPr/>
          <a:lstStyle/>
          <a:p>
            <a:r>
              <a:rPr lang="en-US" dirty="0"/>
              <a:t>and a frequency</a:t>
            </a:r>
          </a:p>
        </p:txBody>
      </p:sp>
      <p:graphicFrame>
        <p:nvGraphicFramePr>
          <p:cNvPr id="12" name="Object 11">
            <a:extLst>
              <a:ext uri="{FF2B5EF4-FFF2-40B4-BE49-F238E27FC236}">
                <a16:creationId xmlns:a16="http://schemas.microsoft.com/office/drawing/2014/main" id="{491AC5B1-8DDE-4CE2-A89A-96F91BCB36C1}"/>
              </a:ext>
            </a:extLst>
          </p:cNvPr>
          <p:cNvGraphicFramePr>
            <a:graphicFrameLocks noChangeAspect="1"/>
          </p:cNvGraphicFramePr>
          <p:nvPr>
            <p:extLst>
              <p:ext uri="{D42A27DB-BD31-4B8C-83A1-F6EECF244321}">
                <p14:modId xmlns:p14="http://schemas.microsoft.com/office/powerpoint/2010/main" val="2545590080"/>
              </p:ext>
            </p:extLst>
          </p:nvPr>
        </p:nvGraphicFramePr>
        <p:xfrm>
          <a:off x="7597334" y="2220795"/>
          <a:ext cx="311063" cy="442667"/>
        </p:xfrm>
        <a:graphic>
          <a:graphicData uri="http://schemas.openxmlformats.org/presentationml/2006/ole">
            <mc:AlternateContent xmlns:mc="http://schemas.openxmlformats.org/markup-compatibility/2006">
              <mc:Choice xmlns:v="urn:schemas-microsoft-com:vml" Requires="v">
                <p:oleObj name="Equation" r:id="rId4" imgW="330120" imgH="469800" progId="Equation.DSMT4">
                  <p:embed/>
                </p:oleObj>
              </mc:Choice>
              <mc:Fallback>
                <p:oleObj name="Equation" r:id="rId4" imgW="330120" imgH="469800" progId="Equation.DSMT4">
                  <p:embed/>
                  <p:pic>
                    <p:nvPicPr>
                      <p:cNvPr id="0" name=""/>
                      <p:cNvPicPr/>
                      <p:nvPr/>
                    </p:nvPicPr>
                    <p:blipFill>
                      <a:blip r:embed="rId5"/>
                      <a:stretch>
                        <a:fillRect/>
                      </a:stretch>
                    </p:blipFill>
                    <p:spPr>
                      <a:xfrm>
                        <a:off x="7597334" y="2220795"/>
                        <a:ext cx="311063" cy="442667"/>
                      </a:xfrm>
                      <a:prstGeom prst="rect">
                        <a:avLst/>
                      </a:prstGeom>
                    </p:spPr>
                  </p:pic>
                </p:oleObj>
              </mc:Fallback>
            </mc:AlternateContent>
          </a:graphicData>
        </a:graphic>
      </p:graphicFrame>
      <p:sp>
        <p:nvSpPr>
          <p:cNvPr id="10" name="Content Placeholder 9">
            <a:extLst>
              <a:ext uri="{FF2B5EF4-FFF2-40B4-BE49-F238E27FC236}">
                <a16:creationId xmlns:a16="http://schemas.microsoft.com/office/drawing/2014/main" id="{C9723619-8A2D-4369-A795-D5AC8A3F4DA6}"/>
              </a:ext>
            </a:extLst>
          </p:cNvPr>
          <p:cNvSpPr>
            <a:spLocks noGrp="1"/>
          </p:cNvSpPr>
          <p:nvPr>
            <p:ph sz="quarter" idx="17"/>
          </p:nvPr>
        </p:nvSpPr>
        <p:spPr>
          <a:xfrm>
            <a:off x="7961437" y="2188829"/>
            <a:ext cx="589086" cy="461996"/>
          </a:xfrm>
        </p:spPr>
        <p:txBody>
          <a:bodyPr/>
          <a:lstStyle/>
          <a:p>
            <a:r>
              <a:rPr lang="en-US" dirty="0"/>
              <a:t>we</a:t>
            </a:r>
          </a:p>
        </p:txBody>
      </p:sp>
      <p:sp>
        <p:nvSpPr>
          <p:cNvPr id="11" name="Content Placeholder 10">
            <a:extLst>
              <a:ext uri="{FF2B5EF4-FFF2-40B4-BE49-F238E27FC236}">
                <a16:creationId xmlns:a16="http://schemas.microsoft.com/office/drawing/2014/main" id="{B4A3D741-7C31-41B9-9D3D-0FD38A28BFF7}"/>
              </a:ext>
            </a:extLst>
          </p:cNvPr>
          <p:cNvSpPr>
            <a:spLocks noGrp="1"/>
          </p:cNvSpPr>
          <p:nvPr>
            <p:ph sz="quarter" idx="18"/>
          </p:nvPr>
        </p:nvSpPr>
        <p:spPr>
          <a:xfrm>
            <a:off x="342900" y="2641620"/>
            <a:ext cx="8374671" cy="1191828"/>
          </a:xfrm>
        </p:spPr>
        <p:txBody>
          <a:bodyPr/>
          <a:lstStyle/>
          <a:p>
            <a:pPr marL="290513"/>
            <a:r>
              <a:rPr lang="en-US" dirty="0"/>
              <a:t>calculate the estimated mean by multiplying the midpoint of each class by its class frequency, taking the sum over all </a:t>
            </a:r>
            <a:r>
              <a:rPr lang="en-US" i="1" dirty="0"/>
              <a:t>k </a:t>
            </a:r>
            <a:r>
              <a:rPr lang="en-US" dirty="0"/>
              <a:t>classes, and dividing by sample size </a:t>
            </a:r>
            <a:r>
              <a:rPr lang="en-US" i="1" dirty="0"/>
              <a:t>n.</a:t>
            </a:r>
            <a:endParaRPr lang="en-US" dirty="0"/>
          </a:p>
        </p:txBody>
      </p:sp>
      <p:graphicFrame>
        <p:nvGraphicFramePr>
          <p:cNvPr id="4" name="Object 3"/>
          <p:cNvGraphicFramePr>
            <a:graphicFrameLocks noChangeAspect="1"/>
          </p:cNvGraphicFramePr>
          <p:nvPr>
            <p:extLst>
              <p:ext uri="{D42A27DB-BD31-4B8C-83A1-F6EECF244321}">
                <p14:modId xmlns:p14="http://schemas.microsoft.com/office/powerpoint/2010/main" val="1206667497"/>
              </p:ext>
            </p:extLst>
          </p:nvPr>
        </p:nvGraphicFramePr>
        <p:xfrm>
          <a:off x="3689350" y="4225925"/>
          <a:ext cx="1765300" cy="1371600"/>
        </p:xfrm>
        <a:graphic>
          <a:graphicData uri="http://schemas.openxmlformats.org/presentationml/2006/ole">
            <mc:AlternateContent xmlns:mc="http://schemas.openxmlformats.org/markup-compatibility/2006">
              <mc:Choice xmlns:v="urn:schemas-microsoft-com:vml" Requires="v">
                <p:oleObj name="Equation" r:id="rId6" imgW="1765080" imgH="1371600" progId="Equation.DSMT4">
                  <p:embed/>
                </p:oleObj>
              </mc:Choice>
              <mc:Fallback>
                <p:oleObj name="Equation" r:id="rId6" imgW="1765080" imgH="1371600" progId="Equation.DSMT4">
                  <p:embed/>
                  <p:pic>
                    <p:nvPicPr>
                      <p:cNvPr id="0" name=""/>
                      <p:cNvPicPr/>
                      <p:nvPr/>
                    </p:nvPicPr>
                    <p:blipFill>
                      <a:blip r:embed="rId7"/>
                      <a:stretch>
                        <a:fillRect/>
                      </a:stretch>
                    </p:blipFill>
                    <p:spPr>
                      <a:xfrm>
                        <a:off x="3689350" y="4225925"/>
                        <a:ext cx="1765300" cy="1371600"/>
                      </a:xfrm>
                      <a:prstGeom prst="rect">
                        <a:avLst/>
                      </a:prstGeom>
                    </p:spPr>
                  </p:pic>
                </p:oleObj>
              </mc:Fallback>
            </mc:AlternateContent>
          </a:graphicData>
        </a:graphic>
      </p:graphicFrame>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49</a:t>
            </a:fld>
            <a:endParaRPr lang="en-US" dirty="0"/>
          </a:p>
        </p:txBody>
      </p:sp>
    </p:spTree>
    <p:extLst>
      <p:ext uri="{BB962C8B-B14F-4D97-AF65-F5344CB8AC3E}">
        <p14:creationId xmlns:p14="http://schemas.microsoft.com/office/powerpoint/2010/main" val="27362538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IN" sz="3600" dirty="0"/>
              <a:t>Group Standard Deviation</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36000" y="57509"/>
            <a:ext cx="449580" cy="1476323"/>
          </a:xfrm>
        </p:spPr>
        <p:txBody>
          <a:bodyPr vert="vert" rIns="0"/>
          <a:lstStyle/>
          <a:p>
            <a:pPr marL="1025525" indent="-1025525"/>
            <a:r>
              <a:rPr lang="en-US" b="1" dirty="0"/>
              <a:t>L</a:t>
            </a:r>
            <a:r>
              <a:rPr lang="en-US" sz="100" b="1" dirty="0"/>
              <a:t> </a:t>
            </a:r>
            <a:r>
              <a:rPr lang="en-US" b="1" dirty="0"/>
              <a:t>O 4.10</a:t>
            </a:r>
            <a:endParaRPr lang="en-IN" b="1" dirty="0"/>
          </a:p>
        </p:txBody>
      </p:sp>
      <p:sp>
        <p:nvSpPr>
          <p:cNvPr id="7" name="Content Placeholder 6"/>
          <p:cNvSpPr>
            <a:spLocks noGrp="1"/>
          </p:cNvSpPr>
          <p:nvPr>
            <p:ph sz="quarter" idx="14"/>
          </p:nvPr>
        </p:nvSpPr>
        <p:spPr>
          <a:xfrm>
            <a:off x="342900" y="1260476"/>
            <a:ext cx="8191500" cy="2849706"/>
          </a:xfrm>
        </p:spPr>
        <p:txBody>
          <a:bodyPr/>
          <a:lstStyle/>
          <a:p>
            <a:pPr marL="292608" indent="-292608">
              <a:buFont typeface="Arial" panose="020B0604020202020204" pitchFamily="34" charset="0"/>
              <a:buChar char="•"/>
            </a:pPr>
            <a:r>
              <a:rPr lang="en-US" dirty="0"/>
              <a:t>We then estimate the standard deviation by subtracting the estimated mean from each class midpoint, squaring the difference, multiplying by the class frequency, taking the sum over all classes to obtain the sum of squared deviations about the mean, dividing by </a:t>
            </a:r>
            <a:r>
              <a:rPr lang="en-US" i="1" dirty="0"/>
              <a:t>n</a:t>
            </a:r>
            <a:r>
              <a:rPr lang="en-US" dirty="0"/>
              <a:t> − 1, and taking the square root. </a:t>
            </a:r>
            <a:r>
              <a:rPr lang="en-US" i="1" dirty="0"/>
              <a:t>Avoid the common mistake of “rounding off” the mean before subtracting it from each midpoint</a:t>
            </a:r>
            <a:r>
              <a:rPr lang="en-US" dirty="0"/>
              <a:t>.</a:t>
            </a:r>
            <a:endParaRPr lang="en-IN" dirty="0"/>
          </a:p>
        </p:txBody>
      </p:sp>
      <p:graphicFrame>
        <p:nvGraphicFramePr>
          <p:cNvPr id="4" name="Object 3"/>
          <p:cNvGraphicFramePr>
            <a:graphicFrameLocks noChangeAspect="1"/>
          </p:cNvGraphicFramePr>
          <p:nvPr>
            <p:extLst>
              <p:ext uri="{D42A27DB-BD31-4B8C-83A1-F6EECF244321}">
                <p14:modId xmlns:p14="http://schemas.microsoft.com/office/powerpoint/2010/main" val="1593322004"/>
              </p:ext>
            </p:extLst>
          </p:nvPr>
        </p:nvGraphicFramePr>
        <p:xfrm>
          <a:off x="3048000" y="4464050"/>
          <a:ext cx="2781300" cy="1384300"/>
        </p:xfrm>
        <a:graphic>
          <a:graphicData uri="http://schemas.openxmlformats.org/presentationml/2006/ole">
            <mc:AlternateContent xmlns:mc="http://schemas.openxmlformats.org/markup-compatibility/2006">
              <mc:Choice xmlns:v="urn:schemas-microsoft-com:vml" Requires="v">
                <p:oleObj name="Equation" r:id="rId2" imgW="2781000" imgH="1384200" progId="Equation.DSMT4">
                  <p:embed/>
                </p:oleObj>
              </mc:Choice>
              <mc:Fallback>
                <p:oleObj name="Equation" r:id="rId2" imgW="2781000" imgH="1384200" progId="Equation.DSMT4">
                  <p:embed/>
                  <p:pic>
                    <p:nvPicPr>
                      <p:cNvPr id="0" name=""/>
                      <p:cNvPicPr/>
                      <p:nvPr/>
                    </p:nvPicPr>
                    <p:blipFill>
                      <a:blip r:embed="rId3"/>
                      <a:stretch>
                        <a:fillRect/>
                      </a:stretch>
                    </p:blipFill>
                    <p:spPr>
                      <a:xfrm>
                        <a:off x="3048000" y="4464050"/>
                        <a:ext cx="2781300" cy="1384300"/>
                      </a:xfrm>
                      <a:prstGeom prst="rect">
                        <a:avLst/>
                      </a:prstGeom>
                    </p:spPr>
                  </p:pic>
                </p:oleObj>
              </mc:Fallback>
            </mc:AlternateContent>
          </a:graphicData>
        </a:graphic>
      </p:graphicFrame>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50</a:t>
            </a:fld>
            <a:endParaRPr lang="en-US" dirty="0"/>
          </a:p>
        </p:txBody>
      </p:sp>
    </p:spTree>
    <p:extLst>
      <p:ext uri="{BB962C8B-B14F-4D97-AF65-F5344CB8AC3E}">
        <p14:creationId xmlns:p14="http://schemas.microsoft.com/office/powerpoint/2010/main" val="932658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69D3560-6BFB-E826-F24B-447EE3DEC2B0}"/>
              </a:ext>
            </a:extLst>
          </p:cNvPr>
          <p:cNvSpPr>
            <a:spLocks noGrp="1"/>
          </p:cNvSpPr>
          <p:nvPr>
            <p:ph type="title"/>
          </p:nvPr>
        </p:nvSpPr>
        <p:spPr>
          <a:xfrm>
            <a:off x="342900" y="192490"/>
            <a:ext cx="7855169" cy="903231"/>
          </a:xfrm>
        </p:spPr>
        <p:txBody>
          <a:bodyPr>
            <a:normAutofit/>
          </a:bodyPr>
          <a:lstStyle/>
          <a:p>
            <a:r>
              <a:rPr lang="en-IN" sz="3600" dirty="0"/>
              <a:t>Grouped Data</a:t>
            </a:r>
          </a:p>
        </p:txBody>
      </p:sp>
      <p:sp>
        <p:nvSpPr>
          <p:cNvPr id="17" name="Content Placeholder 2">
            <a:extLst>
              <a:ext uri="{FF2B5EF4-FFF2-40B4-BE49-F238E27FC236}">
                <a16:creationId xmlns:a16="http://schemas.microsoft.com/office/drawing/2014/main" id="{2ECA9D99-57DA-5516-7A83-0076A7EABF26}"/>
              </a:ext>
            </a:extLst>
          </p:cNvPr>
          <p:cNvSpPr>
            <a:spLocks noGrp="1"/>
          </p:cNvSpPr>
          <p:nvPr>
            <p:ph sz="quarter" idx="15"/>
          </p:nvPr>
        </p:nvSpPr>
        <p:spPr>
          <a:xfrm>
            <a:off x="8599715" y="52853"/>
            <a:ext cx="489693" cy="1374016"/>
          </a:xfrm>
        </p:spPr>
        <p:txBody>
          <a:bodyPr vert="vert" rIns="0"/>
          <a:lstStyle/>
          <a:p>
            <a:pPr marL="1025525" indent="-1025525"/>
            <a:r>
              <a:rPr lang="en-US" b="1" dirty="0"/>
              <a:t>L</a:t>
            </a:r>
            <a:r>
              <a:rPr lang="en-US" sz="100" b="1" dirty="0"/>
              <a:t> </a:t>
            </a:r>
            <a:r>
              <a:rPr lang="en-US" b="1" dirty="0"/>
              <a:t>O 4.10</a:t>
            </a:r>
            <a:endParaRPr lang="en-IN" b="1" dirty="0"/>
          </a:p>
        </p:txBody>
      </p:sp>
      <p:sp>
        <p:nvSpPr>
          <p:cNvPr id="9" name="Content Placeholder 8">
            <a:extLst>
              <a:ext uri="{FF2B5EF4-FFF2-40B4-BE49-F238E27FC236}">
                <a16:creationId xmlns:a16="http://schemas.microsoft.com/office/drawing/2014/main" id="{42183001-61BE-F255-0139-A8AEE030BD7D}"/>
              </a:ext>
            </a:extLst>
          </p:cNvPr>
          <p:cNvSpPr>
            <a:spLocks noGrp="1"/>
          </p:cNvSpPr>
          <p:nvPr>
            <p:ph sz="quarter" idx="11"/>
          </p:nvPr>
        </p:nvSpPr>
        <p:spPr>
          <a:xfrm>
            <a:off x="342900" y="1391010"/>
            <a:ext cx="6062759" cy="394435"/>
          </a:xfrm>
        </p:spPr>
        <p:txBody>
          <a:bodyPr/>
          <a:lstStyle/>
          <a:p>
            <a:r>
              <a:rPr lang="en-IN" sz="1600" b="1" dirty="0"/>
              <a:t>Worksheet for Grouped Cholesterol Medication Data (</a:t>
            </a:r>
            <a:r>
              <a:rPr lang="en-IN" sz="1600" b="1" i="1" dirty="0"/>
              <a:t>n = 47</a:t>
            </a:r>
            <a:r>
              <a:rPr lang="en-IN" sz="1600" b="1" dirty="0"/>
              <a:t>)</a:t>
            </a:r>
          </a:p>
        </p:txBody>
      </p:sp>
      <p:pic>
        <p:nvPicPr>
          <p:cNvPr id="15" name="Picture 14">
            <a:extLst>
              <a:ext uri="{FF2B5EF4-FFF2-40B4-BE49-F238E27FC236}">
                <a16:creationId xmlns:a16="http://schemas.microsoft.com/office/drawing/2014/main" id="{4E544CDE-23CE-A85D-A715-6840B7C0C9AD}"/>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405659" y="1426868"/>
            <a:ext cx="322461" cy="272077"/>
          </a:xfrm>
          <a:prstGeom prst="rect">
            <a:avLst/>
          </a:prstGeom>
        </p:spPr>
      </p:pic>
      <p:sp>
        <p:nvSpPr>
          <p:cNvPr id="12" name="Content Placeholder 11">
            <a:extLst>
              <a:ext uri="{FF2B5EF4-FFF2-40B4-BE49-F238E27FC236}">
                <a16:creationId xmlns:a16="http://schemas.microsoft.com/office/drawing/2014/main" id="{77F2593C-73E2-4B26-4DED-B04F1DFFAA7A}"/>
              </a:ext>
            </a:extLst>
          </p:cNvPr>
          <p:cNvSpPr>
            <a:spLocks noGrp="1"/>
          </p:cNvSpPr>
          <p:nvPr>
            <p:ph sz="quarter" idx="14"/>
          </p:nvPr>
        </p:nvSpPr>
        <p:spPr>
          <a:xfrm>
            <a:off x="6781020" y="1382478"/>
            <a:ext cx="1009595" cy="394435"/>
          </a:xfrm>
        </p:spPr>
        <p:txBody>
          <a:bodyPr/>
          <a:lstStyle/>
          <a:p>
            <a:r>
              <a:rPr lang="en-IN" sz="1600" b="1" dirty="0" err="1">
                <a:solidFill>
                  <a:srgbClr val="A9131A"/>
                </a:solidFill>
              </a:rPr>
              <a:t>RxPrice</a:t>
            </a:r>
            <a:endParaRPr lang="en-IN" sz="1600" b="1" dirty="0">
              <a:solidFill>
                <a:srgbClr val="A9131A"/>
              </a:solidFill>
            </a:endParaRPr>
          </a:p>
        </p:txBody>
      </p:sp>
      <p:graphicFrame>
        <p:nvGraphicFramePr>
          <p:cNvPr id="5" name="Table 4">
            <a:extLst>
              <a:ext uri="{FF2B5EF4-FFF2-40B4-BE49-F238E27FC236}">
                <a16:creationId xmlns:a16="http://schemas.microsoft.com/office/drawing/2014/main" id="{7E1684B0-09BA-9B51-6E74-C29150E43812}"/>
              </a:ext>
            </a:extLst>
          </p:cNvPr>
          <p:cNvGraphicFramePr>
            <a:graphicFrameLocks noGrp="1"/>
          </p:cNvGraphicFramePr>
          <p:nvPr/>
        </p:nvGraphicFramePr>
        <p:xfrm>
          <a:off x="501505" y="1851910"/>
          <a:ext cx="7031411" cy="3409870"/>
        </p:xfrm>
        <a:graphic>
          <a:graphicData uri="http://schemas.openxmlformats.org/drawingml/2006/table">
            <a:tbl>
              <a:tblPr firstRow="1" bandRow="1">
                <a:tableStyleId>{5C22544A-7EE6-4342-B048-85BDC9FD1C3A}</a:tableStyleId>
              </a:tblPr>
              <a:tblGrid>
                <a:gridCol w="656511">
                  <a:extLst>
                    <a:ext uri="{9D8B030D-6E8A-4147-A177-3AD203B41FA5}">
                      <a16:colId xmlns:a16="http://schemas.microsoft.com/office/drawing/2014/main" val="2088101142"/>
                    </a:ext>
                  </a:extLst>
                </a:gridCol>
                <a:gridCol w="539049">
                  <a:extLst>
                    <a:ext uri="{9D8B030D-6E8A-4147-A177-3AD203B41FA5}">
                      <a16:colId xmlns:a16="http://schemas.microsoft.com/office/drawing/2014/main" val="1203900760"/>
                    </a:ext>
                  </a:extLst>
                </a:gridCol>
                <a:gridCol w="806427">
                  <a:extLst>
                    <a:ext uri="{9D8B030D-6E8A-4147-A177-3AD203B41FA5}">
                      <a16:colId xmlns:a16="http://schemas.microsoft.com/office/drawing/2014/main" val="4069217364"/>
                    </a:ext>
                  </a:extLst>
                </a:gridCol>
                <a:gridCol w="704041">
                  <a:extLst>
                    <a:ext uri="{9D8B030D-6E8A-4147-A177-3AD203B41FA5}">
                      <a16:colId xmlns:a16="http://schemas.microsoft.com/office/drawing/2014/main" val="2539265915"/>
                    </a:ext>
                  </a:extLst>
                </a:gridCol>
                <a:gridCol w="956442">
                  <a:extLst>
                    <a:ext uri="{9D8B030D-6E8A-4147-A177-3AD203B41FA5}">
                      <a16:colId xmlns:a16="http://schemas.microsoft.com/office/drawing/2014/main" val="1105619866"/>
                    </a:ext>
                  </a:extLst>
                </a:gridCol>
                <a:gridCol w="1103586">
                  <a:extLst>
                    <a:ext uri="{9D8B030D-6E8A-4147-A177-3AD203B41FA5}">
                      <a16:colId xmlns:a16="http://schemas.microsoft.com/office/drawing/2014/main" val="1845162248"/>
                    </a:ext>
                  </a:extLst>
                </a:gridCol>
                <a:gridCol w="1093076">
                  <a:extLst>
                    <a:ext uri="{9D8B030D-6E8A-4147-A177-3AD203B41FA5}">
                      <a16:colId xmlns:a16="http://schemas.microsoft.com/office/drawing/2014/main" val="1717556454"/>
                    </a:ext>
                  </a:extLst>
                </a:gridCol>
                <a:gridCol w="1172279">
                  <a:extLst>
                    <a:ext uri="{9D8B030D-6E8A-4147-A177-3AD203B41FA5}">
                      <a16:colId xmlns:a16="http://schemas.microsoft.com/office/drawing/2014/main" val="1056097519"/>
                    </a:ext>
                  </a:extLst>
                </a:gridCol>
              </a:tblGrid>
              <a:tr h="327439">
                <a:tc>
                  <a:txBody>
                    <a:bodyPr/>
                    <a:lstStyle/>
                    <a:p>
                      <a:endParaRPr lang="en-IN" sz="1600" dirty="0"/>
                    </a:p>
                  </a:txBody>
                  <a:tcPr/>
                </a:tc>
                <a:tc>
                  <a:txBody>
                    <a:bodyPr/>
                    <a:lstStyle/>
                    <a:p>
                      <a:endParaRPr lang="en-IN" sz="1600" dirty="0"/>
                    </a:p>
                  </a:txBody>
                  <a:tcPr/>
                </a:tc>
                <a:tc>
                  <a:txBody>
                    <a:bodyPr/>
                    <a:lstStyle/>
                    <a:p>
                      <a:endParaRPr lang="en-IN" sz="160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extLst>
                  <a:ext uri="{0D108BD9-81ED-4DB2-BD59-A6C34878D82A}">
                    <a16:rowId xmlns:a16="http://schemas.microsoft.com/office/drawing/2014/main" val="3335336359"/>
                  </a:ext>
                </a:extLst>
              </a:tr>
              <a:tr h="392350">
                <a:tc>
                  <a:txBody>
                    <a:bodyPr/>
                    <a:lstStyle/>
                    <a:p>
                      <a:endParaRPr lang="en-IN" sz="160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extLst>
                  <a:ext uri="{0D108BD9-81ED-4DB2-BD59-A6C34878D82A}">
                    <a16:rowId xmlns:a16="http://schemas.microsoft.com/office/drawing/2014/main" val="2478984743"/>
                  </a:ext>
                </a:extLst>
              </a:tr>
              <a:tr h="283780">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extLst>
                  <a:ext uri="{0D108BD9-81ED-4DB2-BD59-A6C34878D82A}">
                    <a16:rowId xmlns:a16="http://schemas.microsoft.com/office/drawing/2014/main" val="831826973"/>
                  </a:ext>
                </a:extLst>
              </a:tr>
              <a:tr h="241737">
                <a:tc>
                  <a:txBody>
                    <a:bodyPr/>
                    <a:lstStyle/>
                    <a:p>
                      <a:endParaRPr lang="en-IN" sz="1600" dirty="0"/>
                    </a:p>
                  </a:txBody>
                  <a:tcPr/>
                </a:tc>
                <a:tc>
                  <a:txBody>
                    <a:bodyPr/>
                    <a:lstStyle/>
                    <a:p>
                      <a:endParaRPr lang="en-IN" sz="1600"/>
                    </a:p>
                  </a:txBody>
                  <a:tcPr/>
                </a:tc>
                <a:tc>
                  <a:txBody>
                    <a:bodyPr/>
                    <a:lstStyle/>
                    <a:p>
                      <a:endParaRPr lang="en-IN" sz="1600" dirty="0"/>
                    </a:p>
                  </a:txBody>
                  <a:tcPr/>
                </a:tc>
                <a:tc>
                  <a:txBody>
                    <a:bodyPr/>
                    <a:lstStyle/>
                    <a:p>
                      <a:endParaRPr lang="en-IN" sz="160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extLst>
                  <a:ext uri="{0D108BD9-81ED-4DB2-BD59-A6C34878D82A}">
                    <a16:rowId xmlns:a16="http://schemas.microsoft.com/office/drawing/2014/main" val="4255965991"/>
                  </a:ext>
                </a:extLst>
              </a:tr>
              <a:tr h="316361">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extLst>
                  <a:ext uri="{0D108BD9-81ED-4DB2-BD59-A6C34878D82A}">
                    <a16:rowId xmlns:a16="http://schemas.microsoft.com/office/drawing/2014/main" val="30502859"/>
                  </a:ext>
                </a:extLst>
              </a:tr>
              <a:tr h="0">
                <a:tc>
                  <a:txBody>
                    <a:bodyPr/>
                    <a:lstStyle/>
                    <a:p>
                      <a:endParaRPr lang="en-IN" sz="160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extLst>
                  <a:ext uri="{0D108BD9-81ED-4DB2-BD59-A6C34878D82A}">
                    <a16:rowId xmlns:a16="http://schemas.microsoft.com/office/drawing/2014/main" val="4162219815"/>
                  </a:ext>
                </a:extLst>
              </a:tr>
              <a:tr h="0">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extLst>
                  <a:ext uri="{0D108BD9-81ED-4DB2-BD59-A6C34878D82A}">
                    <a16:rowId xmlns:a16="http://schemas.microsoft.com/office/drawing/2014/main" val="4077848107"/>
                  </a:ext>
                </a:extLst>
              </a:tr>
              <a:tr h="0">
                <a:tc>
                  <a:txBody>
                    <a:bodyPr/>
                    <a:lstStyle/>
                    <a:p>
                      <a:endParaRPr lang="en-IN" sz="1600" dirty="0"/>
                    </a:p>
                  </a:txBody>
                  <a:tcPr/>
                </a:tc>
                <a:tc>
                  <a:txBody>
                    <a:bodyPr/>
                    <a:lstStyle/>
                    <a:p>
                      <a:endParaRPr lang="en-IN" sz="1600" dirty="0"/>
                    </a:p>
                  </a:txBody>
                  <a:tcPr/>
                </a:tc>
                <a:tc>
                  <a:txBody>
                    <a:bodyPr/>
                    <a:lstStyle/>
                    <a:p>
                      <a:endParaRPr lang="en-IN" sz="1600" dirty="0"/>
                    </a:p>
                  </a:txBody>
                  <a:tcPr>
                    <a:lnB w="12700" cap="flat" cmpd="sng" algn="ctr">
                      <a:solidFill>
                        <a:schemeClr val="tx1"/>
                      </a:solidFill>
                      <a:prstDash val="solid"/>
                      <a:round/>
                      <a:headEnd type="none" w="med" len="med"/>
                      <a:tailEnd type="none" w="med" len="med"/>
                    </a:lnB>
                  </a:tcPr>
                </a:tc>
                <a:tc>
                  <a:txBody>
                    <a:bodyPr/>
                    <a:lstStyle/>
                    <a:p>
                      <a:endParaRPr lang="en-IN" sz="1600" dirty="0"/>
                    </a:p>
                  </a:txBody>
                  <a:tcPr/>
                </a:tc>
                <a:tc>
                  <a:txBody>
                    <a:bodyPr/>
                    <a:lstStyle/>
                    <a:p>
                      <a:endParaRPr lang="en-IN" sz="1600" dirty="0"/>
                    </a:p>
                  </a:txBody>
                  <a:tcPr>
                    <a:lnB w="12700" cap="flat" cmpd="sng" algn="ctr">
                      <a:solidFill>
                        <a:schemeClr val="tx1"/>
                      </a:solidFill>
                      <a:prstDash val="solid"/>
                      <a:round/>
                      <a:headEnd type="none" w="med" len="med"/>
                      <a:tailEnd type="none" w="med" len="med"/>
                    </a:lnB>
                  </a:tcPr>
                </a:tc>
                <a:tc>
                  <a:txBody>
                    <a:bodyPr/>
                    <a:lstStyle/>
                    <a:p>
                      <a:endParaRPr lang="en-IN" sz="1600" dirty="0"/>
                    </a:p>
                  </a:txBody>
                  <a:tcPr/>
                </a:tc>
                <a:tc>
                  <a:txBody>
                    <a:bodyPr/>
                    <a:lstStyle/>
                    <a:p>
                      <a:endParaRPr lang="en-IN" sz="1600" dirty="0"/>
                    </a:p>
                  </a:txBody>
                  <a:tcPr/>
                </a:tc>
                <a:tc>
                  <a:txBody>
                    <a:bodyPr/>
                    <a:lstStyle/>
                    <a:p>
                      <a:endParaRPr lang="en-IN" sz="1600"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5173146"/>
                  </a:ext>
                </a:extLst>
              </a:tr>
              <a:tr h="0">
                <a:tc>
                  <a:txBody>
                    <a:bodyPr/>
                    <a:lstStyle/>
                    <a:p>
                      <a:endParaRPr lang="en-IN" sz="1600" dirty="0"/>
                    </a:p>
                  </a:txBody>
                  <a:tcPr/>
                </a:tc>
                <a:tc>
                  <a:txBody>
                    <a:bodyPr/>
                    <a:lstStyle/>
                    <a:p>
                      <a:endParaRPr lang="en-IN" sz="1600" dirty="0"/>
                    </a:p>
                  </a:txBody>
                  <a:tcPr/>
                </a:tc>
                <a:tc>
                  <a:txBody>
                    <a:bodyPr/>
                    <a:lstStyle/>
                    <a:p>
                      <a:endParaRPr lang="en-IN" sz="1600" dirty="0"/>
                    </a:p>
                  </a:txBody>
                  <a:tcPr>
                    <a:lnT w="12700" cap="flat" cmpd="sng" algn="ctr">
                      <a:solidFill>
                        <a:schemeClr val="tx1"/>
                      </a:solidFill>
                      <a:prstDash val="solid"/>
                      <a:round/>
                      <a:headEnd type="none" w="med" len="med"/>
                      <a:tailEnd type="none" w="med" len="med"/>
                    </a:lnT>
                  </a:tcPr>
                </a:tc>
                <a:tc>
                  <a:txBody>
                    <a:bodyPr/>
                    <a:lstStyle/>
                    <a:p>
                      <a:endParaRPr lang="en-IN" sz="1600" dirty="0"/>
                    </a:p>
                  </a:txBody>
                  <a:tcPr/>
                </a:tc>
                <a:tc>
                  <a:txBody>
                    <a:bodyPr/>
                    <a:lstStyle/>
                    <a:p>
                      <a:endParaRPr lang="en-IN" sz="1600" dirty="0"/>
                    </a:p>
                  </a:txBody>
                  <a:tcPr>
                    <a:lnT w="12700" cap="flat" cmpd="sng" algn="ctr">
                      <a:solidFill>
                        <a:schemeClr val="tx1"/>
                      </a:solidFill>
                      <a:prstDash val="solid"/>
                      <a:round/>
                      <a:headEnd type="none" w="med" len="med"/>
                      <a:tailEnd type="none" w="med" len="med"/>
                    </a:lnT>
                  </a:tcPr>
                </a:tc>
                <a:tc>
                  <a:txBody>
                    <a:bodyPr/>
                    <a:lstStyle/>
                    <a:p>
                      <a:endParaRPr lang="en-IN" sz="1600" dirty="0"/>
                    </a:p>
                  </a:txBody>
                  <a:tcPr/>
                </a:tc>
                <a:tc>
                  <a:txBody>
                    <a:bodyPr/>
                    <a:lstStyle/>
                    <a:p>
                      <a:endParaRPr lang="en-IN" sz="1600" dirty="0"/>
                    </a:p>
                  </a:txBody>
                  <a:tcPr/>
                </a:tc>
                <a:tc>
                  <a:txBody>
                    <a:bodyPr/>
                    <a:lstStyle/>
                    <a:p>
                      <a:endParaRPr lang="en-IN" sz="1600" dirty="0"/>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236033619"/>
                  </a:ext>
                </a:extLst>
              </a:tr>
              <a:tr h="0">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tc>
                  <a:txBody>
                    <a:bodyPr/>
                    <a:lstStyle/>
                    <a:p>
                      <a:endParaRPr lang="en-IN" sz="1600" dirty="0"/>
                    </a:p>
                  </a:txBody>
                  <a:tcPr/>
                </a:tc>
                <a:extLst>
                  <a:ext uri="{0D108BD9-81ED-4DB2-BD59-A6C34878D82A}">
                    <a16:rowId xmlns:a16="http://schemas.microsoft.com/office/drawing/2014/main" val="249809055"/>
                  </a:ext>
                </a:extLst>
              </a:tr>
            </a:tbl>
          </a:graphicData>
        </a:graphic>
      </p:graphicFrame>
      <p:graphicFrame>
        <p:nvGraphicFramePr>
          <p:cNvPr id="6" name="Object 5">
            <a:extLst>
              <a:ext uri="{FF2B5EF4-FFF2-40B4-BE49-F238E27FC236}">
                <a16:creationId xmlns:a16="http://schemas.microsoft.com/office/drawing/2014/main" id="{5ED3EA30-C702-5BCD-B172-D2AA99D0B01B}"/>
              </a:ext>
            </a:extLst>
          </p:cNvPr>
          <p:cNvGraphicFramePr>
            <a:graphicFrameLocks noChangeAspect="1"/>
          </p:cNvGraphicFramePr>
          <p:nvPr>
            <p:extLst>
              <p:ext uri="{D42A27DB-BD31-4B8C-83A1-F6EECF244321}">
                <p14:modId xmlns:p14="http://schemas.microsoft.com/office/powerpoint/2010/main" val="1009992913"/>
              </p:ext>
            </p:extLst>
          </p:nvPr>
        </p:nvGraphicFramePr>
        <p:xfrm>
          <a:off x="608305" y="1922918"/>
          <a:ext cx="407988" cy="171450"/>
        </p:xfrm>
        <a:graphic>
          <a:graphicData uri="http://schemas.openxmlformats.org/presentationml/2006/ole">
            <mc:AlternateContent xmlns:mc="http://schemas.openxmlformats.org/markup-compatibility/2006">
              <mc:Choice xmlns:v="urn:schemas-microsoft-com:vml" Requires="v">
                <p:oleObj name="Equation" r:id="rId3" imgW="419040" imgH="177480" progId="Equation.DSMT4">
                  <p:embed/>
                </p:oleObj>
              </mc:Choice>
              <mc:Fallback>
                <p:oleObj name="Equation" r:id="rId3" imgW="419040" imgH="177480" progId="Equation.DSMT4">
                  <p:embed/>
                  <p:pic>
                    <p:nvPicPr>
                      <p:cNvPr id="6" name="Object 5">
                        <a:extLst>
                          <a:ext uri="{FF2B5EF4-FFF2-40B4-BE49-F238E27FC236}">
                            <a16:creationId xmlns:a16="http://schemas.microsoft.com/office/drawing/2014/main" id="{5ED3EA30-C702-5BCD-B172-D2AA99D0B01B}"/>
                          </a:ext>
                        </a:extLst>
                      </p:cNvPr>
                      <p:cNvPicPr/>
                      <p:nvPr/>
                    </p:nvPicPr>
                    <p:blipFill>
                      <a:blip r:embed="rId4"/>
                      <a:stretch>
                        <a:fillRect/>
                      </a:stretch>
                    </p:blipFill>
                    <p:spPr>
                      <a:xfrm>
                        <a:off x="608305" y="1922918"/>
                        <a:ext cx="407988" cy="17145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BC4BAAAD-0D75-C314-35D6-2CB64E9747BC}"/>
              </a:ext>
            </a:extLst>
          </p:cNvPr>
          <p:cNvGraphicFramePr>
            <a:graphicFrameLocks noChangeAspect="1"/>
          </p:cNvGraphicFramePr>
          <p:nvPr>
            <p:extLst>
              <p:ext uri="{D42A27DB-BD31-4B8C-83A1-F6EECF244321}">
                <p14:modId xmlns:p14="http://schemas.microsoft.com/office/powerpoint/2010/main" val="1949716717"/>
              </p:ext>
            </p:extLst>
          </p:nvPr>
        </p:nvGraphicFramePr>
        <p:xfrm>
          <a:off x="1319003" y="1940600"/>
          <a:ext cx="222250" cy="173037"/>
        </p:xfrm>
        <a:graphic>
          <a:graphicData uri="http://schemas.openxmlformats.org/presentationml/2006/ole">
            <mc:AlternateContent xmlns:mc="http://schemas.openxmlformats.org/markup-compatibility/2006">
              <mc:Choice xmlns:v="urn:schemas-microsoft-com:vml" Requires="v">
                <p:oleObj name="Equation" r:id="rId5" imgW="228600" imgH="177480" progId="Equation.DSMT4">
                  <p:embed/>
                </p:oleObj>
              </mc:Choice>
              <mc:Fallback>
                <p:oleObj name="Equation" r:id="rId5" imgW="228600" imgH="177480" progId="Equation.DSMT4">
                  <p:embed/>
                  <p:pic>
                    <p:nvPicPr>
                      <p:cNvPr id="7" name="Object 6">
                        <a:extLst>
                          <a:ext uri="{FF2B5EF4-FFF2-40B4-BE49-F238E27FC236}">
                            <a16:creationId xmlns:a16="http://schemas.microsoft.com/office/drawing/2014/main" id="{BC4BAAAD-0D75-C314-35D6-2CB64E9747BC}"/>
                          </a:ext>
                        </a:extLst>
                      </p:cNvPr>
                      <p:cNvPicPr/>
                      <p:nvPr/>
                    </p:nvPicPr>
                    <p:blipFill>
                      <a:blip r:embed="rId6"/>
                      <a:stretch>
                        <a:fillRect/>
                      </a:stretch>
                    </p:blipFill>
                    <p:spPr>
                      <a:xfrm>
                        <a:off x="1319003" y="1940600"/>
                        <a:ext cx="222250" cy="173037"/>
                      </a:xfrm>
                      <a:prstGeom prst="rect">
                        <a:avLst/>
                      </a:prstGeom>
                    </p:spPr>
                  </p:pic>
                </p:oleObj>
              </mc:Fallback>
            </mc:AlternateContent>
          </a:graphicData>
        </a:graphic>
      </p:graphicFrame>
      <p:graphicFrame>
        <p:nvGraphicFramePr>
          <p:cNvPr id="10" name="Object 9">
            <a:extLst>
              <a:ext uri="{FF2B5EF4-FFF2-40B4-BE49-F238E27FC236}">
                <a16:creationId xmlns:a16="http://schemas.microsoft.com/office/drawing/2014/main" id="{2AAE310C-2D0E-AC00-96D1-72512CD8BB9D}"/>
              </a:ext>
            </a:extLst>
          </p:cNvPr>
          <p:cNvGraphicFramePr>
            <a:graphicFrameLocks noChangeAspect="1"/>
          </p:cNvGraphicFramePr>
          <p:nvPr>
            <p:extLst>
              <p:ext uri="{D42A27DB-BD31-4B8C-83A1-F6EECF244321}">
                <p14:modId xmlns:p14="http://schemas.microsoft.com/office/powerpoint/2010/main" val="3579427114"/>
              </p:ext>
            </p:extLst>
          </p:nvPr>
        </p:nvGraphicFramePr>
        <p:xfrm>
          <a:off x="1995488" y="1890713"/>
          <a:ext cx="174625" cy="234950"/>
        </p:xfrm>
        <a:graphic>
          <a:graphicData uri="http://schemas.openxmlformats.org/presentationml/2006/ole">
            <mc:AlternateContent xmlns:mc="http://schemas.openxmlformats.org/markup-compatibility/2006">
              <mc:Choice xmlns:v="urn:schemas-microsoft-com:vml" Requires="v">
                <p:oleObj name="Equation" r:id="rId7" imgW="177480" imgH="241200" progId="Equation.DSMT4">
                  <p:embed/>
                </p:oleObj>
              </mc:Choice>
              <mc:Fallback>
                <p:oleObj name="Equation" r:id="rId7" imgW="177480" imgH="241200" progId="Equation.DSMT4">
                  <p:embed/>
                  <p:pic>
                    <p:nvPicPr>
                      <p:cNvPr id="10" name="Object 9">
                        <a:extLst>
                          <a:ext uri="{FF2B5EF4-FFF2-40B4-BE49-F238E27FC236}">
                            <a16:creationId xmlns:a16="http://schemas.microsoft.com/office/drawing/2014/main" id="{2AAE310C-2D0E-AC00-96D1-72512CD8BB9D}"/>
                          </a:ext>
                        </a:extLst>
                      </p:cNvPr>
                      <p:cNvPicPr/>
                      <p:nvPr/>
                    </p:nvPicPr>
                    <p:blipFill>
                      <a:blip r:embed="rId8"/>
                      <a:stretch>
                        <a:fillRect/>
                      </a:stretch>
                    </p:blipFill>
                    <p:spPr>
                      <a:xfrm>
                        <a:off x="1995488" y="1890713"/>
                        <a:ext cx="174625" cy="234950"/>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C9DEF385-718A-0DAC-01B6-C063A22234B8}"/>
              </a:ext>
            </a:extLst>
          </p:cNvPr>
          <p:cNvGraphicFramePr>
            <a:graphicFrameLocks noChangeAspect="1"/>
          </p:cNvGraphicFramePr>
          <p:nvPr>
            <p:extLst>
              <p:ext uri="{D42A27DB-BD31-4B8C-83A1-F6EECF244321}">
                <p14:modId xmlns:p14="http://schemas.microsoft.com/office/powerpoint/2010/main" val="2908222808"/>
              </p:ext>
            </p:extLst>
          </p:nvPr>
        </p:nvGraphicFramePr>
        <p:xfrm>
          <a:off x="2779616" y="1893950"/>
          <a:ext cx="209550" cy="231775"/>
        </p:xfrm>
        <a:graphic>
          <a:graphicData uri="http://schemas.openxmlformats.org/presentationml/2006/ole">
            <mc:AlternateContent xmlns:mc="http://schemas.openxmlformats.org/markup-compatibility/2006">
              <mc:Choice xmlns:v="urn:schemas-microsoft-com:vml" Requires="v">
                <p:oleObj name="Equation" r:id="rId9" imgW="215640" imgH="241200" progId="Equation.DSMT4">
                  <p:embed/>
                </p:oleObj>
              </mc:Choice>
              <mc:Fallback>
                <p:oleObj name="Equation" r:id="rId9" imgW="215640" imgH="241200" progId="Equation.DSMT4">
                  <p:embed/>
                  <p:pic>
                    <p:nvPicPr>
                      <p:cNvPr id="11" name="Object 10">
                        <a:extLst>
                          <a:ext uri="{FF2B5EF4-FFF2-40B4-BE49-F238E27FC236}">
                            <a16:creationId xmlns:a16="http://schemas.microsoft.com/office/drawing/2014/main" id="{C9DEF385-718A-0DAC-01B6-C063A22234B8}"/>
                          </a:ext>
                        </a:extLst>
                      </p:cNvPr>
                      <p:cNvPicPr/>
                      <p:nvPr/>
                    </p:nvPicPr>
                    <p:blipFill>
                      <a:blip r:embed="rId10"/>
                      <a:stretch>
                        <a:fillRect/>
                      </a:stretch>
                    </p:blipFill>
                    <p:spPr>
                      <a:xfrm>
                        <a:off x="2779616" y="1893950"/>
                        <a:ext cx="209550" cy="231775"/>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49AB245B-4183-2AC0-8D18-771C17C79D7E}"/>
              </a:ext>
            </a:extLst>
          </p:cNvPr>
          <p:cNvGraphicFramePr>
            <a:graphicFrameLocks noChangeAspect="1"/>
          </p:cNvGraphicFramePr>
          <p:nvPr>
            <p:extLst>
              <p:ext uri="{D42A27DB-BD31-4B8C-83A1-F6EECF244321}">
                <p14:modId xmlns:p14="http://schemas.microsoft.com/office/powerpoint/2010/main" val="3920685904"/>
              </p:ext>
            </p:extLst>
          </p:nvPr>
        </p:nvGraphicFramePr>
        <p:xfrm>
          <a:off x="3498645" y="1866973"/>
          <a:ext cx="417513" cy="282575"/>
        </p:xfrm>
        <a:graphic>
          <a:graphicData uri="http://schemas.openxmlformats.org/presentationml/2006/ole">
            <mc:AlternateContent xmlns:mc="http://schemas.openxmlformats.org/markup-compatibility/2006">
              <mc:Choice xmlns:v="urn:schemas-microsoft-com:vml" Requires="v">
                <p:oleObj name="Equation" r:id="rId11" imgW="355320" imgH="241200" progId="Equation.DSMT4">
                  <p:embed/>
                </p:oleObj>
              </mc:Choice>
              <mc:Fallback>
                <p:oleObj name="Equation" r:id="rId11" imgW="355320" imgH="241200" progId="Equation.DSMT4">
                  <p:embed/>
                  <p:pic>
                    <p:nvPicPr>
                      <p:cNvPr id="13" name="Object 12">
                        <a:extLst>
                          <a:ext uri="{FF2B5EF4-FFF2-40B4-BE49-F238E27FC236}">
                            <a16:creationId xmlns:a16="http://schemas.microsoft.com/office/drawing/2014/main" id="{49AB245B-4183-2AC0-8D18-771C17C79D7E}"/>
                          </a:ext>
                        </a:extLst>
                      </p:cNvPr>
                      <p:cNvPicPr/>
                      <p:nvPr/>
                    </p:nvPicPr>
                    <p:blipFill>
                      <a:blip r:embed="rId12"/>
                      <a:stretch>
                        <a:fillRect/>
                      </a:stretch>
                    </p:blipFill>
                    <p:spPr>
                      <a:xfrm>
                        <a:off x="3498645" y="1866973"/>
                        <a:ext cx="417513" cy="282575"/>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750E6803-7404-0179-5A01-EE25C232721C}"/>
              </a:ext>
            </a:extLst>
          </p:cNvPr>
          <p:cNvGraphicFramePr>
            <a:graphicFrameLocks noChangeAspect="1"/>
          </p:cNvGraphicFramePr>
          <p:nvPr>
            <p:extLst>
              <p:ext uri="{D42A27DB-BD31-4B8C-83A1-F6EECF244321}">
                <p14:modId xmlns:p14="http://schemas.microsoft.com/office/powerpoint/2010/main" val="3622787230"/>
              </p:ext>
            </p:extLst>
          </p:nvPr>
        </p:nvGraphicFramePr>
        <p:xfrm>
          <a:off x="4505508" y="1899105"/>
          <a:ext cx="469900" cy="241300"/>
        </p:xfrm>
        <a:graphic>
          <a:graphicData uri="http://schemas.openxmlformats.org/presentationml/2006/ole">
            <mc:AlternateContent xmlns:mc="http://schemas.openxmlformats.org/markup-compatibility/2006">
              <mc:Choice xmlns:v="urn:schemas-microsoft-com:vml" Requires="v">
                <p:oleObj name="Equation" r:id="rId13" imgW="469800" imgH="241200" progId="Equation.DSMT4">
                  <p:embed/>
                </p:oleObj>
              </mc:Choice>
              <mc:Fallback>
                <p:oleObj name="Equation" r:id="rId13" imgW="469800" imgH="241200" progId="Equation.DSMT4">
                  <p:embed/>
                  <p:pic>
                    <p:nvPicPr>
                      <p:cNvPr id="16" name="Object 15">
                        <a:extLst>
                          <a:ext uri="{FF2B5EF4-FFF2-40B4-BE49-F238E27FC236}">
                            <a16:creationId xmlns:a16="http://schemas.microsoft.com/office/drawing/2014/main" id="{750E6803-7404-0179-5A01-EE25C232721C}"/>
                          </a:ext>
                        </a:extLst>
                      </p:cNvPr>
                      <p:cNvPicPr/>
                      <p:nvPr/>
                    </p:nvPicPr>
                    <p:blipFill>
                      <a:blip r:embed="rId14"/>
                      <a:stretch>
                        <a:fillRect/>
                      </a:stretch>
                    </p:blipFill>
                    <p:spPr>
                      <a:xfrm>
                        <a:off x="4505508" y="1899105"/>
                        <a:ext cx="469900" cy="241300"/>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99CFAF71-2EA7-FB70-9831-DCE2C08CD1D8}"/>
              </a:ext>
            </a:extLst>
          </p:cNvPr>
          <p:cNvGraphicFramePr>
            <a:graphicFrameLocks noChangeAspect="1"/>
          </p:cNvGraphicFramePr>
          <p:nvPr>
            <p:extLst>
              <p:ext uri="{D42A27DB-BD31-4B8C-83A1-F6EECF244321}">
                <p14:modId xmlns:p14="http://schemas.microsoft.com/office/powerpoint/2010/main" val="2178013355"/>
              </p:ext>
            </p:extLst>
          </p:nvPr>
        </p:nvGraphicFramePr>
        <p:xfrm>
          <a:off x="5482558" y="1867958"/>
          <a:ext cx="622300" cy="304800"/>
        </p:xfrm>
        <a:graphic>
          <a:graphicData uri="http://schemas.openxmlformats.org/presentationml/2006/ole">
            <mc:AlternateContent xmlns:mc="http://schemas.openxmlformats.org/markup-compatibility/2006">
              <mc:Choice xmlns:v="urn:schemas-microsoft-com:vml" Requires="v">
                <p:oleObj name="Equation" r:id="rId15" imgW="622080" imgH="304560" progId="Equation.DSMT4">
                  <p:embed/>
                </p:oleObj>
              </mc:Choice>
              <mc:Fallback>
                <p:oleObj name="Equation" r:id="rId15" imgW="622080" imgH="304560" progId="Equation.DSMT4">
                  <p:embed/>
                  <p:pic>
                    <p:nvPicPr>
                      <p:cNvPr id="18" name="Object 17">
                        <a:extLst>
                          <a:ext uri="{FF2B5EF4-FFF2-40B4-BE49-F238E27FC236}">
                            <a16:creationId xmlns:a16="http://schemas.microsoft.com/office/drawing/2014/main" id="{99CFAF71-2EA7-FB70-9831-DCE2C08CD1D8}"/>
                          </a:ext>
                        </a:extLst>
                      </p:cNvPr>
                      <p:cNvPicPr/>
                      <p:nvPr/>
                    </p:nvPicPr>
                    <p:blipFill>
                      <a:blip r:embed="rId16"/>
                      <a:stretch>
                        <a:fillRect/>
                      </a:stretch>
                    </p:blipFill>
                    <p:spPr>
                      <a:xfrm>
                        <a:off x="5482558" y="1867958"/>
                        <a:ext cx="622300" cy="304800"/>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020F5910-8DEB-D18F-BA42-77F454122379}"/>
              </a:ext>
            </a:extLst>
          </p:cNvPr>
          <p:cNvGraphicFramePr>
            <a:graphicFrameLocks noChangeAspect="1"/>
          </p:cNvGraphicFramePr>
          <p:nvPr>
            <p:extLst>
              <p:ext uri="{D42A27DB-BD31-4B8C-83A1-F6EECF244321}">
                <p14:modId xmlns:p14="http://schemas.microsoft.com/office/powerpoint/2010/main" val="3294079625"/>
              </p:ext>
            </p:extLst>
          </p:nvPr>
        </p:nvGraphicFramePr>
        <p:xfrm>
          <a:off x="6559568" y="1874322"/>
          <a:ext cx="711200" cy="279400"/>
        </p:xfrm>
        <a:graphic>
          <a:graphicData uri="http://schemas.openxmlformats.org/presentationml/2006/ole">
            <mc:AlternateContent xmlns:mc="http://schemas.openxmlformats.org/markup-compatibility/2006">
              <mc:Choice xmlns:v="urn:schemas-microsoft-com:vml" Requires="v">
                <p:oleObj name="Equation" r:id="rId17" imgW="711000" imgH="279360" progId="Equation.DSMT4">
                  <p:embed/>
                </p:oleObj>
              </mc:Choice>
              <mc:Fallback>
                <p:oleObj name="Equation" r:id="rId17" imgW="711000" imgH="279360" progId="Equation.DSMT4">
                  <p:embed/>
                  <p:pic>
                    <p:nvPicPr>
                      <p:cNvPr id="19" name="Object 18">
                        <a:extLst>
                          <a:ext uri="{FF2B5EF4-FFF2-40B4-BE49-F238E27FC236}">
                            <a16:creationId xmlns:a16="http://schemas.microsoft.com/office/drawing/2014/main" id="{020F5910-8DEB-D18F-BA42-77F454122379}"/>
                          </a:ext>
                        </a:extLst>
                      </p:cNvPr>
                      <p:cNvPicPr/>
                      <p:nvPr/>
                    </p:nvPicPr>
                    <p:blipFill>
                      <a:blip r:embed="rId18"/>
                      <a:stretch>
                        <a:fillRect/>
                      </a:stretch>
                    </p:blipFill>
                    <p:spPr>
                      <a:xfrm>
                        <a:off x="6559568" y="1874322"/>
                        <a:ext cx="711200" cy="279400"/>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5050D464-1803-56A0-47AB-21E7A4710A77}"/>
              </a:ext>
            </a:extLst>
          </p:cNvPr>
          <p:cNvGraphicFramePr>
            <a:graphicFrameLocks noChangeAspect="1"/>
          </p:cNvGraphicFramePr>
          <p:nvPr>
            <p:extLst>
              <p:ext uri="{D42A27DB-BD31-4B8C-83A1-F6EECF244321}">
                <p14:modId xmlns:p14="http://schemas.microsoft.com/office/powerpoint/2010/main" val="3966086619"/>
              </p:ext>
            </p:extLst>
          </p:nvPr>
        </p:nvGraphicFramePr>
        <p:xfrm>
          <a:off x="668221" y="2307895"/>
          <a:ext cx="216535" cy="190342"/>
        </p:xfrm>
        <a:graphic>
          <a:graphicData uri="http://schemas.openxmlformats.org/presentationml/2006/ole">
            <mc:AlternateContent xmlns:mc="http://schemas.openxmlformats.org/markup-compatibility/2006">
              <mc:Choice xmlns:v="urn:schemas-microsoft-com:vml" Requires="v">
                <p:oleObj name="Equation" r:id="rId19" imgW="203040" imgH="177480" progId="Equation.DSMT4">
                  <p:embed/>
                </p:oleObj>
              </mc:Choice>
              <mc:Fallback>
                <p:oleObj name="Equation" r:id="rId19" imgW="203040" imgH="177480" progId="Equation.DSMT4">
                  <p:embed/>
                  <p:pic>
                    <p:nvPicPr>
                      <p:cNvPr id="20" name="Object 19">
                        <a:extLst>
                          <a:ext uri="{FF2B5EF4-FFF2-40B4-BE49-F238E27FC236}">
                            <a16:creationId xmlns:a16="http://schemas.microsoft.com/office/drawing/2014/main" id="{5050D464-1803-56A0-47AB-21E7A4710A77}"/>
                          </a:ext>
                        </a:extLst>
                      </p:cNvPr>
                      <p:cNvPicPr/>
                      <p:nvPr/>
                    </p:nvPicPr>
                    <p:blipFill>
                      <a:blip r:embed="rId20"/>
                      <a:stretch>
                        <a:fillRect/>
                      </a:stretch>
                    </p:blipFill>
                    <p:spPr>
                      <a:xfrm>
                        <a:off x="668221" y="2307895"/>
                        <a:ext cx="216535" cy="190342"/>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543EE76D-63D0-E3F7-A382-CAE5D27F6FB3}"/>
              </a:ext>
            </a:extLst>
          </p:cNvPr>
          <p:cNvGraphicFramePr>
            <a:graphicFrameLocks noChangeAspect="1"/>
          </p:cNvGraphicFramePr>
          <p:nvPr>
            <p:extLst>
              <p:ext uri="{D42A27DB-BD31-4B8C-83A1-F6EECF244321}">
                <p14:modId xmlns:p14="http://schemas.microsoft.com/office/powerpoint/2010/main" val="3459099892"/>
              </p:ext>
            </p:extLst>
          </p:nvPr>
        </p:nvGraphicFramePr>
        <p:xfrm>
          <a:off x="1303519" y="2293094"/>
          <a:ext cx="210705" cy="196273"/>
        </p:xfrm>
        <a:graphic>
          <a:graphicData uri="http://schemas.openxmlformats.org/presentationml/2006/ole">
            <mc:AlternateContent xmlns:mc="http://schemas.openxmlformats.org/markup-compatibility/2006">
              <mc:Choice xmlns:v="urn:schemas-microsoft-com:vml" Requires="v">
                <p:oleObj name="Equation" r:id="rId21" imgW="190440" imgH="177480" progId="Equation.DSMT4">
                  <p:embed/>
                </p:oleObj>
              </mc:Choice>
              <mc:Fallback>
                <p:oleObj name="Equation" r:id="rId21" imgW="190440" imgH="177480" progId="Equation.DSMT4">
                  <p:embed/>
                  <p:pic>
                    <p:nvPicPr>
                      <p:cNvPr id="23" name="Object 22">
                        <a:extLst>
                          <a:ext uri="{FF2B5EF4-FFF2-40B4-BE49-F238E27FC236}">
                            <a16:creationId xmlns:a16="http://schemas.microsoft.com/office/drawing/2014/main" id="{543EE76D-63D0-E3F7-A382-CAE5D27F6FB3}"/>
                          </a:ext>
                        </a:extLst>
                      </p:cNvPr>
                      <p:cNvPicPr/>
                      <p:nvPr/>
                    </p:nvPicPr>
                    <p:blipFill>
                      <a:blip r:embed="rId22"/>
                      <a:stretch>
                        <a:fillRect/>
                      </a:stretch>
                    </p:blipFill>
                    <p:spPr>
                      <a:xfrm>
                        <a:off x="1303519" y="2293094"/>
                        <a:ext cx="210705" cy="196273"/>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398357CE-05F3-C6B7-4055-F38946263D46}"/>
              </a:ext>
            </a:extLst>
          </p:cNvPr>
          <p:cNvGraphicFramePr>
            <a:graphicFrameLocks noChangeAspect="1"/>
          </p:cNvGraphicFramePr>
          <p:nvPr>
            <p:extLst>
              <p:ext uri="{D42A27DB-BD31-4B8C-83A1-F6EECF244321}">
                <p14:modId xmlns:p14="http://schemas.microsoft.com/office/powerpoint/2010/main" val="151139049"/>
              </p:ext>
            </p:extLst>
          </p:nvPr>
        </p:nvGraphicFramePr>
        <p:xfrm>
          <a:off x="1982738" y="2284330"/>
          <a:ext cx="153670" cy="215138"/>
        </p:xfrm>
        <a:graphic>
          <a:graphicData uri="http://schemas.openxmlformats.org/presentationml/2006/ole">
            <mc:AlternateContent xmlns:mc="http://schemas.openxmlformats.org/markup-compatibility/2006">
              <mc:Choice xmlns:v="urn:schemas-microsoft-com:vml" Requires="v">
                <p:oleObj name="Equation" r:id="rId23" imgW="126720" imgH="177480" progId="Equation.DSMT4">
                  <p:embed/>
                </p:oleObj>
              </mc:Choice>
              <mc:Fallback>
                <p:oleObj name="Equation" r:id="rId23" imgW="126720" imgH="177480" progId="Equation.DSMT4">
                  <p:embed/>
                  <p:pic>
                    <p:nvPicPr>
                      <p:cNvPr id="24" name="Object 23">
                        <a:extLst>
                          <a:ext uri="{FF2B5EF4-FFF2-40B4-BE49-F238E27FC236}">
                            <a16:creationId xmlns:a16="http://schemas.microsoft.com/office/drawing/2014/main" id="{398357CE-05F3-C6B7-4055-F38946263D46}"/>
                          </a:ext>
                        </a:extLst>
                      </p:cNvPr>
                      <p:cNvPicPr/>
                      <p:nvPr/>
                    </p:nvPicPr>
                    <p:blipFill>
                      <a:blip r:embed="rId24"/>
                      <a:stretch>
                        <a:fillRect/>
                      </a:stretch>
                    </p:blipFill>
                    <p:spPr>
                      <a:xfrm>
                        <a:off x="1982738" y="2284330"/>
                        <a:ext cx="153670" cy="215138"/>
                      </a:xfrm>
                      <a:prstGeom prst="rect">
                        <a:avLst/>
                      </a:prstGeom>
                    </p:spPr>
                  </p:pic>
                </p:oleObj>
              </mc:Fallback>
            </mc:AlternateContent>
          </a:graphicData>
        </a:graphic>
      </p:graphicFrame>
      <p:graphicFrame>
        <p:nvGraphicFramePr>
          <p:cNvPr id="25" name="Object 24">
            <a:extLst>
              <a:ext uri="{FF2B5EF4-FFF2-40B4-BE49-F238E27FC236}">
                <a16:creationId xmlns:a16="http://schemas.microsoft.com/office/drawing/2014/main" id="{7B3E8125-C5A8-5633-DFF3-F3CF0DD751B6}"/>
              </a:ext>
            </a:extLst>
          </p:cNvPr>
          <p:cNvGraphicFramePr>
            <a:graphicFrameLocks noChangeAspect="1"/>
          </p:cNvGraphicFramePr>
          <p:nvPr>
            <p:extLst>
              <p:ext uri="{D42A27DB-BD31-4B8C-83A1-F6EECF244321}">
                <p14:modId xmlns:p14="http://schemas.microsoft.com/office/powerpoint/2010/main" val="1732622605"/>
              </p:ext>
            </p:extLst>
          </p:nvPr>
        </p:nvGraphicFramePr>
        <p:xfrm>
          <a:off x="2694040" y="2310120"/>
          <a:ext cx="304800" cy="177800"/>
        </p:xfrm>
        <a:graphic>
          <a:graphicData uri="http://schemas.openxmlformats.org/presentationml/2006/ole">
            <mc:AlternateContent xmlns:mc="http://schemas.openxmlformats.org/markup-compatibility/2006">
              <mc:Choice xmlns:v="urn:schemas-microsoft-com:vml" Requires="v">
                <p:oleObj name="Equation" r:id="rId25" imgW="304560" imgH="177480" progId="Equation.DSMT4">
                  <p:embed/>
                </p:oleObj>
              </mc:Choice>
              <mc:Fallback>
                <p:oleObj name="Equation" r:id="rId25" imgW="304560" imgH="177480" progId="Equation.DSMT4">
                  <p:embed/>
                  <p:pic>
                    <p:nvPicPr>
                      <p:cNvPr id="25" name="Object 24">
                        <a:extLst>
                          <a:ext uri="{FF2B5EF4-FFF2-40B4-BE49-F238E27FC236}">
                            <a16:creationId xmlns:a16="http://schemas.microsoft.com/office/drawing/2014/main" id="{7B3E8125-C5A8-5633-DFF3-F3CF0DD751B6}"/>
                          </a:ext>
                        </a:extLst>
                      </p:cNvPr>
                      <p:cNvPicPr/>
                      <p:nvPr/>
                    </p:nvPicPr>
                    <p:blipFill>
                      <a:blip r:embed="rId26"/>
                      <a:stretch>
                        <a:fillRect/>
                      </a:stretch>
                    </p:blipFill>
                    <p:spPr>
                      <a:xfrm>
                        <a:off x="2694040" y="2310120"/>
                        <a:ext cx="304800" cy="177800"/>
                      </a:xfrm>
                      <a:prstGeom prst="rect">
                        <a:avLst/>
                      </a:prstGeom>
                    </p:spPr>
                  </p:pic>
                </p:oleObj>
              </mc:Fallback>
            </mc:AlternateContent>
          </a:graphicData>
        </a:graphic>
      </p:graphicFrame>
      <p:graphicFrame>
        <p:nvGraphicFramePr>
          <p:cNvPr id="26" name="Object 25">
            <a:extLst>
              <a:ext uri="{FF2B5EF4-FFF2-40B4-BE49-F238E27FC236}">
                <a16:creationId xmlns:a16="http://schemas.microsoft.com/office/drawing/2014/main" id="{8C174CB1-0544-2C77-7303-80C847E780DD}"/>
              </a:ext>
            </a:extLst>
          </p:cNvPr>
          <p:cNvGraphicFramePr>
            <a:graphicFrameLocks noChangeAspect="1"/>
          </p:cNvGraphicFramePr>
          <p:nvPr>
            <p:extLst>
              <p:ext uri="{D42A27DB-BD31-4B8C-83A1-F6EECF244321}">
                <p14:modId xmlns:p14="http://schemas.microsoft.com/office/powerpoint/2010/main" val="2475886817"/>
              </p:ext>
            </p:extLst>
          </p:nvPr>
        </p:nvGraphicFramePr>
        <p:xfrm>
          <a:off x="3530699" y="2302456"/>
          <a:ext cx="419100" cy="195580"/>
        </p:xfrm>
        <a:graphic>
          <a:graphicData uri="http://schemas.openxmlformats.org/presentationml/2006/ole">
            <mc:AlternateContent xmlns:mc="http://schemas.openxmlformats.org/markup-compatibility/2006">
              <mc:Choice xmlns:v="urn:schemas-microsoft-com:vml" Requires="v">
                <p:oleObj name="Equation" r:id="rId27" imgW="380880" imgH="177480" progId="Equation.DSMT4">
                  <p:embed/>
                </p:oleObj>
              </mc:Choice>
              <mc:Fallback>
                <p:oleObj name="Equation" r:id="rId27" imgW="380880" imgH="177480" progId="Equation.DSMT4">
                  <p:embed/>
                  <p:pic>
                    <p:nvPicPr>
                      <p:cNvPr id="26" name="Object 25">
                        <a:extLst>
                          <a:ext uri="{FF2B5EF4-FFF2-40B4-BE49-F238E27FC236}">
                            <a16:creationId xmlns:a16="http://schemas.microsoft.com/office/drawing/2014/main" id="{8C174CB1-0544-2C77-7303-80C847E780DD}"/>
                          </a:ext>
                        </a:extLst>
                      </p:cNvPr>
                      <p:cNvPicPr/>
                      <p:nvPr/>
                    </p:nvPicPr>
                    <p:blipFill>
                      <a:blip r:embed="rId28"/>
                      <a:stretch>
                        <a:fillRect/>
                      </a:stretch>
                    </p:blipFill>
                    <p:spPr>
                      <a:xfrm>
                        <a:off x="3530699" y="2302456"/>
                        <a:ext cx="419100" cy="195580"/>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B952DC52-C022-CE46-3BA7-A71DADEF1E65}"/>
              </a:ext>
            </a:extLst>
          </p:cNvPr>
          <p:cNvGraphicFramePr>
            <a:graphicFrameLocks noChangeAspect="1"/>
          </p:cNvGraphicFramePr>
          <p:nvPr>
            <p:extLst>
              <p:ext uri="{D42A27DB-BD31-4B8C-83A1-F6EECF244321}">
                <p14:modId xmlns:p14="http://schemas.microsoft.com/office/powerpoint/2010/main" val="4246950814"/>
              </p:ext>
            </p:extLst>
          </p:nvPr>
        </p:nvGraphicFramePr>
        <p:xfrm>
          <a:off x="4306985" y="2309640"/>
          <a:ext cx="698500" cy="177800"/>
        </p:xfrm>
        <a:graphic>
          <a:graphicData uri="http://schemas.openxmlformats.org/presentationml/2006/ole">
            <mc:AlternateContent xmlns:mc="http://schemas.openxmlformats.org/markup-compatibility/2006">
              <mc:Choice xmlns:v="urn:schemas-microsoft-com:vml" Requires="v">
                <p:oleObj name="Equation" r:id="rId29" imgW="698400" imgH="177480" progId="Equation.DSMT4">
                  <p:embed/>
                </p:oleObj>
              </mc:Choice>
              <mc:Fallback>
                <p:oleObj name="Equation" r:id="rId29" imgW="698400" imgH="177480" progId="Equation.DSMT4">
                  <p:embed/>
                  <p:pic>
                    <p:nvPicPr>
                      <p:cNvPr id="27" name="Object 26">
                        <a:extLst>
                          <a:ext uri="{FF2B5EF4-FFF2-40B4-BE49-F238E27FC236}">
                            <a16:creationId xmlns:a16="http://schemas.microsoft.com/office/drawing/2014/main" id="{B952DC52-C022-CE46-3BA7-A71DADEF1E65}"/>
                          </a:ext>
                        </a:extLst>
                      </p:cNvPr>
                      <p:cNvPicPr/>
                      <p:nvPr/>
                    </p:nvPicPr>
                    <p:blipFill>
                      <a:blip r:embed="rId30"/>
                      <a:stretch>
                        <a:fillRect/>
                      </a:stretch>
                    </p:blipFill>
                    <p:spPr>
                      <a:xfrm>
                        <a:off x="4306985" y="2309640"/>
                        <a:ext cx="698500" cy="177800"/>
                      </a:xfrm>
                      <a:prstGeom prst="rect">
                        <a:avLst/>
                      </a:prstGeom>
                    </p:spPr>
                  </p:pic>
                </p:oleObj>
              </mc:Fallback>
            </mc:AlternateContent>
          </a:graphicData>
        </a:graphic>
      </p:graphicFrame>
      <p:graphicFrame>
        <p:nvGraphicFramePr>
          <p:cNvPr id="28" name="Object 27">
            <a:extLst>
              <a:ext uri="{FF2B5EF4-FFF2-40B4-BE49-F238E27FC236}">
                <a16:creationId xmlns:a16="http://schemas.microsoft.com/office/drawing/2014/main" id="{1D7C4F5F-7151-F56F-FBF6-C36BED2A08AF}"/>
              </a:ext>
            </a:extLst>
          </p:cNvPr>
          <p:cNvGraphicFramePr>
            <a:graphicFrameLocks noChangeAspect="1"/>
          </p:cNvGraphicFramePr>
          <p:nvPr>
            <p:extLst>
              <p:ext uri="{D42A27DB-BD31-4B8C-83A1-F6EECF244321}">
                <p14:modId xmlns:p14="http://schemas.microsoft.com/office/powerpoint/2010/main" val="1091683166"/>
              </p:ext>
            </p:extLst>
          </p:nvPr>
        </p:nvGraphicFramePr>
        <p:xfrm>
          <a:off x="5469483" y="2304574"/>
          <a:ext cx="700430" cy="185020"/>
        </p:xfrm>
        <a:graphic>
          <a:graphicData uri="http://schemas.openxmlformats.org/presentationml/2006/ole">
            <mc:AlternateContent xmlns:mc="http://schemas.openxmlformats.org/markup-compatibility/2006">
              <mc:Choice xmlns:v="urn:schemas-microsoft-com:vml" Requires="v">
                <p:oleObj name="Equation" r:id="rId31" imgW="672840" imgH="177480" progId="Equation.DSMT4">
                  <p:embed/>
                </p:oleObj>
              </mc:Choice>
              <mc:Fallback>
                <p:oleObj name="Equation" r:id="rId31" imgW="672840" imgH="177480" progId="Equation.DSMT4">
                  <p:embed/>
                  <p:pic>
                    <p:nvPicPr>
                      <p:cNvPr id="28" name="Object 27">
                        <a:extLst>
                          <a:ext uri="{FF2B5EF4-FFF2-40B4-BE49-F238E27FC236}">
                            <a16:creationId xmlns:a16="http://schemas.microsoft.com/office/drawing/2014/main" id="{1D7C4F5F-7151-F56F-FBF6-C36BED2A08AF}"/>
                          </a:ext>
                        </a:extLst>
                      </p:cNvPr>
                      <p:cNvPicPr/>
                      <p:nvPr/>
                    </p:nvPicPr>
                    <p:blipFill>
                      <a:blip r:embed="rId32"/>
                      <a:stretch>
                        <a:fillRect/>
                      </a:stretch>
                    </p:blipFill>
                    <p:spPr>
                      <a:xfrm>
                        <a:off x="5469483" y="2304574"/>
                        <a:ext cx="700430" cy="185020"/>
                      </a:xfrm>
                      <a:prstGeom prst="rect">
                        <a:avLst/>
                      </a:prstGeom>
                    </p:spPr>
                  </p:pic>
                </p:oleObj>
              </mc:Fallback>
            </mc:AlternateContent>
          </a:graphicData>
        </a:graphic>
      </p:graphicFrame>
      <p:graphicFrame>
        <p:nvGraphicFramePr>
          <p:cNvPr id="29" name="Object 28">
            <a:extLst>
              <a:ext uri="{FF2B5EF4-FFF2-40B4-BE49-F238E27FC236}">
                <a16:creationId xmlns:a16="http://schemas.microsoft.com/office/drawing/2014/main" id="{660EB363-70D8-7A33-6B61-5CE11BC6E357}"/>
              </a:ext>
            </a:extLst>
          </p:cNvPr>
          <p:cNvGraphicFramePr>
            <a:graphicFrameLocks noChangeAspect="1"/>
          </p:cNvGraphicFramePr>
          <p:nvPr>
            <p:extLst>
              <p:ext uri="{D42A27DB-BD31-4B8C-83A1-F6EECF244321}">
                <p14:modId xmlns:p14="http://schemas.microsoft.com/office/powerpoint/2010/main" val="3194705789"/>
              </p:ext>
            </p:extLst>
          </p:nvPr>
        </p:nvGraphicFramePr>
        <p:xfrm>
          <a:off x="6564774" y="2296824"/>
          <a:ext cx="698500" cy="177800"/>
        </p:xfrm>
        <a:graphic>
          <a:graphicData uri="http://schemas.openxmlformats.org/presentationml/2006/ole">
            <mc:AlternateContent xmlns:mc="http://schemas.openxmlformats.org/markup-compatibility/2006">
              <mc:Choice xmlns:v="urn:schemas-microsoft-com:vml" Requires="v">
                <p:oleObj name="Equation" r:id="rId33" imgW="698400" imgH="177480" progId="Equation.DSMT4">
                  <p:embed/>
                </p:oleObj>
              </mc:Choice>
              <mc:Fallback>
                <p:oleObj name="Equation" r:id="rId33" imgW="698400" imgH="177480" progId="Equation.DSMT4">
                  <p:embed/>
                  <p:pic>
                    <p:nvPicPr>
                      <p:cNvPr id="29" name="Object 28">
                        <a:extLst>
                          <a:ext uri="{FF2B5EF4-FFF2-40B4-BE49-F238E27FC236}">
                            <a16:creationId xmlns:a16="http://schemas.microsoft.com/office/drawing/2014/main" id="{660EB363-70D8-7A33-6B61-5CE11BC6E357}"/>
                          </a:ext>
                        </a:extLst>
                      </p:cNvPr>
                      <p:cNvPicPr/>
                      <p:nvPr/>
                    </p:nvPicPr>
                    <p:blipFill>
                      <a:blip r:embed="rId34"/>
                      <a:stretch>
                        <a:fillRect/>
                      </a:stretch>
                    </p:blipFill>
                    <p:spPr>
                      <a:xfrm>
                        <a:off x="6564774" y="2296824"/>
                        <a:ext cx="698500" cy="177800"/>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F9A1FD72-30BC-8630-DC77-BC564875408B}"/>
              </a:ext>
            </a:extLst>
          </p:cNvPr>
          <p:cNvGraphicFramePr>
            <a:graphicFrameLocks noChangeAspect="1"/>
          </p:cNvGraphicFramePr>
          <p:nvPr>
            <p:extLst>
              <p:ext uri="{D42A27DB-BD31-4B8C-83A1-F6EECF244321}">
                <p14:modId xmlns:p14="http://schemas.microsoft.com/office/powerpoint/2010/main" val="823702028"/>
              </p:ext>
            </p:extLst>
          </p:nvPr>
        </p:nvGraphicFramePr>
        <p:xfrm>
          <a:off x="668793" y="2659518"/>
          <a:ext cx="204787" cy="190500"/>
        </p:xfrm>
        <a:graphic>
          <a:graphicData uri="http://schemas.openxmlformats.org/presentationml/2006/ole">
            <mc:AlternateContent xmlns:mc="http://schemas.openxmlformats.org/markup-compatibility/2006">
              <mc:Choice xmlns:v="urn:schemas-microsoft-com:vml" Requires="v">
                <p:oleObj name="Equation" r:id="rId35" imgW="190440" imgH="177480" progId="Equation.DSMT4">
                  <p:embed/>
                </p:oleObj>
              </mc:Choice>
              <mc:Fallback>
                <p:oleObj name="Equation" r:id="rId35" imgW="190440" imgH="177480" progId="Equation.DSMT4">
                  <p:embed/>
                  <p:pic>
                    <p:nvPicPr>
                      <p:cNvPr id="30" name="Object 29">
                        <a:extLst>
                          <a:ext uri="{FF2B5EF4-FFF2-40B4-BE49-F238E27FC236}">
                            <a16:creationId xmlns:a16="http://schemas.microsoft.com/office/drawing/2014/main" id="{F9A1FD72-30BC-8630-DC77-BC564875408B}"/>
                          </a:ext>
                        </a:extLst>
                      </p:cNvPr>
                      <p:cNvPicPr/>
                      <p:nvPr/>
                    </p:nvPicPr>
                    <p:blipFill>
                      <a:blip r:embed="rId36"/>
                      <a:stretch>
                        <a:fillRect/>
                      </a:stretch>
                    </p:blipFill>
                    <p:spPr>
                      <a:xfrm>
                        <a:off x="668793" y="2659518"/>
                        <a:ext cx="204787" cy="190500"/>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713F0E76-5B8B-3C98-FAC6-149CF91373FE}"/>
              </a:ext>
            </a:extLst>
          </p:cNvPr>
          <p:cNvGraphicFramePr>
            <a:graphicFrameLocks noChangeAspect="1"/>
          </p:cNvGraphicFramePr>
          <p:nvPr>
            <p:extLst>
              <p:ext uri="{D42A27DB-BD31-4B8C-83A1-F6EECF244321}">
                <p14:modId xmlns:p14="http://schemas.microsoft.com/office/powerpoint/2010/main" val="2487987868"/>
              </p:ext>
            </p:extLst>
          </p:nvPr>
        </p:nvGraphicFramePr>
        <p:xfrm>
          <a:off x="1292680" y="2645230"/>
          <a:ext cx="223838" cy="196850"/>
        </p:xfrm>
        <a:graphic>
          <a:graphicData uri="http://schemas.openxmlformats.org/presentationml/2006/ole">
            <mc:AlternateContent xmlns:mc="http://schemas.openxmlformats.org/markup-compatibility/2006">
              <mc:Choice xmlns:v="urn:schemas-microsoft-com:vml" Requires="v">
                <p:oleObj name="Equation" r:id="rId37" imgW="203040" imgH="177480" progId="Equation.DSMT4">
                  <p:embed/>
                </p:oleObj>
              </mc:Choice>
              <mc:Fallback>
                <p:oleObj name="Equation" r:id="rId37" imgW="203040" imgH="177480" progId="Equation.DSMT4">
                  <p:embed/>
                  <p:pic>
                    <p:nvPicPr>
                      <p:cNvPr id="31" name="Object 30">
                        <a:extLst>
                          <a:ext uri="{FF2B5EF4-FFF2-40B4-BE49-F238E27FC236}">
                            <a16:creationId xmlns:a16="http://schemas.microsoft.com/office/drawing/2014/main" id="{713F0E76-5B8B-3C98-FAC6-149CF91373FE}"/>
                          </a:ext>
                        </a:extLst>
                      </p:cNvPr>
                      <p:cNvPicPr/>
                      <p:nvPr/>
                    </p:nvPicPr>
                    <p:blipFill>
                      <a:blip r:embed="rId38"/>
                      <a:stretch>
                        <a:fillRect/>
                      </a:stretch>
                    </p:blipFill>
                    <p:spPr>
                      <a:xfrm>
                        <a:off x="1292680" y="2645230"/>
                        <a:ext cx="223838" cy="196850"/>
                      </a:xfrm>
                      <a:prstGeom prst="rect">
                        <a:avLst/>
                      </a:prstGeom>
                    </p:spPr>
                  </p:pic>
                </p:oleObj>
              </mc:Fallback>
            </mc:AlternateContent>
          </a:graphicData>
        </a:graphic>
      </p:graphicFrame>
      <p:graphicFrame>
        <p:nvGraphicFramePr>
          <p:cNvPr id="32" name="Object 31">
            <a:extLst>
              <a:ext uri="{FF2B5EF4-FFF2-40B4-BE49-F238E27FC236}">
                <a16:creationId xmlns:a16="http://schemas.microsoft.com/office/drawing/2014/main" id="{4AC88557-92B3-ADA4-F63E-4F7336F7EA71}"/>
              </a:ext>
            </a:extLst>
          </p:cNvPr>
          <p:cNvGraphicFramePr>
            <a:graphicFrameLocks noChangeAspect="1"/>
          </p:cNvGraphicFramePr>
          <p:nvPr/>
        </p:nvGraphicFramePr>
        <p:xfrm>
          <a:off x="1954668" y="2642055"/>
          <a:ext cx="200025" cy="201613"/>
        </p:xfrm>
        <a:graphic>
          <a:graphicData uri="http://schemas.openxmlformats.org/presentationml/2006/ole">
            <mc:AlternateContent xmlns:mc="http://schemas.openxmlformats.org/markup-compatibility/2006">
              <mc:Choice xmlns:v="urn:schemas-microsoft-com:vml" Requires="v">
                <p:oleObj name="Equation" r:id="rId39" imgW="164880" imgH="164880" progId="Equation.DSMT4">
                  <p:embed/>
                </p:oleObj>
              </mc:Choice>
              <mc:Fallback>
                <p:oleObj name="Equation" r:id="rId39" imgW="164880" imgH="164880" progId="Equation.DSMT4">
                  <p:embed/>
                  <p:pic>
                    <p:nvPicPr>
                      <p:cNvPr id="32" name="Object 31">
                        <a:extLst>
                          <a:ext uri="{FF2B5EF4-FFF2-40B4-BE49-F238E27FC236}">
                            <a16:creationId xmlns:a16="http://schemas.microsoft.com/office/drawing/2014/main" id="{4AC88557-92B3-ADA4-F63E-4F7336F7EA71}"/>
                          </a:ext>
                        </a:extLst>
                      </p:cNvPr>
                      <p:cNvPicPr/>
                      <p:nvPr/>
                    </p:nvPicPr>
                    <p:blipFill>
                      <a:blip r:embed="rId40"/>
                      <a:stretch>
                        <a:fillRect/>
                      </a:stretch>
                    </p:blipFill>
                    <p:spPr>
                      <a:xfrm>
                        <a:off x="1954668" y="2642055"/>
                        <a:ext cx="200025" cy="201613"/>
                      </a:xfrm>
                      <a:prstGeom prst="rect">
                        <a:avLst/>
                      </a:prstGeom>
                    </p:spPr>
                  </p:pic>
                </p:oleObj>
              </mc:Fallback>
            </mc:AlternateContent>
          </a:graphicData>
        </a:graphic>
      </p:graphicFrame>
      <p:graphicFrame>
        <p:nvGraphicFramePr>
          <p:cNvPr id="33" name="Object 32">
            <a:extLst>
              <a:ext uri="{FF2B5EF4-FFF2-40B4-BE49-F238E27FC236}">
                <a16:creationId xmlns:a16="http://schemas.microsoft.com/office/drawing/2014/main" id="{E3E07819-8E5F-5E7B-D4EC-B8F43A15872B}"/>
              </a:ext>
            </a:extLst>
          </p:cNvPr>
          <p:cNvGraphicFramePr>
            <a:graphicFrameLocks noChangeAspect="1"/>
          </p:cNvGraphicFramePr>
          <p:nvPr>
            <p:extLst>
              <p:ext uri="{D42A27DB-BD31-4B8C-83A1-F6EECF244321}">
                <p14:modId xmlns:p14="http://schemas.microsoft.com/office/powerpoint/2010/main" val="1005421756"/>
              </p:ext>
            </p:extLst>
          </p:nvPr>
        </p:nvGraphicFramePr>
        <p:xfrm>
          <a:off x="2688787" y="2662213"/>
          <a:ext cx="304800" cy="177800"/>
        </p:xfrm>
        <a:graphic>
          <a:graphicData uri="http://schemas.openxmlformats.org/presentationml/2006/ole">
            <mc:AlternateContent xmlns:mc="http://schemas.openxmlformats.org/markup-compatibility/2006">
              <mc:Choice xmlns:v="urn:schemas-microsoft-com:vml" Requires="v">
                <p:oleObj name="Equation" r:id="rId41" imgW="304560" imgH="177480" progId="Equation.DSMT4">
                  <p:embed/>
                </p:oleObj>
              </mc:Choice>
              <mc:Fallback>
                <p:oleObj name="Equation" r:id="rId41" imgW="304560" imgH="177480" progId="Equation.DSMT4">
                  <p:embed/>
                  <p:pic>
                    <p:nvPicPr>
                      <p:cNvPr id="33" name="Object 32">
                        <a:extLst>
                          <a:ext uri="{FF2B5EF4-FFF2-40B4-BE49-F238E27FC236}">
                            <a16:creationId xmlns:a16="http://schemas.microsoft.com/office/drawing/2014/main" id="{E3E07819-8E5F-5E7B-D4EC-B8F43A15872B}"/>
                          </a:ext>
                        </a:extLst>
                      </p:cNvPr>
                      <p:cNvPicPr/>
                      <p:nvPr/>
                    </p:nvPicPr>
                    <p:blipFill>
                      <a:blip r:embed="rId42"/>
                      <a:stretch>
                        <a:fillRect/>
                      </a:stretch>
                    </p:blipFill>
                    <p:spPr>
                      <a:xfrm>
                        <a:off x="2688787" y="2662213"/>
                        <a:ext cx="304800" cy="177800"/>
                      </a:xfrm>
                      <a:prstGeom prst="rect">
                        <a:avLst/>
                      </a:prstGeom>
                    </p:spPr>
                  </p:pic>
                </p:oleObj>
              </mc:Fallback>
            </mc:AlternateContent>
          </a:graphicData>
        </a:graphic>
      </p:graphicFrame>
      <p:graphicFrame>
        <p:nvGraphicFramePr>
          <p:cNvPr id="34" name="Object 33">
            <a:extLst>
              <a:ext uri="{FF2B5EF4-FFF2-40B4-BE49-F238E27FC236}">
                <a16:creationId xmlns:a16="http://schemas.microsoft.com/office/drawing/2014/main" id="{5019A364-FC97-AC57-806A-B231A468AA5F}"/>
              </a:ext>
            </a:extLst>
          </p:cNvPr>
          <p:cNvGraphicFramePr>
            <a:graphicFrameLocks noChangeAspect="1"/>
          </p:cNvGraphicFramePr>
          <p:nvPr>
            <p:extLst>
              <p:ext uri="{D42A27DB-BD31-4B8C-83A1-F6EECF244321}">
                <p14:modId xmlns:p14="http://schemas.microsoft.com/office/powerpoint/2010/main" val="1216799022"/>
              </p:ext>
            </p:extLst>
          </p:nvPr>
        </p:nvGraphicFramePr>
        <p:xfrm>
          <a:off x="3525446" y="2654549"/>
          <a:ext cx="419100" cy="195580"/>
        </p:xfrm>
        <a:graphic>
          <a:graphicData uri="http://schemas.openxmlformats.org/presentationml/2006/ole">
            <mc:AlternateContent xmlns:mc="http://schemas.openxmlformats.org/markup-compatibility/2006">
              <mc:Choice xmlns:v="urn:schemas-microsoft-com:vml" Requires="v">
                <p:oleObj name="Equation" r:id="rId43" imgW="380880" imgH="177480" progId="Equation.DSMT4">
                  <p:embed/>
                </p:oleObj>
              </mc:Choice>
              <mc:Fallback>
                <p:oleObj name="Equation" r:id="rId43" imgW="380880" imgH="177480" progId="Equation.DSMT4">
                  <p:embed/>
                  <p:pic>
                    <p:nvPicPr>
                      <p:cNvPr id="34" name="Object 33">
                        <a:extLst>
                          <a:ext uri="{FF2B5EF4-FFF2-40B4-BE49-F238E27FC236}">
                            <a16:creationId xmlns:a16="http://schemas.microsoft.com/office/drawing/2014/main" id="{5019A364-FC97-AC57-806A-B231A468AA5F}"/>
                          </a:ext>
                        </a:extLst>
                      </p:cNvPr>
                      <p:cNvPicPr/>
                      <p:nvPr/>
                    </p:nvPicPr>
                    <p:blipFill>
                      <a:blip r:embed="rId44"/>
                      <a:stretch>
                        <a:fillRect/>
                      </a:stretch>
                    </p:blipFill>
                    <p:spPr>
                      <a:xfrm>
                        <a:off x="3525446" y="2654549"/>
                        <a:ext cx="419100" cy="195580"/>
                      </a:xfrm>
                      <a:prstGeom prst="rect">
                        <a:avLst/>
                      </a:prstGeom>
                    </p:spPr>
                  </p:pic>
                </p:oleObj>
              </mc:Fallback>
            </mc:AlternateContent>
          </a:graphicData>
        </a:graphic>
      </p:graphicFrame>
      <p:graphicFrame>
        <p:nvGraphicFramePr>
          <p:cNvPr id="35" name="Object 34">
            <a:extLst>
              <a:ext uri="{FF2B5EF4-FFF2-40B4-BE49-F238E27FC236}">
                <a16:creationId xmlns:a16="http://schemas.microsoft.com/office/drawing/2014/main" id="{C0E55D82-E92C-5790-139E-0697B519A331}"/>
              </a:ext>
            </a:extLst>
          </p:cNvPr>
          <p:cNvGraphicFramePr>
            <a:graphicFrameLocks noChangeAspect="1"/>
          </p:cNvGraphicFramePr>
          <p:nvPr>
            <p:extLst>
              <p:ext uri="{D42A27DB-BD31-4B8C-83A1-F6EECF244321}">
                <p14:modId xmlns:p14="http://schemas.microsoft.com/office/powerpoint/2010/main" val="193650394"/>
              </p:ext>
            </p:extLst>
          </p:nvPr>
        </p:nvGraphicFramePr>
        <p:xfrm>
          <a:off x="4381133" y="2661105"/>
          <a:ext cx="622300" cy="177800"/>
        </p:xfrm>
        <a:graphic>
          <a:graphicData uri="http://schemas.openxmlformats.org/presentationml/2006/ole">
            <mc:AlternateContent xmlns:mc="http://schemas.openxmlformats.org/markup-compatibility/2006">
              <mc:Choice xmlns:v="urn:schemas-microsoft-com:vml" Requires="v">
                <p:oleObj name="Equation" r:id="rId45" imgW="622080" imgH="177480" progId="Equation.DSMT4">
                  <p:embed/>
                </p:oleObj>
              </mc:Choice>
              <mc:Fallback>
                <p:oleObj name="Equation" r:id="rId45" imgW="622080" imgH="177480" progId="Equation.DSMT4">
                  <p:embed/>
                  <p:pic>
                    <p:nvPicPr>
                      <p:cNvPr id="35" name="Object 34">
                        <a:extLst>
                          <a:ext uri="{FF2B5EF4-FFF2-40B4-BE49-F238E27FC236}">
                            <a16:creationId xmlns:a16="http://schemas.microsoft.com/office/drawing/2014/main" id="{C0E55D82-E92C-5790-139E-0697B519A331}"/>
                          </a:ext>
                        </a:extLst>
                      </p:cNvPr>
                      <p:cNvPicPr/>
                      <p:nvPr/>
                    </p:nvPicPr>
                    <p:blipFill>
                      <a:blip r:embed="rId46"/>
                      <a:stretch>
                        <a:fillRect/>
                      </a:stretch>
                    </p:blipFill>
                    <p:spPr>
                      <a:xfrm>
                        <a:off x="4381133" y="2661105"/>
                        <a:ext cx="622300" cy="177800"/>
                      </a:xfrm>
                      <a:prstGeom prst="rect">
                        <a:avLst/>
                      </a:prstGeom>
                    </p:spPr>
                  </p:pic>
                </p:oleObj>
              </mc:Fallback>
            </mc:AlternateContent>
          </a:graphicData>
        </a:graphic>
      </p:graphicFrame>
      <p:graphicFrame>
        <p:nvGraphicFramePr>
          <p:cNvPr id="36" name="Object 35">
            <a:extLst>
              <a:ext uri="{FF2B5EF4-FFF2-40B4-BE49-F238E27FC236}">
                <a16:creationId xmlns:a16="http://schemas.microsoft.com/office/drawing/2014/main" id="{44C1CA1D-F156-2D92-48FE-53467F61E07A}"/>
              </a:ext>
            </a:extLst>
          </p:cNvPr>
          <p:cNvGraphicFramePr>
            <a:graphicFrameLocks noChangeAspect="1"/>
          </p:cNvGraphicFramePr>
          <p:nvPr/>
        </p:nvGraphicFramePr>
        <p:xfrm>
          <a:off x="5490030" y="2656343"/>
          <a:ext cx="647700" cy="185737"/>
        </p:xfrm>
        <a:graphic>
          <a:graphicData uri="http://schemas.openxmlformats.org/presentationml/2006/ole">
            <mc:AlternateContent xmlns:mc="http://schemas.openxmlformats.org/markup-compatibility/2006">
              <mc:Choice xmlns:v="urn:schemas-microsoft-com:vml" Requires="v">
                <p:oleObj name="Equation" r:id="rId47" imgW="622080" imgH="177480" progId="Equation.DSMT4">
                  <p:embed/>
                </p:oleObj>
              </mc:Choice>
              <mc:Fallback>
                <p:oleObj name="Equation" r:id="rId47" imgW="622080" imgH="177480" progId="Equation.DSMT4">
                  <p:embed/>
                  <p:pic>
                    <p:nvPicPr>
                      <p:cNvPr id="36" name="Object 35">
                        <a:extLst>
                          <a:ext uri="{FF2B5EF4-FFF2-40B4-BE49-F238E27FC236}">
                            <a16:creationId xmlns:a16="http://schemas.microsoft.com/office/drawing/2014/main" id="{44C1CA1D-F156-2D92-48FE-53467F61E07A}"/>
                          </a:ext>
                        </a:extLst>
                      </p:cNvPr>
                      <p:cNvPicPr/>
                      <p:nvPr/>
                    </p:nvPicPr>
                    <p:blipFill>
                      <a:blip r:embed="rId48"/>
                      <a:stretch>
                        <a:fillRect/>
                      </a:stretch>
                    </p:blipFill>
                    <p:spPr>
                      <a:xfrm>
                        <a:off x="5490030" y="2656343"/>
                        <a:ext cx="647700" cy="185737"/>
                      </a:xfrm>
                      <a:prstGeom prst="rect">
                        <a:avLst/>
                      </a:prstGeom>
                    </p:spPr>
                  </p:pic>
                </p:oleObj>
              </mc:Fallback>
            </mc:AlternateContent>
          </a:graphicData>
        </a:graphic>
      </p:graphicFrame>
      <p:graphicFrame>
        <p:nvGraphicFramePr>
          <p:cNvPr id="37" name="Object 36">
            <a:extLst>
              <a:ext uri="{FF2B5EF4-FFF2-40B4-BE49-F238E27FC236}">
                <a16:creationId xmlns:a16="http://schemas.microsoft.com/office/drawing/2014/main" id="{0BB894BD-33E1-D95C-D650-6B7731CA6EF2}"/>
              </a:ext>
            </a:extLst>
          </p:cNvPr>
          <p:cNvGraphicFramePr>
            <a:graphicFrameLocks noChangeAspect="1"/>
          </p:cNvGraphicFramePr>
          <p:nvPr/>
        </p:nvGraphicFramePr>
        <p:xfrm>
          <a:off x="6566355" y="2648405"/>
          <a:ext cx="685800" cy="177800"/>
        </p:xfrm>
        <a:graphic>
          <a:graphicData uri="http://schemas.openxmlformats.org/presentationml/2006/ole">
            <mc:AlternateContent xmlns:mc="http://schemas.openxmlformats.org/markup-compatibility/2006">
              <mc:Choice xmlns:v="urn:schemas-microsoft-com:vml" Requires="v">
                <p:oleObj name="Equation" r:id="rId49" imgW="685800" imgH="177480" progId="Equation.DSMT4">
                  <p:embed/>
                </p:oleObj>
              </mc:Choice>
              <mc:Fallback>
                <p:oleObj name="Equation" r:id="rId49" imgW="685800" imgH="177480" progId="Equation.DSMT4">
                  <p:embed/>
                  <p:pic>
                    <p:nvPicPr>
                      <p:cNvPr id="37" name="Object 36">
                        <a:extLst>
                          <a:ext uri="{FF2B5EF4-FFF2-40B4-BE49-F238E27FC236}">
                            <a16:creationId xmlns:a16="http://schemas.microsoft.com/office/drawing/2014/main" id="{0BB894BD-33E1-D95C-D650-6B7731CA6EF2}"/>
                          </a:ext>
                        </a:extLst>
                      </p:cNvPr>
                      <p:cNvPicPr/>
                      <p:nvPr/>
                    </p:nvPicPr>
                    <p:blipFill>
                      <a:blip r:embed="rId50"/>
                      <a:stretch>
                        <a:fillRect/>
                      </a:stretch>
                    </p:blipFill>
                    <p:spPr>
                      <a:xfrm>
                        <a:off x="6566355" y="2648405"/>
                        <a:ext cx="685800" cy="177800"/>
                      </a:xfrm>
                      <a:prstGeom prst="rect">
                        <a:avLst/>
                      </a:prstGeom>
                    </p:spPr>
                  </p:pic>
                </p:oleObj>
              </mc:Fallback>
            </mc:AlternateContent>
          </a:graphicData>
        </a:graphic>
      </p:graphicFrame>
      <p:graphicFrame>
        <p:nvGraphicFramePr>
          <p:cNvPr id="38" name="Object 37">
            <a:extLst>
              <a:ext uri="{FF2B5EF4-FFF2-40B4-BE49-F238E27FC236}">
                <a16:creationId xmlns:a16="http://schemas.microsoft.com/office/drawing/2014/main" id="{F069DC84-72E3-E13F-5D3A-3F9798229861}"/>
              </a:ext>
            </a:extLst>
          </p:cNvPr>
          <p:cNvGraphicFramePr>
            <a:graphicFrameLocks noChangeAspect="1"/>
          </p:cNvGraphicFramePr>
          <p:nvPr/>
        </p:nvGraphicFramePr>
        <p:xfrm>
          <a:off x="668225" y="2990594"/>
          <a:ext cx="217487" cy="190500"/>
        </p:xfrm>
        <a:graphic>
          <a:graphicData uri="http://schemas.openxmlformats.org/presentationml/2006/ole">
            <mc:AlternateContent xmlns:mc="http://schemas.openxmlformats.org/markup-compatibility/2006">
              <mc:Choice xmlns:v="urn:schemas-microsoft-com:vml" Requires="v">
                <p:oleObj name="Equation" r:id="rId51" imgW="203040" imgH="177480" progId="Equation.DSMT4">
                  <p:embed/>
                </p:oleObj>
              </mc:Choice>
              <mc:Fallback>
                <p:oleObj name="Equation" r:id="rId51" imgW="203040" imgH="177480" progId="Equation.DSMT4">
                  <p:embed/>
                  <p:pic>
                    <p:nvPicPr>
                      <p:cNvPr id="38" name="Object 37">
                        <a:extLst>
                          <a:ext uri="{FF2B5EF4-FFF2-40B4-BE49-F238E27FC236}">
                            <a16:creationId xmlns:a16="http://schemas.microsoft.com/office/drawing/2014/main" id="{F069DC84-72E3-E13F-5D3A-3F9798229861}"/>
                          </a:ext>
                        </a:extLst>
                      </p:cNvPr>
                      <p:cNvPicPr/>
                      <p:nvPr/>
                    </p:nvPicPr>
                    <p:blipFill>
                      <a:blip r:embed="rId52"/>
                      <a:stretch>
                        <a:fillRect/>
                      </a:stretch>
                    </p:blipFill>
                    <p:spPr>
                      <a:xfrm>
                        <a:off x="668225" y="2990594"/>
                        <a:ext cx="217487" cy="190500"/>
                      </a:xfrm>
                      <a:prstGeom prst="rect">
                        <a:avLst/>
                      </a:prstGeom>
                    </p:spPr>
                  </p:pic>
                </p:oleObj>
              </mc:Fallback>
            </mc:AlternateContent>
          </a:graphicData>
        </a:graphic>
      </p:graphicFrame>
      <p:graphicFrame>
        <p:nvGraphicFramePr>
          <p:cNvPr id="39" name="Object 38">
            <a:extLst>
              <a:ext uri="{FF2B5EF4-FFF2-40B4-BE49-F238E27FC236}">
                <a16:creationId xmlns:a16="http://schemas.microsoft.com/office/drawing/2014/main" id="{BF42C5FA-64E0-1080-98BD-260C7E5A35B8}"/>
              </a:ext>
            </a:extLst>
          </p:cNvPr>
          <p:cNvGraphicFramePr>
            <a:graphicFrameLocks noChangeAspect="1"/>
          </p:cNvGraphicFramePr>
          <p:nvPr/>
        </p:nvGraphicFramePr>
        <p:xfrm>
          <a:off x="1303523" y="2976263"/>
          <a:ext cx="210705" cy="196273"/>
        </p:xfrm>
        <a:graphic>
          <a:graphicData uri="http://schemas.openxmlformats.org/presentationml/2006/ole">
            <mc:AlternateContent xmlns:mc="http://schemas.openxmlformats.org/markup-compatibility/2006">
              <mc:Choice xmlns:v="urn:schemas-microsoft-com:vml" Requires="v">
                <p:oleObj name="Equation" r:id="rId53" imgW="190440" imgH="177480" progId="Equation.DSMT4">
                  <p:embed/>
                </p:oleObj>
              </mc:Choice>
              <mc:Fallback>
                <p:oleObj name="Equation" r:id="rId53" imgW="190440" imgH="177480" progId="Equation.DSMT4">
                  <p:embed/>
                  <p:pic>
                    <p:nvPicPr>
                      <p:cNvPr id="39" name="Object 38">
                        <a:extLst>
                          <a:ext uri="{FF2B5EF4-FFF2-40B4-BE49-F238E27FC236}">
                            <a16:creationId xmlns:a16="http://schemas.microsoft.com/office/drawing/2014/main" id="{BF42C5FA-64E0-1080-98BD-260C7E5A35B8}"/>
                          </a:ext>
                        </a:extLst>
                      </p:cNvPr>
                      <p:cNvPicPr/>
                      <p:nvPr/>
                    </p:nvPicPr>
                    <p:blipFill>
                      <a:blip r:embed="rId54"/>
                      <a:stretch>
                        <a:fillRect/>
                      </a:stretch>
                    </p:blipFill>
                    <p:spPr>
                      <a:xfrm>
                        <a:off x="1303523" y="2976263"/>
                        <a:ext cx="210705" cy="196273"/>
                      </a:xfrm>
                      <a:prstGeom prst="rect">
                        <a:avLst/>
                      </a:prstGeom>
                    </p:spPr>
                  </p:pic>
                </p:oleObj>
              </mc:Fallback>
            </mc:AlternateContent>
          </a:graphicData>
        </a:graphic>
      </p:graphicFrame>
      <p:graphicFrame>
        <p:nvGraphicFramePr>
          <p:cNvPr id="40" name="Object 39">
            <a:extLst>
              <a:ext uri="{FF2B5EF4-FFF2-40B4-BE49-F238E27FC236}">
                <a16:creationId xmlns:a16="http://schemas.microsoft.com/office/drawing/2014/main" id="{4B3D3049-0B84-59F9-A279-B8C8EFE21373}"/>
              </a:ext>
            </a:extLst>
          </p:cNvPr>
          <p:cNvGraphicFramePr>
            <a:graphicFrameLocks noChangeAspect="1"/>
          </p:cNvGraphicFramePr>
          <p:nvPr/>
        </p:nvGraphicFramePr>
        <p:xfrm>
          <a:off x="1961018" y="2973843"/>
          <a:ext cx="196850" cy="201612"/>
        </p:xfrm>
        <a:graphic>
          <a:graphicData uri="http://schemas.openxmlformats.org/presentationml/2006/ole">
            <mc:AlternateContent xmlns:mc="http://schemas.openxmlformats.org/markup-compatibility/2006">
              <mc:Choice xmlns:v="urn:schemas-microsoft-com:vml" Requires="v">
                <p:oleObj name="Equation" r:id="rId55" imgW="164880" imgH="164880" progId="Equation.DSMT4">
                  <p:embed/>
                </p:oleObj>
              </mc:Choice>
              <mc:Fallback>
                <p:oleObj name="Equation" r:id="rId55" imgW="164880" imgH="164880" progId="Equation.DSMT4">
                  <p:embed/>
                  <p:pic>
                    <p:nvPicPr>
                      <p:cNvPr id="40" name="Object 39">
                        <a:extLst>
                          <a:ext uri="{FF2B5EF4-FFF2-40B4-BE49-F238E27FC236}">
                            <a16:creationId xmlns:a16="http://schemas.microsoft.com/office/drawing/2014/main" id="{4B3D3049-0B84-59F9-A279-B8C8EFE21373}"/>
                          </a:ext>
                        </a:extLst>
                      </p:cNvPr>
                      <p:cNvPicPr/>
                      <p:nvPr/>
                    </p:nvPicPr>
                    <p:blipFill>
                      <a:blip r:embed="rId56"/>
                      <a:stretch>
                        <a:fillRect/>
                      </a:stretch>
                    </p:blipFill>
                    <p:spPr>
                      <a:xfrm>
                        <a:off x="1961018" y="2973843"/>
                        <a:ext cx="196850" cy="201612"/>
                      </a:xfrm>
                      <a:prstGeom prst="rect">
                        <a:avLst/>
                      </a:prstGeom>
                    </p:spPr>
                  </p:pic>
                </p:oleObj>
              </mc:Fallback>
            </mc:AlternateContent>
          </a:graphicData>
        </a:graphic>
      </p:graphicFrame>
      <p:graphicFrame>
        <p:nvGraphicFramePr>
          <p:cNvPr id="41" name="Object 40">
            <a:extLst>
              <a:ext uri="{FF2B5EF4-FFF2-40B4-BE49-F238E27FC236}">
                <a16:creationId xmlns:a16="http://schemas.microsoft.com/office/drawing/2014/main" id="{24A308C1-5321-E624-D074-28F1CD4F3192}"/>
              </a:ext>
            </a:extLst>
          </p:cNvPr>
          <p:cNvGraphicFramePr>
            <a:graphicFrameLocks noChangeAspect="1"/>
          </p:cNvGraphicFramePr>
          <p:nvPr/>
        </p:nvGraphicFramePr>
        <p:xfrm>
          <a:off x="2694044" y="2993289"/>
          <a:ext cx="304800" cy="177800"/>
        </p:xfrm>
        <a:graphic>
          <a:graphicData uri="http://schemas.openxmlformats.org/presentationml/2006/ole">
            <mc:AlternateContent xmlns:mc="http://schemas.openxmlformats.org/markup-compatibility/2006">
              <mc:Choice xmlns:v="urn:schemas-microsoft-com:vml" Requires="v">
                <p:oleObj name="Equation" r:id="rId57" imgW="304560" imgH="177480" progId="Equation.DSMT4">
                  <p:embed/>
                </p:oleObj>
              </mc:Choice>
              <mc:Fallback>
                <p:oleObj name="Equation" r:id="rId57" imgW="304560" imgH="177480" progId="Equation.DSMT4">
                  <p:embed/>
                  <p:pic>
                    <p:nvPicPr>
                      <p:cNvPr id="41" name="Object 40">
                        <a:extLst>
                          <a:ext uri="{FF2B5EF4-FFF2-40B4-BE49-F238E27FC236}">
                            <a16:creationId xmlns:a16="http://schemas.microsoft.com/office/drawing/2014/main" id="{24A308C1-5321-E624-D074-28F1CD4F3192}"/>
                          </a:ext>
                        </a:extLst>
                      </p:cNvPr>
                      <p:cNvPicPr/>
                      <p:nvPr/>
                    </p:nvPicPr>
                    <p:blipFill>
                      <a:blip r:embed="rId58"/>
                      <a:stretch>
                        <a:fillRect/>
                      </a:stretch>
                    </p:blipFill>
                    <p:spPr>
                      <a:xfrm>
                        <a:off x="2694044" y="2993289"/>
                        <a:ext cx="304800" cy="177800"/>
                      </a:xfrm>
                      <a:prstGeom prst="rect">
                        <a:avLst/>
                      </a:prstGeom>
                    </p:spPr>
                  </p:pic>
                </p:oleObj>
              </mc:Fallback>
            </mc:AlternateContent>
          </a:graphicData>
        </a:graphic>
      </p:graphicFrame>
      <p:graphicFrame>
        <p:nvGraphicFramePr>
          <p:cNvPr id="42" name="Object 41">
            <a:extLst>
              <a:ext uri="{FF2B5EF4-FFF2-40B4-BE49-F238E27FC236}">
                <a16:creationId xmlns:a16="http://schemas.microsoft.com/office/drawing/2014/main" id="{171F4837-932C-C3A4-B38B-204C16E9D4C9}"/>
              </a:ext>
            </a:extLst>
          </p:cNvPr>
          <p:cNvGraphicFramePr>
            <a:graphicFrameLocks noChangeAspect="1"/>
          </p:cNvGraphicFramePr>
          <p:nvPr/>
        </p:nvGraphicFramePr>
        <p:xfrm>
          <a:off x="3520193" y="2985625"/>
          <a:ext cx="419100" cy="195580"/>
        </p:xfrm>
        <a:graphic>
          <a:graphicData uri="http://schemas.openxmlformats.org/presentationml/2006/ole">
            <mc:AlternateContent xmlns:mc="http://schemas.openxmlformats.org/markup-compatibility/2006">
              <mc:Choice xmlns:v="urn:schemas-microsoft-com:vml" Requires="v">
                <p:oleObj name="Equation" r:id="rId59" imgW="380880" imgH="177480" progId="Equation.DSMT4">
                  <p:embed/>
                </p:oleObj>
              </mc:Choice>
              <mc:Fallback>
                <p:oleObj name="Equation" r:id="rId59" imgW="380880" imgH="177480" progId="Equation.DSMT4">
                  <p:embed/>
                  <p:pic>
                    <p:nvPicPr>
                      <p:cNvPr id="42" name="Object 41">
                        <a:extLst>
                          <a:ext uri="{FF2B5EF4-FFF2-40B4-BE49-F238E27FC236}">
                            <a16:creationId xmlns:a16="http://schemas.microsoft.com/office/drawing/2014/main" id="{171F4837-932C-C3A4-B38B-204C16E9D4C9}"/>
                          </a:ext>
                        </a:extLst>
                      </p:cNvPr>
                      <p:cNvPicPr/>
                      <p:nvPr/>
                    </p:nvPicPr>
                    <p:blipFill>
                      <a:blip r:embed="rId60"/>
                      <a:stretch>
                        <a:fillRect/>
                      </a:stretch>
                    </p:blipFill>
                    <p:spPr>
                      <a:xfrm>
                        <a:off x="3520193" y="2985625"/>
                        <a:ext cx="419100" cy="195580"/>
                      </a:xfrm>
                      <a:prstGeom prst="rect">
                        <a:avLst/>
                      </a:prstGeom>
                    </p:spPr>
                  </p:pic>
                </p:oleObj>
              </mc:Fallback>
            </mc:AlternateContent>
          </a:graphicData>
        </a:graphic>
      </p:graphicFrame>
      <p:graphicFrame>
        <p:nvGraphicFramePr>
          <p:cNvPr id="43" name="Object 42">
            <a:extLst>
              <a:ext uri="{FF2B5EF4-FFF2-40B4-BE49-F238E27FC236}">
                <a16:creationId xmlns:a16="http://schemas.microsoft.com/office/drawing/2014/main" id="{AEF81DB1-6F29-53E0-B725-EEB82D60C8AD}"/>
              </a:ext>
            </a:extLst>
          </p:cNvPr>
          <p:cNvGraphicFramePr>
            <a:graphicFrameLocks noChangeAspect="1"/>
          </p:cNvGraphicFramePr>
          <p:nvPr>
            <p:extLst>
              <p:ext uri="{D42A27DB-BD31-4B8C-83A1-F6EECF244321}">
                <p14:modId xmlns:p14="http://schemas.microsoft.com/office/powerpoint/2010/main" val="2526167362"/>
              </p:ext>
            </p:extLst>
          </p:nvPr>
        </p:nvGraphicFramePr>
        <p:xfrm>
          <a:off x="4387483" y="2992893"/>
          <a:ext cx="622300" cy="177800"/>
        </p:xfrm>
        <a:graphic>
          <a:graphicData uri="http://schemas.openxmlformats.org/presentationml/2006/ole">
            <mc:AlternateContent xmlns:mc="http://schemas.openxmlformats.org/markup-compatibility/2006">
              <mc:Choice xmlns:v="urn:schemas-microsoft-com:vml" Requires="v">
                <p:oleObj name="Equation" r:id="rId61" imgW="622080" imgH="177480" progId="Equation.DSMT4">
                  <p:embed/>
                </p:oleObj>
              </mc:Choice>
              <mc:Fallback>
                <p:oleObj name="Equation" r:id="rId61" imgW="622080" imgH="177480" progId="Equation.DSMT4">
                  <p:embed/>
                  <p:pic>
                    <p:nvPicPr>
                      <p:cNvPr id="43" name="Object 42">
                        <a:extLst>
                          <a:ext uri="{FF2B5EF4-FFF2-40B4-BE49-F238E27FC236}">
                            <a16:creationId xmlns:a16="http://schemas.microsoft.com/office/drawing/2014/main" id="{AEF81DB1-6F29-53E0-B725-EEB82D60C8AD}"/>
                          </a:ext>
                        </a:extLst>
                      </p:cNvPr>
                      <p:cNvPicPr/>
                      <p:nvPr/>
                    </p:nvPicPr>
                    <p:blipFill>
                      <a:blip r:embed="rId62"/>
                      <a:stretch>
                        <a:fillRect/>
                      </a:stretch>
                    </p:blipFill>
                    <p:spPr>
                      <a:xfrm>
                        <a:off x="4387483" y="2992893"/>
                        <a:ext cx="622300" cy="177800"/>
                      </a:xfrm>
                      <a:prstGeom prst="rect">
                        <a:avLst/>
                      </a:prstGeom>
                    </p:spPr>
                  </p:pic>
                </p:oleObj>
              </mc:Fallback>
            </mc:AlternateContent>
          </a:graphicData>
        </a:graphic>
      </p:graphicFrame>
      <p:graphicFrame>
        <p:nvGraphicFramePr>
          <p:cNvPr id="44" name="Object 43">
            <a:extLst>
              <a:ext uri="{FF2B5EF4-FFF2-40B4-BE49-F238E27FC236}">
                <a16:creationId xmlns:a16="http://schemas.microsoft.com/office/drawing/2014/main" id="{492712E7-82A6-07EF-B067-165496DA2E7A}"/>
              </a:ext>
            </a:extLst>
          </p:cNvPr>
          <p:cNvGraphicFramePr>
            <a:graphicFrameLocks noChangeAspect="1"/>
          </p:cNvGraphicFramePr>
          <p:nvPr/>
        </p:nvGraphicFramePr>
        <p:xfrm>
          <a:off x="5540830" y="2988130"/>
          <a:ext cx="555625" cy="184150"/>
        </p:xfrm>
        <a:graphic>
          <a:graphicData uri="http://schemas.openxmlformats.org/presentationml/2006/ole">
            <mc:AlternateContent xmlns:mc="http://schemas.openxmlformats.org/markup-compatibility/2006">
              <mc:Choice xmlns:v="urn:schemas-microsoft-com:vml" Requires="v">
                <p:oleObj name="Equation" r:id="rId63" imgW="533160" imgH="177480" progId="Equation.DSMT4">
                  <p:embed/>
                </p:oleObj>
              </mc:Choice>
              <mc:Fallback>
                <p:oleObj name="Equation" r:id="rId63" imgW="533160" imgH="177480" progId="Equation.DSMT4">
                  <p:embed/>
                  <p:pic>
                    <p:nvPicPr>
                      <p:cNvPr id="44" name="Object 43">
                        <a:extLst>
                          <a:ext uri="{FF2B5EF4-FFF2-40B4-BE49-F238E27FC236}">
                            <a16:creationId xmlns:a16="http://schemas.microsoft.com/office/drawing/2014/main" id="{492712E7-82A6-07EF-B067-165496DA2E7A}"/>
                          </a:ext>
                        </a:extLst>
                      </p:cNvPr>
                      <p:cNvPicPr/>
                      <p:nvPr/>
                    </p:nvPicPr>
                    <p:blipFill>
                      <a:blip r:embed="rId64"/>
                      <a:stretch>
                        <a:fillRect/>
                      </a:stretch>
                    </p:blipFill>
                    <p:spPr>
                      <a:xfrm>
                        <a:off x="5540830" y="2988130"/>
                        <a:ext cx="555625" cy="184150"/>
                      </a:xfrm>
                      <a:prstGeom prst="rect">
                        <a:avLst/>
                      </a:prstGeom>
                    </p:spPr>
                  </p:pic>
                </p:oleObj>
              </mc:Fallback>
            </mc:AlternateContent>
          </a:graphicData>
        </a:graphic>
      </p:graphicFrame>
      <p:graphicFrame>
        <p:nvGraphicFramePr>
          <p:cNvPr id="45" name="Object 44">
            <a:extLst>
              <a:ext uri="{FF2B5EF4-FFF2-40B4-BE49-F238E27FC236}">
                <a16:creationId xmlns:a16="http://schemas.microsoft.com/office/drawing/2014/main" id="{6D5FC947-7F49-EA81-BDF4-E8679789570F}"/>
              </a:ext>
            </a:extLst>
          </p:cNvPr>
          <p:cNvGraphicFramePr>
            <a:graphicFrameLocks noChangeAspect="1"/>
          </p:cNvGraphicFramePr>
          <p:nvPr/>
        </p:nvGraphicFramePr>
        <p:xfrm>
          <a:off x="6727238" y="2980193"/>
          <a:ext cx="520700" cy="177800"/>
        </p:xfrm>
        <a:graphic>
          <a:graphicData uri="http://schemas.openxmlformats.org/presentationml/2006/ole">
            <mc:AlternateContent xmlns:mc="http://schemas.openxmlformats.org/markup-compatibility/2006">
              <mc:Choice xmlns:v="urn:schemas-microsoft-com:vml" Requires="v">
                <p:oleObj name="Equation" r:id="rId65" imgW="520560" imgH="177480" progId="Equation.DSMT4">
                  <p:embed/>
                </p:oleObj>
              </mc:Choice>
              <mc:Fallback>
                <p:oleObj name="Equation" r:id="rId65" imgW="520560" imgH="177480" progId="Equation.DSMT4">
                  <p:embed/>
                  <p:pic>
                    <p:nvPicPr>
                      <p:cNvPr id="45" name="Object 44">
                        <a:extLst>
                          <a:ext uri="{FF2B5EF4-FFF2-40B4-BE49-F238E27FC236}">
                            <a16:creationId xmlns:a16="http://schemas.microsoft.com/office/drawing/2014/main" id="{6D5FC947-7F49-EA81-BDF4-E8679789570F}"/>
                          </a:ext>
                        </a:extLst>
                      </p:cNvPr>
                      <p:cNvPicPr/>
                      <p:nvPr/>
                    </p:nvPicPr>
                    <p:blipFill>
                      <a:blip r:embed="rId66"/>
                      <a:stretch>
                        <a:fillRect/>
                      </a:stretch>
                    </p:blipFill>
                    <p:spPr>
                      <a:xfrm>
                        <a:off x="6727238" y="2980193"/>
                        <a:ext cx="520700" cy="177800"/>
                      </a:xfrm>
                      <a:prstGeom prst="rect">
                        <a:avLst/>
                      </a:prstGeom>
                    </p:spPr>
                  </p:pic>
                </p:oleObj>
              </mc:Fallback>
            </mc:AlternateContent>
          </a:graphicData>
        </a:graphic>
      </p:graphicFrame>
      <p:graphicFrame>
        <p:nvGraphicFramePr>
          <p:cNvPr id="46" name="Object 45">
            <a:extLst>
              <a:ext uri="{FF2B5EF4-FFF2-40B4-BE49-F238E27FC236}">
                <a16:creationId xmlns:a16="http://schemas.microsoft.com/office/drawing/2014/main" id="{5108D586-B158-3683-7076-2E1AF3044763}"/>
              </a:ext>
            </a:extLst>
          </p:cNvPr>
          <p:cNvGraphicFramePr>
            <a:graphicFrameLocks noChangeAspect="1"/>
          </p:cNvGraphicFramePr>
          <p:nvPr/>
        </p:nvGraphicFramePr>
        <p:xfrm>
          <a:off x="664030" y="3316743"/>
          <a:ext cx="204788" cy="190500"/>
        </p:xfrm>
        <a:graphic>
          <a:graphicData uri="http://schemas.openxmlformats.org/presentationml/2006/ole">
            <mc:AlternateContent xmlns:mc="http://schemas.openxmlformats.org/markup-compatibility/2006">
              <mc:Choice xmlns:v="urn:schemas-microsoft-com:vml" Requires="v">
                <p:oleObj name="Equation" r:id="rId67" imgW="190440" imgH="177480" progId="Equation.DSMT4">
                  <p:embed/>
                </p:oleObj>
              </mc:Choice>
              <mc:Fallback>
                <p:oleObj name="Equation" r:id="rId67" imgW="190440" imgH="177480" progId="Equation.DSMT4">
                  <p:embed/>
                  <p:pic>
                    <p:nvPicPr>
                      <p:cNvPr id="46" name="Object 45">
                        <a:extLst>
                          <a:ext uri="{FF2B5EF4-FFF2-40B4-BE49-F238E27FC236}">
                            <a16:creationId xmlns:a16="http://schemas.microsoft.com/office/drawing/2014/main" id="{5108D586-B158-3683-7076-2E1AF3044763}"/>
                          </a:ext>
                        </a:extLst>
                      </p:cNvPr>
                      <p:cNvPicPr/>
                      <p:nvPr/>
                    </p:nvPicPr>
                    <p:blipFill>
                      <a:blip r:embed="rId68"/>
                      <a:stretch>
                        <a:fillRect/>
                      </a:stretch>
                    </p:blipFill>
                    <p:spPr>
                      <a:xfrm>
                        <a:off x="664030" y="3316743"/>
                        <a:ext cx="204788" cy="190500"/>
                      </a:xfrm>
                      <a:prstGeom prst="rect">
                        <a:avLst/>
                      </a:prstGeom>
                    </p:spPr>
                  </p:pic>
                </p:oleObj>
              </mc:Fallback>
            </mc:AlternateContent>
          </a:graphicData>
        </a:graphic>
      </p:graphicFrame>
      <p:graphicFrame>
        <p:nvGraphicFramePr>
          <p:cNvPr id="47" name="Object 46">
            <a:extLst>
              <a:ext uri="{FF2B5EF4-FFF2-40B4-BE49-F238E27FC236}">
                <a16:creationId xmlns:a16="http://schemas.microsoft.com/office/drawing/2014/main" id="{1851ADFD-A2EB-5C91-BED4-2BDB42EE2BBC}"/>
              </a:ext>
            </a:extLst>
          </p:cNvPr>
          <p:cNvGraphicFramePr>
            <a:graphicFrameLocks noChangeAspect="1"/>
          </p:cNvGraphicFramePr>
          <p:nvPr/>
        </p:nvGraphicFramePr>
        <p:xfrm>
          <a:off x="1293009" y="3302082"/>
          <a:ext cx="210705" cy="196273"/>
        </p:xfrm>
        <a:graphic>
          <a:graphicData uri="http://schemas.openxmlformats.org/presentationml/2006/ole">
            <mc:AlternateContent xmlns:mc="http://schemas.openxmlformats.org/markup-compatibility/2006">
              <mc:Choice xmlns:v="urn:schemas-microsoft-com:vml" Requires="v">
                <p:oleObj name="Equation" r:id="rId69" imgW="190440" imgH="177480" progId="Equation.DSMT4">
                  <p:embed/>
                </p:oleObj>
              </mc:Choice>
              <mc:Fallback>
                <p:oleObj name="Equation" r:id="rId69" imgW="190440" imgH="177480" progId="Equation.DSMT4">
                  <p:embed/>
                  <p:pic>
                    <p:nvPicPr>
                      <p:cNvPr id="47" name="Object 46">
                        <a:extLst>
                          <a:ext uri="{FF2B5EF4-FFF2-40B4-BE49-F238E27FC236}">
                            <a16:creationId xmlns:a16="http://schemas.microsoft.com/office/drawing/2014/main" id="{1851ADFD-A2EB-5C91-BED4-2BDB42EE2BBC}"/>
                          </a:ext>
                        </a:extLst>
                      </p:cNvPr>
                      <p:cNvPicPr/>
                      <p:nvPr/>
                    </p:nvPicPr>
                    <p:blipFill>
                      <a:blip r:embed="rId70"/>
                      <a:stretch>
                        <a:fillRect/>
                      </a:stretch>
                    </p:blipFill>
                    <p:spPr>
                      <a:xfrm>
                        <a:off x="1293009" y="3302082"/>
                        <a:ext cx="210705" cy="196273"/>
                      </a:xfrm>
                      <a:prstGeom prst="rect">
                        <a:avLst/>
                      </a:prstGeom>
                    </p:spPr>
                  </p:pic>
                </p:oleObj>
              </mc:Fallback>
            </mc:AlternateContent>
          </a:graphicData>
        </a:graphic>
      </p:graphicFrame>
      <p:graphicFrame>
        <p:nvGraphicFramePr>
          <p:cNvPr id="48" name="Object 47">
            <a:extLst>
              <a:ext uri="{FF2B5EF4-FFF2-40B4-BE49-F238E27FC236}">
                <a16:creationId xmlns:a16="http://schemas.microsoft.com/office/drawing/2014/main" id="{551A1BEE-D032-4B59-1884-828C18121B47}"/>
              </a:ext>
            </a:extLst>
          </p:cNvPr>
          <p:cNvGraphicFramePr>
            <a:graphicFrameLocks noChangeAspect="1"/>
          </p:cNvGraphicFramePr>
          <p:nvPr/>
        </p:nvGraphicFramePr>
        <p:xfrm>
          <a:off x="1941968" y="3292930"/>
          <a:ext cx="215900" cy="215900"/>
        </p:xfrm>
        <a:graphic>
          <a:graphicData uri="http://schemas.openxmlformats.org/presentationml/2006/ole">
            <mc:AlternateContent xmlns:mc="http://schemas.openxmlformats.org/markup-compatibility/2006">
              <mc:Choice xmlns:v="urn:schemas-microsoft-com:vml" Requires="v">
                <p:oleObj name="Equation" r:id="rId71" imgW="177480" imgH="177480" progId="Equation.DSMT4">
                  <p:embed/>
                </p:oleObj>
              </mc:Choice>
              <mc:Fallback>
                <p:oleObj name="Equation" r:id="rId71" imgW="177480" imgH="177480" progId="Equation.DSMT4">
                  <p:embed/>
                  <p:pic>
                    <p:nvPicPr>
                      <p:cNvPr id="48" name="Object 47">
                        <a:extLst>
                          <a:ext uri="{FF2B5EF4-FFF2-40B4-BE49-F238E27FC236}">
                            <a16:creationId xmlns:a16="http://schemas.microsoft.com/office/drawing/2014/main" id="{551A1BEE-D032-4B59-1884-828C18121B47}"/>
                          </a:ext>
                        </a:extLst>
                      </p:cNvPr>
                      <p:cNvPicPr/>
                      <p:nvPr/>
                    </p:nvPicPr>
                    <p:blipFill>
                      <a:blip r:embed="rId72"/>
                      <a:stretch>
                        <a:fillRect/>
                      </a:stretch>
                    </p:blipFill>
                    <p:spPr>
                      <a:xfrm>
                        <a:off x="1941968" y="3292930"/>
                        <a:ext cx="215900" cy="215900"/>
                      </a:xfrm>
                      <a:prstGeom prst="rect">
                        <a:avLst/>
                      </a:prstGeom>
                    </p:spPr>
                  </p:pic>
                </p:oleObj>
              </mc:Fallback>
            </mc:AlternateContent>
          </a:graphicData>
        </a:graphic>
      </p:graphicFrame>
      <p:graphicFrame>
        <p:nvGraphicFramePr>
          <p:cNvPr id="49" name="Object 48">
            <a:extLst>
              <a:ext uri="{FF2B5EF4-FFF2-40B4-BE49-F238E27FC236}">
                <a16:creationId xmlns:a16="http://schemas.microsoft.com/office/drawing/2014/main" id="{82F6DF7F-B3B9-C81C-EEFC-4DC58CABDFDF}"/>
              </a:ext>
            </a:extLst>
          </p:cNvPr>
          <p:cNvGraphicFramePr>
            <a:graphicFrameLocks noChangeAspect="1"/>
          </p:cNvGraphicFramePr>
          <p:nvPr/>
        </p:nvGraphicFramePr>
        <p:xfrm>
          <a:off x="2683530" y="3319108"/>
          <a:ext cx="304800" cy="177800"/>
        </p:xfrm>
        <a:graphic>
          <a:graphicData uri="http://schemas.openxmlformats.org/presentationml/2006/ole">
            <mc:AlternateContent xmlns:mc="http://schemas.openxmlformats.org/markup-compatibility/2006">
              <mc:Choice xmlns:v="urn:schemas-microsoft-com:vml" Requires="v">
                <p:oleObj name="Equation" r:id="rId73" imgW="304560" imgH="177480" progId="Equation.DSMT4">
                  <p:embed/>
                </p:oleObj>
              </mc:Choice>
              <mc:Fallback>
                <p:oleObj name="Equation" r:id="rId73" imgW="304560" imgH="177480" progId="Equation.DSMT4">
                  <p:embed/>
                  <p:pic>
                    <p:nvPicPr>
                      <p:cNvPr id="49" name="Object 48">
                        <a:extLst>
                          <a:ext uri="{FF2B5EF4-FFF2-40B4-BE49-F238E27FC236}">
                            <a16:creationId xmlns:a16="http://schemas.microsoft.com/office/drawing/2014/main" id="{82F6DF7F-B3B9-C81C-EEFC-4DC58CABDFDF}"/>
                          </a:ext>
                        </a:extLst>
                      </p:cNvPr>
                      <p:cNvPicPr/>
                      <p:nvPr/>
                    </p:nvPicPr>
                    <p:blipFill>
                      <a:blip r:embed="rId74"/>
                      <a:stretch>
                        <a:fillRect/>
                      </a:stretch>
                    </p:blipFill>
                    <p:spPr>
                      <a:xfrm>
                        <a:off x="2683530" y="3319108"/>
                        <a:ext cx="304800" cy="177800"/>
                      </a:xfrm>
                      <a:prstGeom prst="rect">
                        <a:avLst/>
                      </a:prstGeom>
                    </p:spPr>
                  </p:pic>
                </p:oleObj>
              </mc:Fallback>
            </mc:AlternateContent>
          </a:graphicData>
        </a:graphic>
      </p:graphicFrame>
      <p:graphicFrame>
        <p:nvGraphicFramePr>
          <p:cNvPr id="50" name="Object 49">
            <a:extLst>
              <a:ext uri="{FF2B5EF4-FFF2-40B4-BE49-F238E27FC236}">
                <a16:creationId xmlns:a16="http://schemas.microsoft.com/office/drawing/2014/main" id="{9DFCC66B-90F0-7B72-D371-33A96D9C9EB9}"/>
              </a:ext>
            </a:extLst>
          </p:cNvPr>
          <p:cNvGraphicFramePr>
            <a:graphicFrameLocks noChangeAspect="1"/>
          </p:cNvGraphicFramePr>
          <p:nvPr>
            <p:extLst>
              <p:ext uri="{D42A27DB-BD31-4B8C-83A1-F6EECF244321}">
                <p14:modId xmlns:p14="http://schemas.microsoft.com/office/powerpoint/2010/main" val="3631929865"/>
              </p:ext>
            </p:extLst>
          </p:nvPr>
        </p:nvGraphicFramePr>
        <p:xfrm>
          <a:off x="3387725" y="3297238"/>
          <a:ext cx="515938" cy="223837"/>
        </p:xfrm>
        <a:graphic>
          <a:graphicData uri="http://schemas.openxmlformats.org/presentationml/2006/ole">
            <mc:AlternateContent xmlns:mc="http://schemas.openxmlformats.org/markup-compatibility/2006">
              <mc:Choice xmlns:v="urn:schemas-microsoft-com:vml" Requires="v">
                <p:oleObj name="Equation" r:id="rId75" imgW="469800" imgH="203040" progId="Equation.DSMT4">
                  <p:embed/>
                </p:oleObj>
              </mc:Choice>
              <mc:Fallback>
                <p:oleObj name="Equation" r:id="rId75" imgW="469800" imgH="203040" progId="Equation.DSMT4">
                  <p:embed/>
                  <p:pic>
                    <p:nvPicPr>
                      <p:cNvPr id="50" name="Object 49">
                        <a:extLst>
                          <a:ext uri="{FF2B5EF4-FFF2-40B4-BE49-F238E27FC236}">
                            <a16:creationId xmlns:a16="http://schemas.microsoft.com/office/drawing/2014/main" id="{9DFCC66B-90F0-7B72-D371-33A96D9C9EB9}"/>
                          </a:ext>
                        </a:extLst>
                      </p:cNvPr>
                      <p:cNvPicPr/>
                      <p:nvPr/>
                    </p:nvPicPr>
                    <p:blipFill>
                      <a:blip r:embed="rId76"/>
                      <a:stretch>
                        <a:fillRect/>
                      </a:stretch>
                    </p:blipFill>
                    <p:spPr>
                      <a:xfrm>
                        <a:off x="3387725" y="3297238"/>
                        <a:ext cx="515938" cy="223837"/>
                      </a:xfrm>
                      <a:prstGeom prst="rect">
                        <a:avLst/>
                      </a:prstGeom>
                    </p:spPr>
                  </p:pic>
                </p:oleObj>
              </mc:Fallback>
            </mc:AlternateContent>
          </a:graphicData>
        </a:graphic>
      </p:graphicFrame>
      <p:graphicFrame>
        <p:nvGraphicFramePr>
          <p:cNvPr id="51" name="Object 50">
            <a:extLst>
              <a:ext uri="{FF2B5EF4-FFF2-40B4-BE49-F238E27FC236}">
                <a16:creationId xmlns:a16="http://schemas.microsoft.com/office/drawing/2014/main" id="{DBE19171-EB75-6D08-D0B4-EF4265EB3A18}"/>
              </a:ext>
            </a:extLst>
          </p:cNvPr>
          <p:cNvGraphicFramePr>
            <a:graphicFrameLocks noChangeAspect="1"/>
          </p:cNvGraphicFramePr>
          <p:nvPr/>
        </p:nvGraphicFramePr>
        <p:xfrm>
          <a:off x="4446000" y="3318330"/>
          <a:ext cx="546100" cy="177800"/>
        </p:xfrm>
        <a:graphic>
          <a:graphicData uri="http://schemas.openxmlformats.org/presentationml/2006/ole">
            <mc:AlternateContent xmlns:mc="http://schemas.openxmlformats.org/markup-compatibility/2006">
              <mc:Choice xmlns:v="urn:schemas-microsoft-com:vml" Requires="v">
                <p:oleObj name="Equation" r:id="rId77" imgW="545760" imgH="177480" progId="Equation.DSMT4">
                  <p:embed/>
                </p:oleObj>
              </mc:Choice>
              <mc:Fallback>
                <p:oleObj name="Equation" r:id="rId77" imgW="545760" imgH="177480" progId="Equation.DSMT4">
                  <p:embed/>
                  <p:pic>
                    <p:nvPicPr>
                      <p:cNvPr id="51" name="Object 50">
                        <a:extLst>
                          <a:ext uri="{FF2B5EF4-FFF2-40B4-BE49-F238E27FC236}">
                            <a16:creationId xmlns:a16="http://schemas.microsoft.com/office/drawing/2014/main" id="{DBE19171-EB75-6D08-D0B4-EF4265EB3A18}"/>
                          </a:ext>
                        </a:extLst>
                      </p:cNvPr>
                      <p:cNvPicPr/>
                      <p:nvPr/>
                    </p:nvPicPr>
                    <p:blipFill>
                      <a:blip r:embed="rId78"/>
                      <a:stretch>
                        <a:fillRect/>
                      </a:stretch>
                    </p:blipFill>
                    <p:spPr>
                      <a:xfrm>
                        <a:off x="4446000" y="3318330"/>
                        <a:ext cx="546100" cy="177800"/>
                      </a:xfrm>
                      <a:prstGeom prst="rect">
                        <a:avLst/>
                      </a:prstGeom>
                    </p:spPr>
                  </p:pic>
                </p:oleObj>
              </mc:Fallback>
            </mc:AlternateContent>
          </a:graphicData>
        </a:graphic>
      </p:graphicFrame>
      <p:graphicFrame>
        <p:nvGraphicFramePr>
          <p:cNvPr id="52" name="Object 51">
            <a:extLst>
              <a:ext uri="{FF2B5EF4-FFF2-40B4-BE49-F238E27FC236}">
                <a16:creationId xmlns:a16="http://schemas.microsoft.com/office/drawing/2014/main" id="{97BAB1D9-038E-37E0-2E20-7AFB2F395A99}"/>
              </a:ext>
            </a:extLst>
          </p:cNvPr>
          <p:cNvGraphicFramePr>
            <a:graphicFrameLocks noChangeAspect="1"/>
          </p:cNvGraphicFramePr>
          <p:nvPr/>
        </p:nvGraphicFramePr>
        <p:xfrm>
          <a:off x="5483680" y="3313568"/>
          <a:ext cx="649288" cy="185737"/>
        </p:xfrm>
        <a:graphic>
          <a:graphicData uri="http://schemas.openxmlformats.org/presentationml/2006/ole">
            <mc:AlternateContent xmlns:mc="http://schemas.openxmlformats.org/markup-compatibility/2006">
              <mc:Choice xmlns:v="urn:schemas-microsoft-com:vml" Requires="v">
                <p:oleObj name="Equation" r:id="rId79" imgW="622080" imgH="177480" progId="Equation.DSMT4">
                  <p:embed/>
                </p:oleObj>
              </mc:Choice>
              <mc:Fallback>
                <p:oleObj name="Equation" r:id="rId79" imgW="622080" imgH="177480" progId="Equation.DSMT4">
                  <p:embed/>
                  <p:pic>
                    <p:nvPicPr>
                      <p:cNvPr id="52" name="Object 51">
                        <a:extLst>
                          <a:ext uri="{FF2B5EF4-FFF2-40B4-BE49-F238E27FC236}">
                            <a16:creationId xmlns:a16="http://schemas.microsoft.com/office/drawing/2014/main" id="{97BAB1D9-038E-37E0-2E20-7AFB2F395A99}"/>
                          </a:ext>
                        </a:extLst>
                      </p:cNvPr>
                      <p:cNvPicPr/>
                      <p:nvPr/>
                    </p:nvPicPr>
                    <p:blipFill>
                      <a:blip r:embed="rId80"/>
                      <a:stretch>
                        <a:fillRect/>
                      </a:stretch>
                    </p:blipFill>
                    <p:spPr>
                      <a:xfrm>
                        <a:off x="5483680" y="3313568"/>
                        <a:ext cx="649288" cy="185737"/>
                      </a:xfrm>
                      <a:prstGeom prst="rect">
                        <a:avLst/>
                      </a:prstGeom>
                    </p:spPr>
                  </p:pic>
                </p:oleObj>
              </mc:Fallback>
            </mc:AlternateContent>
          </a:graphicData>
        </a:graphic>
      </p:graphicFrame>
      <p:graphicFrame>
        <p:nvGraphicFramePr>
          <p:cNvPr id="53" name="Object 52">
            <a:extLst>
              <a:ext uri="{FF2B5EF4-FFF2-40B4-BE49-F238E27FC236}">
                <a16:creationId xmlns:a16="http://schemas.microsoft.com/office/drawing/2014/main" id="{59EC3276-19D0-F8F0-1A9E-38E10D93493E}"/>
              </a:ext>
            </a:extLst>
          </p:cNvPr>
          <p:cNvGraphicFramePr>
            <a:graphicFrameLocks noChangeAspect="1"/>
          </p:cNvGraphicFramePr>
          <p:nvPr/>
        </p:nvGraphicFramePr>
        <p:xfrm>
          <a:off x="6554264" y="3305812"/>
          <a:ext cx="698500" cy="177800"/>
        </p:xfrm>
        <a:graphic>
          <a:graphicData uri="http://schemas.openxmlformats.org/presentationml/2006/ole">
            <mc:AlternateContent xmlns:mc="http://schemas.openxmlformats.org/markup-compatibility/2006">
              <mc:Choice xmlns:v="urn:schemas-microsoft-com:vml" Requires="v">
                <p:oleObj name="Equation" r:id="rId81" imgW="698400" imgH="177480" progId="Equation.DSMT4">
                  <p:embed/>
                </p:oleObj>
              </mc:Choice>
              <mc:Fallback>
                <p:oleObj name="Equation" r:id="rId81" imgW="698400" imgH="177480" progId="Equation.DSMT4">
                  <p:embed/>
                  <p:pic>
                    <p:nvPicPr>
                      <p:cNvPr id="53" name="Object 52">
                        <a:extLst>
                          <a:ext uri="{FF2B5EF4-FFF2-40B4-BE49-F238E27FC236}">
                            <a16:creationId xmlns:a16="http://schemas.microsoft.com/office/drawing/2014/main" id="{59EC3276-19D0-F8F0-1A9E-38E10D93493E}"/>
                          </a:ext>
                        </a:extLst>
                      </p:cNvPr>
                      <p:cNvPicPr/>
                      <p:nvPr/>
                    </p:nvPicPr>
                    <p:blipFill>
                      <a:blip r:embed="rId82"/>
                      <a:stretch>
                        <a:fillRect/>
                      </a:stretch>
                    </p:blipFill>
                    <p:spPr>
                      <a:xfrm>
                        <a:off x="6554264" y="3305812"/>
                        <a:ext cx="698500" cy="177800"/>
                      </a:xfrm>
                      <a:prstGeom prst="rect">
                        <a:avLst/>
                      </a:prstGeom>
                    </p:spPr>
                  </p:pic>
                </p:oleObj>
              </mc:Fallback>
            </mc:AlternateContent>
          </a:graphicData>
        </a:graphic>
      </p:graphicFrame>
      <p:graphicFrame>
        <p:nvGraphicFramePr>
          <p:cNvPr id="54" name="Object 53">
            <a:extLst>
              <a:ext uri="{FF2B5EF4-FFF2-40B4-BE49-F238E27FC236}">
                <a16:creationId xmlns:a16="http://schemas.microsoft.com/office/drawing/2014/main" id="{5CA6A877-ACA9-D694-6A79-DEB03BF78F2D}"/>
              </a:ext>
            </a:extLst>
          </p:cNvPr>
          <p:cNvGraphicFramePr>
            <a:graphicFrameLocks noChangeAspect="1"/>
          </p:cNvGraphicFramePr>
          <p:nvPr>
            <p:extLst>
              <p:ext uri="{D42A27DB-BD31-4B8C-83A1-F6EECF244321}">
                <p14:modId xmlns:p14="http://schemas.microsoft.com/office/powerpoint/2010/main" val="3129680338"/>
              </p:ext>
            </p:extLst>
          </p:nvPr>
        </p:nvGraphicFramePr>
        <p:xfrm>
          <a:off x="679294" y="3653293"/>
          <a:ext cx="203200" cy="190500"/>
        </p:xfrm>
        <a:graphic>
          <a:graphicData uri="http://schemas.openxmlformats.org/presentationml/2006/ole">
            <mc:AlternateContent xmlns:mc="http://schemas.openxmlformats.org/markup-compatibility/2006">
              <mc:Choice xmlns:v="urn:schemas-microsoft-com:vml" Requires="v">
                <p:oleObj name="Equation" r:id="rId83" imgW="190440" imgH="177480" progId="Equation.DSMT4">
                  <p:embed/>
                </p:oleObj>
              </mc:Choice>
              <mc:Fallback>
                <p:oleObj name="Equation" r:id="rId83" imgW="190440" imgH="177480" progId="Equation.DSMT4">
                  <p:embed/>
                  <p:pic>
                    <p:nvPicPr>
                      <p:cNvPr id="54" name="Object 53">
                        <a:extLst>
                          <a:ext uri="{FF2B5EF4-FFF2-40B4-BE49-F238E27FC236}">
                            <a16:creationId xmlns:a16="http://schemas.microsoft.com/office/drawing/2014/main" id="{5CA6A877-ACA9-D694-6A79-DEB03BF78F2D}"/>
                          </a:ext>
                        </a:extLst>
                      </p:cNvPr>
                      <p:cNvPicPr/>
                      <p:nvPr/>
                    </p:nvPicPr>
                    <p:blipFill>
                      <a:blip r:embed="rId84"/>
                      <a:stretch>
                        <a:fillRect/>
                      </a:stretch>
                    </p:blipFill>
                    <p:spPr>
                      <a:xfrm>
                        <a:off x="679294" y="3653293"/>
                        <a:ext cx="203200" cy="190500"/>
                      </a:xfrm>
                      <a:prstGeom prst="rect">
                        <a:avLst/>
                      </a:prstGeom>
                    </p:spPr>
                  </p:pic>
                </p:oleObj>
              </mc:Fallback>
            </mc:AlternateContent>
          </a:graphicData>
        </a:graphic>
      </p:graphicFrame>
      <p:graphicFrame>
        <p:nvGraphicFramePr>
          <p:cNvPr id="55" name="Object 54">
            <a:extLst>
              <a:ext uri="{FF2B5EF4-FFF2-40B4-BE49-F238E27FC236}">
                <a16:creationId xmlns:a16="http://schemas.microsoft.com/office/drawing/2014/main" id="{40061878-5DDF-2931-7274-FC791A287CBE}"/>
              </a:ext>
            </a:extLst>
          </p:cNvPr>
          <p:cNvGraphicFramePr>
            <a:graphicFrameLocks noChangeAspect="1"/>
          </p:cNvGraphicFramePr>
          <p:nvPr/>
        </p:nvGraphicFramePr>
        <p:xfrm>
          <a:off x="1282500" y="3638414"/>
          <a:ext cx="210705" cy="196273"/>
        </p:xfrm>
        <a:graphic>
          <a:graphicData uri="http://schemas.openxmlformats.org/presentationml/2006/ole">
            <mc:AlternateContent xmlns:mc="http://schemas.openxmlformats.org/markup-compatibility/2006">
              <mc:Choice xmlns:v="urn:schemas-microsoft-com:vml" Requires="v">
                <p:oleObj name="Equation" r:id="rId85" imgW="190440" imgH="177480" progId="Equation.DSMT4">
                  <p:embed/>
                </p:oleObj>
              </mc:Choice>
              <mc:Fallback>
                <p:oleObj name="Equation" r:id="rId85" imgW="190440" imgH="177480" progId="Equation.DSMT4">
                  <p:embed/>
                  <p:pic>
                    <p:nvPicPr>
                      <p:cNvPr id="55" name="Object 54">
                        <a:extLst>
                          <a:ext uri="{FF2B5EF4-FFF2-40B4-BE49-F238E27FC236}">
                            <a16:creationId xmlns:a16="http://schemas.microsoft.com/office/drawing/2014/main" id="{40061878-5DDF-2931-7274-FC791A287CBE}"/>
                          </a:ext>
                        </a:extLst>
                      </p:cNvPr>
                      <p:cNvPicPr/>
                      <p:nvPr/>
                    </p:nvPicPr>
                    <p:blipFill>
                      <a:blip r:embed="rId86"/>
                      <a:stretch>
                        <a:fillRect/>
                      </a:stretch>
                    </p:blipFill>
                    <p:spPr>
                      <a:xfrm>
                        <a:off x="1282500" y="3638414"/>
                        <a:ext cx="210705" cy="196273"/>
                      </a:xfrm>
                      <a:prstGeom prst="rect">
                        <a:avLst/>
                      </a:prstGeom>
                    </p:spPr>
                  </p:pic>
                </p:oleObj>
              </mc:Fallback>
            </mc:AlternateContent>
          </a:graphicData>
        </a:graphic>
      </p:graphicFrame>
      <p:graphicFrame>
        <p:nvGraphicFramePr>
          <p:cNvPr id="56" name="Object 55">
            <a:extLst>
              <a:ext uri="{FF2B5EF4-FFF2-40B4-BE49-F238E27FC236}">
                <a16:creationId xmlns:a16="http://schemas.microsoft.com/office/drawing/2014/main" id="{5CE7B55E-7BF0-7FFB-0A98-101B4AC08BE6}"/>
              </a:ext>
            </a:extLst>
          </p:cNvPr>
          <p:cNvGraphicFramePr>
            <a:graphicFrameLocks noChangeAspect="1"/>
          </p:cNvGraphicFramePr>
          <p:nvPr/>
        </p:nvGraphicFramePr>
        <p:xfrm>
          <a:off x="1968955" y="3629480"/>
          <a:ext cx="138113" cy="215900"/>
        </p:xfrm>
        <a:graphic>
          <a:graphicData uri="http://schemas.openxmlformats.org/presentationml/2006/ole">
            <mc:AlternateContent xmlns:mc="http://schemas.openxmlformats.org/markup-compatibility/2006">
              <mc:Choice xmlns:v="urn:schemas-microsoft-com:vml" Requires="v">
                <p:oleObj name="Equation" r:id="rId87" imgW="114120" imgH="177480" progId="Equation.DSMT4">
                  <p:embed/>
                </p:oleObj>
              </mc:Choice>
              <mc:Fallback>
                <p:oleObj name="Equation" r:id="rId87" imgW="114120" imgH="177480" progId="Equation.DSMT4">
                  <p:embed/>
                  <p:pic>
                    <p:nvPicPr>
                      <p:cNvPr id="56" name="Object 55">
                        <a:extLst>
                          <a:ext uri="{FF2B5EF4-FFF2-40B4-BE49-F238E27FC236}">
                            <a16:creationId xmlns:a16="http://schemas.microsoft.com/office/drawing/2014/main" id="{5CE7B55E-7BF0-7FFB-0A98-101B4AC08BE6}"/>
                          </a:ext>
                        </a:extLst>
                      </p:cNvPr>
                      <p:cNvPicPr/>
                      <p:nvPr/>
                    </p:nvPicPr>
                    <p:blipFill>
                      <a:blip r:embed="rId88"/>
                      <a:stretch>
                        <a:fillRect/>
                      </a:stretch>
                    </p:blipFill>
                    <p:spPr>
                      <a:xfrm>
                        <a:off x="1968955" y="3629480"/>
                        <a:ext cx="138113" cy="215900"/>
                      </a:xfrm>
                      <a:prstGeom prst="rect">
                        <a:avLst/>
                      </a:prstGeom>
                    </p:spPr>
                  </p:pic>
                </p:oleObj>
              </mc:Fallback>
            </mc:AlternateContent>
          </a:graphicData>
        </a:graphic>
      </p:graphicFrame>
      <p:graphicFrame>
        <p:nvGraphicFramePr>
          <p:cNvPr id="57" name="Object 56">
            <a:extLst>
              <a:ext uri="{FF2B5EF4-FFF2-40B4-BE49-F238E27FC236}">
                <a16:creationId xmlns:a16="http://schemas.microsoft.com/office/drawing/2014/main" id="{950856C3-0B00-51D5-18BF-34BA5F898185}"/>
              </a:ext>
            </a:extLst>
          </p:cNvPr>
          <p:cNvGraphicFramePr>
            <a:graphicFrameLocks noChangeAspect="1"/>
          </p:cNvGraphicFramePr>
          <p:nvPr/>
        </p:nvGraphicFramePr>
        <p:xfrm>
          <a:off x="2673021" y="3655440"/>
          <a:ext cx="304800" cy="177800"/>
        </p:xfrm>
        <a:graphic>
          <a:graphicData uri="http://schemas.openxmlformats.org/presentationml/2006/ole">
            <mc:AlternateContent xmlns:mc="http://schemas.openxmlformats.org/markup-compatibility/2006">
              <mc:Choice xmlns:v="urn:schemas-microsoft-com:vml" Requires="v">
                <p:oleObj name="Equation" r:id="rId89" imgW="304560" imgH="177480" progId="Equation.DSMT4">
                  <p:embed/>
                </p:oleObj>
              </mc:Choice>
              <mc:Fallback>
                <p:oleObj name="Equation" r:id="rId89" imgW="304560" imgH="177480" progId="Equation.DSMT4">
                  <p:embed/>
                  <p:pic>
                    <p:nvPicPr>
                      <p:cNvPr id="57" name="Object 56">
                        <a:extLst>
                          <a:ext uri="{FF2B5EF4-FFF2-40B4-BE49-F238E27FC236}">
                            <a16:creationId xmlns:a16="http://schemas.microsoft.com/office/drawing/2014/main" id="{950856C3-0B00-51D5-18BF-34BA5F898185}"/>
                          </a:ext>
                        </a:extLst>
                      </p:cNvPr>
                      <p:cNvPicPr/>
                      <p:nvPr/>
                    </p:nvPicPr>
                    <p:blipFill>
                      <a:blip r:embed="rId90"/>
                      <a:stretch>
                        <a:fillRect/>
                      </a:stretch>
                    </p:blipFill>
                    <p:spPr>
                      <a:xfrm>
                        <a:off x="2673021" y="3655440"/>
                        <a:ext cx="304800" cy="177800"/>
                      </a:xfrm>
                      <a:prstGeom prst="rect">
                        <a:avLst/>
                      </a:prstGeom>
                    </p:spPr>
                  </p:pic>
                </p:oleObj>
              </mc:Fallback>
            </mc:AlternateContent>
          </a:graphicData>
        </a:graphic>
      </p:graphicFrame>
      <p:graphicFrame>
        <p:nvGraphicFramePr>
          <p:cNvPr id="58" name="Object 57">
            <a:extLst>
              <a:ext uri="{FF2B5EF4-FFF2-40B4-BE49-F238E27FC236}">
                <a16:creationId xmlns:a16="http://schemas.microsoft.com/office/drawing/2014/main" id="{28655493-C289-7382-3505-FA0FFD5E006F}"/>
              </a:ext>
            </a:extLst>
          </p:cNvPr>
          <p:cNvGraphicFramePr>
            <a:graphicFrameLocks noChangeAspect="1"/>
          </p:cNvGraphicFramePr>
          <p:nvPr/>
        </p:nvGraphicFramePr>
        <p:xfrm>
          <a:off x="3492295" y="3648530"/>
          <a:ext cx="433388" cy="195263"/>
        </p:xfrm>
        <a:graphic>
          <a:graphicData uri="http://schemas.openxmlformats.org/presentationml/2006/ole">
            <mc:AlternateContent xmlns:mc="http://schemas.openxmlformats.org/markup-compatibility/2006">
              <mc:Choice xmlns:v="urn:schemas-microsoft-com:vml" Requires="v">
                <p:oleObj name="Equation" r:id="rId91" imgW="393480" imgH="177480" progId="Equation.DSMT4">
                  <p:embed/>
                </p:oleObj>
              </mc:Choice>
              <mc:Fallback>
                <p:oleObj name="Equation" r:id="rId91" imgW="393480" imgH="177480" progId="Equation.DSMT4">
                  <p:embed/>
                  <p:pic>
                    <p:nvPicPr>
                      <p:cNvPr id="58" name="Object 57">
                        <a:extLst>
                          <a:ext uri="{FF2B5EF4-FFF2-40B4-BE49-F238E27FC236}">
                            <a16:creationId xmlns:a16="http://schemas.microsoft.com/office/drawing/2014/main" id="{28655493-C289-7382-3505-FA0FFD5E006F}"/>
                          </a:ext>
                        </a:extLst>
                      </p:cNvPr>
                      <p:cNvPicPr/>
                      <p:nvPr/>
                    </p:nvPicPr>
                    <p:blipFill>
                      <a:blip r:embed="rId92"/>
                      <a:stretch>
                        <a:fillRect/>
                      </a:stretch>
                    </p:blipFill>
                    <p:spPr>
                      <a:xfrm>
                        <a:off x="3492295" y="3648530"/>
                        <a:ext cx="433388" cy="195263"/>
                      </a:xfrm>
                      <a:prstGeom prst="rect">
                        <a:avLst/>
                      </a:prstGeom>
                    </p:spPr>
                  </p:pic>
                </p:oleObj>
              </mc:Fallback>
            </mc:AlternateContent>
          </a:graphicData>
        </a:graphic>
      </p:graphicFrame>
      <p:graphicFrame>
        <p:nvGraphicFramePr>
          <p:cNvPr id="59" name="Object 58">
            <a:extLst>
              <a:ext uri="{FF2B5EF4-FFF2-40B4-BE49-F238E27FC236}">
                <a16:creationId xmlns:a16="http://schemas.microsoft.com/office/drawing/2014/main" id="{B84104AB-732C-C5B1-8ED1-E0781295B0CD}"/>
              </a:ext>
            </a:extLst>
          </p:cNvPr>
          <p:cNvGraphicFramePr>
            <a:graphicFrameLocks noChangeAspect="1"/>
          </p:cNvGraphicFramePr>
          <p:nvPr/>
        </p:nvGraphicFramePr>
        <p:xfrm>
          <a:off x="4446985" y="3654880"/>
          <a:ext cx="546100" cy="177800"/>
        </p:xfrm>
        <a:graphic>
          <a:graphicData uri="http://schemas.openxmlformats.org/presentationml/2006/ole">
            <mc:AlternateContent xmlns:mc="http://schemas.openxmlformats.org/markup-compatibility/2006">
              <mc:Choice xmlns:v="urn:schemas-microsoft-com:vml" Requires="v">
                <p:oleObj name="Equation" r:id="rId93" imgW="545760" imgH="177480" progId="Equation.DSMT4">
                  <p:embed/>
                </p:oleObj>
              </mc:Choice>
              <mc:Fallback>
                <p:oleObj name="Equation" r:id="rId93" imgW="545760" imgH="177480" progId="Equation.DSMT4">
                  <p:embed/>
                  <p:pic>
                    <p:nvPicPr>
                      <p:cNvPr id="59" name="Object 58">
                        <a:extLst>
                          <a:ext uri="{FF2B5EF4-FFF2-40B4-BE49-F238E27FC236}">
                            <a16:creationId xmlns:a16="http://schemas.microsoft.com/office/drawing/2014/main" id="{B84104AB-732C-C5B1-8ED1-E0781295B0CD}"/>
                          </a:ext>
                        </a:extLst>
                      </p:cNvPr>
                      <p:cNvPicPr/>
                      <p:nvPr/>
                    </p:nvPicPr>
                    <p:blipFill>
                      <a:blip r:embed="rId94"/>
                      <a:stretch>
                        <a:fillRect/>
                      </a:stretch>
                    </p:blipFill>
                    <p:spPr>
                      <a:xfrm>
                        <a:off x="4446985" y="3654880"/>
                        <a:ext cx="546100" cy="177800"/>
                      </a:xfrm>
                      <a:prstGeom prst="rect">
                        <a:avLst/>
                      </a:prstGeom>
                    </p:spPr>
                  </p:pic>
                </p:oleObj>
              </mc:Fallback>
            </mc:AlternateContent>
          </a:graphicData>
        </a:graphic>
      </p:graphicFrame>
      <p:graphicFrame>
        <p:nvGraphicFramePr>
          <p:cNvPr id="60" name="Object 59">
            <a:extLst>
              <a:ext uri="{FF2B5EF4-FFF2-40B4-BE49-F238E27FC236}">
                <a16:creationId xmlns:a16="http://schemas.microsoft.com/office/drawing/2014/main" id="{03F9B522-C2D1-5547-8BA5-D6A96C9778D5}"/>
              </a:ext>
            </a:extLst>
          </p:cNvPr>
          <p:cNvGraphicFramePr>
            <a:graphicFrameLocks noChangeAspect="1"/>
          </p:cNvGraphicFramePr>
          <p:nvPr/>
        </p:nvGraphicFramePr>
        <p:xfrm>
          <a:off x="5480505" y="3650118"/>
          <a:ext cx="635000" cy="184150"/>
        </p:xfrm>
        <a:graphic>
          <a:graphicData uri="http://schemas.openxmlformats.org/presentationml/2006/ole">
            <mc:AlternateContent xmlns:mc="http://schemas.openxmlformats.org/markup-compatibility/2006">
              <mc:Choice xmlns:v="urn:schemas-microsoft-com:vml" Requires="v">
                <p:oleObj name="Equation" r:id="rId95" imgW="609480" imgH="177480" progId="Equation.DSMT4">
                  <p:embed/>
                </p:oleObj>
              </mc:Choice>
              <mc:Fallback>
                <p:oleObj name="Equation" r:id="rId95" imgW="609480" imgH="177480" progId="Equation.DSMT4">
                  <p:embed/>
                  <p:pic>
                    <p:nvPicPr>
                      <p:cNvPr id="60" name="Object 59">
                        <a:extLst>
                          <a:ext uri="{FF2B5EF4-FFF2-40B4-BE49-F238E27FC236}">
                            <a16:creationId xmlns:a16="http://schemas.microsoft.com/office/drawing/2014/main" id="{03F9B522-C2D1-5547-8BA5-D6A96C9778D5}"/>
                          </a:ext>
                        </a:extLst>
                      </p:cNvPr>
                      <p:cNvPicPr/>
                      <p:nvPr/>
                    </p:nvPicPr>
                    <p:blipFill>
                      <a:blip r:embed="rId96"/>
                      <a:stretch>
                        <a:fillRect/>
                      </a:stretch>
                    </p:blipFill>
                    <p:spPr>
                      <a:xfrm>
                        <a:off x="5480505" y="3650118"/>
                        <a:ext cx="635000" cy="184150"/>
                      </a:xfrm>
                      <a:prstGeom prst="rect">
                        <a:avLst/>
                      </a:prstGeom>
                    </p:spPr>
                  </p:pic>
                </p:oleObj>
              </mc:Fallback>
            </mc:AlternateContent>
          </a:graphicData>
        </a:graphic>
      </p:graphicFrame>
      <p:graphicFrame>
        <p:nvGraphicFramePr>
          <p:cNvPr id="61" name="Object 60">
            <a:extLst>
              <a:ext uri="{FF2B5EF4-FFF2-40B4-BE49-F238E27FC236}">
                <a16:creationId xmlns:a16="http://schemas.microsoft.com/office/drawing/2014/main" id="{4BA563E4-7967-D541-F4D4-8A35295679D9}"/>
              </a:ext>
            </a:extLst>
          </p:cNvPr>
          <p:cNvGraphicFramePr>
            <a:graphicFrameLocks noChangeAspect="1"/>
          </p:cNvGraphicFramePr>
          <p:nvPr/>
        </p:nvGraphicFramePr>
        <p:xfrm>
          <a:off x="6543755" y="3642144"/>
          <a:ext cx="698500" cy="177800"/>
        </p:xfrm>
        <a:graphic>
          <a:graphicData uri="http://schemas.openxmlformats.org/presentationml/2006/ole">
            <mc:AlternateContent xmlns:mc="http://schemas.openxmlformats.org/markup-compatibility/2006">
              <mc:Choice xmlns:v="urn:schemas-microsoft-com:vml" Requires="v">
                <p:oleObj name="Equation" r:id="rId97" imgW="698400" imgH="177480" progId="Equation.DSMT4">
                  <p:embed/>
                </p:oleObj>
              </mc:Choice>
              <mc:Fallback>
                <p:oleObj name="Equation" r:id="rId97" imgW="698400" imgH="177480" progId="Equation.DSMT4">
                  <p:embed/>
                  <p:pic>
                    <p:nvPicPr>
                      <p:cNvPr id="61" name="Object 60">
                        <a:extLst>
                          <a:ext uri="{FF2B5EF4-FFF2-40B4-BE49-F238E27FC236}">
                            <a16:creationId xmlns:a16="http://schemas.microsoft.com/office/drawing/2014/main" id="{4BA563E4-7967-D541-F4D4-8A35295679D9}"/>
                          </a:ext>
                        </a:extLst>
                      </p:cNvPr>
                      <p:cNvPicPr/>
                      <p:nvPr/>
                    </p:nvPicPr>
                    <p:blipFill>
                      <a:blip r:embed="rId98"/>
                      <a:stretch>
                        <a:fillRect/>
                      </a:stretch>
                    </p:blipFill>
                    <p:spPr>
                      <a:xfrm>
                        <a:off x="6543755" y="3642144"/>
                        <a:ext cx="698500" cy="177800"/>
                      </a:xfrm>
                      <a:prstGeom prst="rect">
                        <a:avLst/>
                      </a:prstGeom>
                    </p:spPr>
                  </p:pic>
                </p:oleObj>
              </mc:Fallback>
            </mc:AlternateContent>
          </a:graphicData>
        </a:graphic>
      </p:graphicFrame>
      <p:graphicFrame>
        <p:nvGraphicFramePr>
          <p:cNvPr id="62" name="Object 61">
            <a:extLst>
              <a:ext uri="{FF2B5EF4-FFF2-40B4-BE49-F238E27FC236}">
                <a16:creationId xmlns:a16="http://schemas.microsoft.com/office/drawing/2014/main" id="{9E3A0162-51DB-DCEA-F58B-2DD43153680C}"/>
              </a:ext>
            </a:extLst>
          </p:cNvPr>
          <p:cNvGraphicFramePr>
            <a:graphicFrameLocks noChangeAspect="1"/>
          </p:cNvGraphicFramePr>
          <p:nvPr>
            <p:extLst>
              <p:ext uri="{D42A27DB-BD31-4B8C-83A1-F6EECF244321}">
                <p14:modId xmlns:p14="http://schemas.microsoft.com/office/powerpoint/2010/main" val="4223084184"/>
              </p:ext>
            </p:extLst>
          </p:nvPr>
        </p:nvGraphicFramePr>
        <p:xfrm>
          <a:off x="679294" y="3989843"/>
          <a:ext cx="203200" cy="190500"/>
        </p:xfrm>
        <a:graphic>
          <a:graphicData uri="http://schemas.openxmlformats.org/presentationml/2006/ole">
            <mc:AlternateContent xmlns:mc="http://schemas.openxmlformats.org/markup-compatibility/2006">
              <mc:Choice xmlns:v="urn:schemas-microsoft-com:vml" Requires="v">
                <p:oleObj name="Equation" r:id="rId99" imgW="190440" imgH="177480" progId="Equation.DSMT4">
                  <p:embed/>
                </p:oleObj>
              </mc:Choice>
              <mc:Fallback>
                <p:oleObj name="Equation" r:id="rId99" imgW="190440" imgH="177480" progId="Equation.DSMT4">
                  <p:embed/>
                  <p:pic>
                    <p:nvPicPr>
                      <p:cNvPr id="62" name="Object 61">
                        <a:extLst>
                          <a:ext uri="{FF2B5EF4-FFF2-40B4-BE49-F238E27FC236}">
                            <a16:creationId xmlns:a16="http://schemas.microsoft.com/office/drawing/2014/main" id="{9E3A0162-51DB-DCEA-F58B-2DD43153680C}"/>
                          </a:ext>
                        </a:extLst>
                      </p:cNvPr>
                      <p:cNvPicPr/>
                      <p:nvPr/>
                    </p:nvPicPr>
                    <p:blipFill>
                      <a:blip r:embed="rId100"/>
                      <a:stretch>
                        <a:fillRect/>
                      </a:stretch>
                    </p:blipFill>
                    <p:spPr>
                      <a:xfrm>
                        <a:off x="679294" y="3989843"/>
                        <a:ext cx="203200" cy="190500"/>
                      </a:xfrm>
                      <a:prstGeom prst="rect">
                        <a:avLst/>
                      </a:prstGeom>
                    </p:spPr>
                  </p:pic>
                </p:oleObj>
              </mc:Fallback>
            </mc:AlternateContent>
          </a:graphicData>
        </a:graphic>
      </p:graphicFrame>
      <p:graphicFrame>
        <p:nvGraphicFramePr>
          <p:cNvPr id="63" name="Object 62">
            <a:extLst>
              <a:ext uri="{FF2B5EF4-FFF2-40B4-BE49-F238E27FC236}">
                <a16:creationId xmlns:a16="http://schemas.microsoft.com/office/drawing/2014/main" id="{C82C4772-7314-7F92-3D63-04F72B38605E}"/>
              </a:ext>
            </a:extLst>
          </p:cNvPr>
          <p:cNvGraphicFramePr>
            <a:graphicFrameLocks noChangeAspect="1"/>
          </p:cNvGraphicFramePr>
          <p:nvPr/>
        </p:nvGraphicFramePr>
        <p:xfrm>
          <a:off x="1282501" y="3974740"/>
          <a:ext cx="210705" cy="196273"/>
        </p:xfrm>
        <a:graphic>
          <a:graphicData uri="http://schemas.openxmlformats.org/presentationml/2006/ole">
            <mc:AlternateContent xmlns:mc="http://schemas.openxmlformats.org/markup-compatibility/2006">
              <mc:Choice xmlns:v="urn:schemas-microsoft-com:vml" Requires="v">
                <p:oleObj name="Equation" r:id="rId101" imgW="190440" imgH="177480" progId="Equation.DSMT4">
                  <p:embed/>
                </p:oleObj>
              </mc:Choice>
              <mc:Fallback>
                <p:oleObj name="Equation" r:id="rId101" imgW="190440" imgH="177480" progId="Equation.DSMT4">
                  <p:embed/>
                  <p:pic>
                    <p:nvPicPr>
                      <p:cNvPr id="63" name="Object 62">
                        <a:extLst>
                          <a:ext uri="{FF2B5EF4-FFF2-40B4-BE49-F238E27FC236}">
                            <a16:creationId xmlns:a16="http://schemas.microsoft.com/office/drawing/2014/main" id="{C82C4772-7314-7F92-3D63-04F72B38605E}"/>
                          </a:ext>
                        </a:extLst>
                      </p:cNvPr>
                      <p:cNvPicPr/>
                      <p:nvPr/>
                    </p:nvPicPr>
                    <p:blipFill>
                      <a:blip r:embed="rId102"/>
                      <a:stretch>
                        <a:fillRect/>
                      </a:stretch>
                    </p:blipFill>
                    <p:spPr>
                      <a:xfrm>
                        <a:off x="1282501" y="3974740"/>
                        <a:ext cx="210705" cy="196273"/>
                      </a:xfrm>
                      <a:prstGeom prst="rect">
                        <a:avLst/>
                      </a:prstGeom>
                    </p:spPr>
                  </p:pic>
                </p:oleObj>
              </mc:Fallback>
            </mc:AlternateContent>
          </a:graphicData>
        </a:graphic>
      </p:graphicFrame>
      <p:graphicFrame>
        <p:nvGraphicFramePr>
          <p:cNvPr id="64" name="Object 63">
            <a:extLst>
              <a:ext uri="{FF2B5EF4-FFF2-40B4-BE49-F238E27FC236}">
                <a16:creationId xmlns:a16="http://schemas.microsoft.com/office/drawing/2014/main" id="{346D8C5A-C815-7265-5ACA-5235C995C596}"/>
              </a:ext>
            </a:extLst>
          </p:cNvPr>
          <p:cNvGraphicFramePr>
            <a:graphicFrameLocks noChangeAspect="1"/>
          </p:cNvGraphicFramePr>
          <p:nvPr/>
        </p:nvGraphicFramePr>
        <p:xfrm>
          <a:off x="1961720" y="3965976"/>
          <a:ext cx="153670" cy="215138"/>
        </p:xfrm>
        <a:graphic>
          <a:graphicData uri="http://schemas.openxmlformats.org/presentationml/2006/ole">
            <mc:AlternateContent xmlns:mc="http://schemas.openxmlformats.org/markup-compatibility/2006">
              <mc:Choice xmlns:v="urn:schemas-microsoft-com:vml" Requires="v">
                <p:oleObj name="Equation" r:id="rId103" imgW="126720" imgH="177480" progId="Equation.DSMT4">
                  <p:embed/>
                </p:oleObj>
              </mc:Choice>
              <mc:Fallback>
                <p:oleObj name="Equation" r:id="rId103" imgW="126720" imgH="177480" progId="Equation.DSMT4">
                  <p:embed/>
                  <p:pic>
                    <p:nvPicPr>
                      <p:cNvPr id="64" name="Object 63">
                        <a:extLst>
                          <a:ext uri="{FF2B5EF4-FFF2-40B4-BE49-F238E27FC236}">
                            <a16:creationId xmlns:a16="http://schemas.microsoft.com/office/drawing/2014/main" id="{346D8C5A-C815-7265-5ACA-5235C995C596}"/>
                          </a:ext>
                        </a:extLst>
                      </p:cNvPr>
                      <p:cNvPicPr/>
                      <p:nvPr/>
                    </p:nvPicPr>
                    <p:blipFill>
                      <a:blip r:embed="rId104"/>
                      <a:stretch>
                        <a:fillRect/>
                      </a:stretch>
                    </p:blipFill>
                    <p:spPr>
                      <a:xfrm>
                        <a:off x="1961720" y="3965976"/>
                        <a:ext cx="153670" cy="215138"/>
                      </a:xfrm>
                      <a:prstGeom prst="rect">
                        <a:avLst/>
                      </a:prstGeom>
                    </p:spPr>
                  </p:pic>
                </p:oleObj>
              </mc:Fallback>
            </mc:AlternateContent>
          </a:graphicData>
        </a:graphic>
      </p:graphicFrame>
      <p:graphicFrame>
        <p:nvGraphicFramePr>
          <p:cNvPr id="65" name="Object 64">
            <a:extLst>
              <a:ext uri="{FF2B5EF4-FFF2-40B4-BE49-F238E27FC236}">
                <a16:creationId xmlns:a16="http://schemas.microsoft.com/office/drawing/2014/main" id="{3C8E4C5E-7C2C-B1DF-F895-200B74743E07}"/>
              </a:ext>
            </a:extLst>
          </p:cNvPr>
          <p:cNvGraphicFramePr>
            <a:graphicFrameLocks noChangeAspect="1"/>
          </p:cNvGraphicFramePr>
          <p:nvPr/>
        </p:nvGraphicFramePr>
        <p:xfrm>
          <a:off x="2673022" y="3991766"/>
          <a:ext cx="304800" cy="177800"/>
        </p:xfrm>
        <a:graphic>
          <a:graphicData uri="http://schemas.openxmlformats.org/presentationml/2006/ole">
            <mc:AlternateContent xmlns:mc="http://schemas.openxmlformats.org/markup-compatibility/2006">
              <mc:Choice xmlns:v="urn:schemas-microsoft-com:vml" Requires="v">
                <p:oleObj name="Equation" r:id="rId105" imgW="304560" imgH="177480" progId="Equation.DSMT4">
                  <p:embed/>
                </p:oleObj>
              </mc:Choice>
              <mc:Fallback>
                <p:oleObj name="Equation" r:id="rId105" imgW="304560" imgH="177480" progId="Equation.DSMT4">
                  <p:embed/>
                  <p:pic>
                    <p:nvPicPr>
                      <p:cNvPr id="65" name="Object 64">
                        <a:extLst>
                          <a:ext uri="{FF2B5EF4-FFF2-40B4-BE49-F238E27FC236}">
                            <a16:creationId xmlns:a16="http://schemas.microsoft.com/office/drawing/2014/main" id="{3C8E4C5E-7C2C-B1DF-F895-200B74743E07}"/>
                          </a:ext>
                        </a:extLst>
                      </p:cNvPr>
                      <p:cNvPicPr/>
                      <p:nvPr/>
                    </p:nvPicPr>
                    <p:blipFill>
                      <a:blip r:embed="rId106"/>
                      <a:stretch>
                        <a:fillRect/>
                      </a:stretch>
                    </p:blipFill>
                    <p:spPr>
                      <a:xfrm>
                        <a:off x="2673022" y="3991766"/>
                        <a:ext cx="304800" cy="177800"/>
                      </a:xfrm>
                      <a:prstGeom prst="rect">
                        <a:avLst/>
                      </a:prstGeom>
                    </p:spPr>
                  </p:pic>
                </p:oleObj>
              </mc:Fallback>
            </mc:AlternateContent>
          </a:graphicData>
        </a:graphic>
      </p:graphicFrame>
      <p:graphicFrame>
        <p:nvGraphicFramePr>
          <p:cNvPr id="66" name="Object 65">
            <a:extLst>
              <a:ext uri="{FF2B5EF4-FFF2-40B4-BE49-F238E27FC236}">
                <a16:creationId xmlns:a16="http://schemas.microsoft.com/office/drawing/2014/main" id="{87675EBB-520A-ECC8-2DFD-67605438756A}"/>
              </a:ext>
            </a:extLst>
          </p:cNvPr>
          <p:cNvGraphicFramePr>
            <a:graphicFrameLocks noChangeAspect="1"/>
          </p:cNvGraphicFramePr>
          <p:nvPr/>
        </p:nvGraphicFramePr>
        <p:xfrm>
          <a:off x="3627395" y="3983493"/>
          <a:ext cx="266700" cy="196850"/>
        </p:xfrm>
        <a:graphic>
          <a:graphicData uri="http://schemas.openxmlformats.org/presentationml/2006/ole">
            <mc:AlternateContent xmlns:mc="http://schemas.openxmlformats.org/markup-compatibility/2006">
              <mc:Choice xmlns:v="urn:schemas-microsoft-com:vml" Requires="v">
                <p:oleObj name="Equation" r:id="rId107" imgW="241200" imgH="177480" progId="Equation.DSMT4">
                  <p:embed/>
                </p:oleObj>
              </mc:Choice>
              <mc:Fallback>
                <p:oleObj name="Equation" r:id="rId107" imgW="241200" imgH="177480" progId="Equation.DSMT4">
                  <p:embed/>
                  <p:pic>
                    <p:nvPicPr>
                      <p:cNvPr id="66" name="Object 65">
                        <a:extLst>
                          <a:ext uri="{FF2B5EF4-FFF2-40B4-BE49-F238E27FC236}">
                            <a16:creationId xmlns:a16="http://schemas.microsoft.com/office/drawing/2014/main" id="{87675EBB-520A-ECC8-2DFD-67605438756A}"/>
                          </a:ext>
                        </a:extLst>
                      </p:cNvPr>
                      <p:cNvPicPr/>
                      <p:nvPr/>
                    </p:nvPicPr>
                    <p:blipFill>
                      <a:blip r:embed="rId108"/>
                      <a:stretch>
                        <a:fillRect/>
                      </a:stretch>
                    </p:blipFill>
                    <p:spPr>
                      <a:xfrm>
                        <a:off x="3627395" y="3983493"/>
                        <a:ext cx="266700" cy="196850"/>
                      </a:xfrm>
                      <a:prstGeom prst="rect">
                        <a:avLst/>
                      </a:prstGeom>
                    </p:spPr>
                  </p:pic>
                </p:oleObj>
              </mc:Fallback>
            </mc:AlternateContent>
          </a:graphicData>
        </a:graphic>
      </p:graphicFrame>
      <p:graphicFrame>
        <p:nvGraphicFramePr>
          <p:cNvPr id="67" name="Object 66">
            <a:extLst>
              <a:ext uri="{FF2B5EF4-FFF2-40B4-BE49-F238E27FC236}">
                <a16:creationId xmlns:a16="http://schemas.microsoft.com/office/drawing/2014/main" id="{FF01AAC2-C5E3-4DC3-CA20-2AB4F5C0A95E}"/>
              </a:ext>
            </a:extLst>
          </p:cNvPr>
          <p:cNvGraphicFramePr>
            <a:graphicFrameLocks noChangeAspect="1"/>
          </p:cNvGraphicFramePr>
          <p:nvPr/>
        </p:nvGraphicFramePr>
        <p:xfrm>
          <a:off x="4394216" y="3991430"/>
          <a:ext cx="609600" cy="177800"/>
        </p:xfrm>
        <a:graphic>
          <a:graphicData uri="http://schemas.openxmlformats.org/presentationml/2006/ole">
            <mc:AlternateContent xmlns:mc="http://schemas.openxmlformats.org/markup-compatibility/2006">
              <mc:Choice xmlns:v="urn:schemas-microsoft-com:vml" Requires="v">
                <p:oleObj name="Equation" r:id="rId109" imgW="609480" imgH="177480" progId="Equation.DSMT4">
                  <p:embed/>
                </p:oleObj>
              </mc:Choice>
              <mc:Fallback>
                <p:oleObj name="Equation" r:id="rId109" imgW="609480" imgH="177480" progId="Equation.DSMT4">
                  <p:embed/>
                  <p:pic>
                    <p:nvPicPr>
                      <p:cNvPr id="67" name="Object 66">
                        <a:extLst>
                          <a:ext uri="{FF2B5EF4-FFF2-40B4-BE49-F238E27FC236}">
                            <a16:creationId xmlns:a16="http://schemas.microsoft.com/office/drawing/2014/main" id="{FF01AAC2-C5E3-4DC3-CA20-2AB4F5C0A95E}"/>
                          </a:ext>
                        </a:extLst>
                      </p:cNvPr>
                      <p:cNvPicPr/>
                      <p:nvPr/>
                    </p:nvPicPr>
                    <p:blipFill>
                      <a:blip r:embed="rId110"/>
                      <a:stretch>
                        <a:fillRect/>
                      </a:stretch>
                    </p:blipFill>
                    <p:spPr>
                      <a:xfrm>
                        <a:off x="4394216" y="3991430"/>
                        <a:ext cx="609600" cy="177800"/>
                      </a:xfrm>
                      <a:prstGeom prst="rect">
                        <a:avLst/>
                      </a:prstGeom>
                    </p:spPr>
                  </p:pic>
                </p:oleObj>
              </mc:Fallback>
            </mc:AlternateContent>
          </a:graphicData>
        </a:graphic>
      </p:graphicFrame>
      <p:graphicFrame>
        <p:nvGraphicFramePr>
          <p:cNvPr id="68" name="Object 67">
            <a:extLst>
              <a:ext uri="{FF2B5EF4-FFF2-40B4-BE49-F238E27FC236}">
                <a16:creationId xmlns:a16="http://schemas.microsoft.com/office/drawing/2014/main" id="{83B75396-1E42-EF3A-64C8-4BDCDB0B29CB}"/>
              </a:ext>
            </a:extLst>
          </p:cNvPr>
          <p:cNvGraphicFramePr>
            <a:graphicFrameLocks noChangeAspect="1"/>
          </p:cNvGraphicFramePr>
          <p:nvPr/>
        </p:nvGraphicFramePr>
        <p:xfrm>
          <a:off x="5436055" y="3986668"/>
          <a:ext cx="727075" cy="184150"/>
        </p:xfrm>
        <a:graphic>
          <a:graphicData uri="http://schemas.openxmlformats.org/presentationml/2006/ole">
            <mc:AlternateContent xmlns:mc="http://schemas.openxmlformats.org/markup-compatibility/2006">
              <mc:Choice xmlns:v="urn:schemas-microsoft-com:vml" Requires="v">
                <p:oleObj name="Equation" r:id="rId111" imgW="698400" imgH="177480" progId="Equation.DSMT4">
                  <p:embed/>
                </p:oleObj>
              </mc:Choice>
              <mc:Fallback>
                <p:oleObj name="Equation" r:id="rId111" imgW="698400" imgH="177480" progId="Equation.DSMT4">
                  <p:embed/>
                  <p:pic>
                    <p:nvPicPr>
                      <p:cNvPr id="68" name="Object 67">
                        <a:extLst>
                          <a:ext uri="{FF2B5EF4-FFF2-40B4-BE49-F238E27FC236}">
                            <a16:creationId xmlns:a16="http://schemas.microsoft.com/office/drawing/2014/main" id="{83B75396-1E42-EF3A-64C8-4BDCDB0B29CB}"/>
                          </a:ext>
                        </a:extLst>
                      </p:cNvPr>
                      <p:cNvPicPr/>
                      <p:nvPr/>
                    </p:nvPicPr>
                    <p:blipFill>
                      <a:blip r:embed="rId112"/>
                      <a:stretch>
                        <a:fillRect/>
                      </a:stretch>
                    </p:blipFill>
                    <p:spPr>
                      <a:xfrm>
                        <a:off x="5436055" y="3986668"/>
                        <a:ext cx="727075" cy="184150"/>
                      </a:xfrm>
                      <a:prstGeom prst="rect">
                        <a:avLst/>
                      </a:prstGeom>
                    </p:spPr>
                  </p:pic>
                </p:oleObj>
              </mc:Fallback>
            </mc:AlternateContent>
          </a:graphicData>
        </a:graphic>
      </p:graphicFrame>
      <p:graphicFrame>
        <p:nvGraphicFramePr>
          <p:cNvPr id="69" name="Object 68">
            <a:extLst>
              <a:ext uri="{FF2B5EF4-FFF2-40B4-BE49-F238E27FC236}">
                <a16:creationId xmlns:a16="http://schemas.microsoft.com/office/drawing/2014/main" id="{82523302-F278-44CD-A09D-ECFEEA0D42DE}"/>
              </a:ext>
            </a:extLst>
          </p:cNvPr>
          <p:cNvGraphicFramePr>
            <a:graphicFrameLocks noChangeAspect="1"/>
          </p:cNvGraphicFramePr>
          <p:nvPr/>
        </p:nvGraphicFramePr>
        <p:xfrm>
          <a:off x="6683390" y="3978730"/>
          <a:ext cx="546100" cy="177800"/>
        </p:xfrm>
        <a:graphic>
          <a:graphicData uri="http://schemas.openxmlformats.org/presentationml/2006/ole">
            <mc:AlternateContent xmlns:mc="http://schemas.openxmlformats.org/markup-compatibility/2006">
              <mc:Choice xmlns:v="urn:schemas-microsoft-com:vml" Requires="v">
                <p:oleObj name="Equation" r:id="rId113" imgW="545760" imgH="177480" progId="Equation.DSMT4">
                  <p:embed/>
                </p:oleObj>
              </mc:Choice>
              <mc:Fallback>
                <p:oleObj name="Equation" r:id="rId113" imgW="545760" imgH="177480" progId="Equation.DSMT4">
                  <p:embed/>
                  <p:pic>
                    <p:nvPicPr>
                      <p:cNvPr id="69" name="Object 68">
                        <a:extLst>
                          <a:ext uri="{FF2B5EF4-FFF2-40B4-BE49-F238E27FC236}">
                            <a16:creationId xmlns:a16="http://schemas.microsoft.com/office/drawing/2014/main" id="{82523302-F278-44CD-A09D-ECFEEA0D42DE}"/>
                          </a:ext>
                        </a:extLst>
                      </p:cNvPr>
                      <p:cNvPicPr/>
                      <p:nvPr/>
                    </p:nvPicPr>
                    <p:blipFill>
                      <a:blip r:embed="rId114"/>
                      <a:stretch>
                        <a:fillRect/>
                      </a:stretch>
                    </p:blipFill>
                    <p:spPr>
                      <a:xfrm>
                        <a:off x="6683390" y="3978730"/>
                        <a:ext cx="546100" cy="177800"/>
                      </a:xfrm>
                      <a:prstGeom prst="rect">
                        <a:avLst/>
                      </a:prstGeom>
                    </p:spPr>
                  </p:pic>
                </p:oleObj>
              </mc:Fallback>
            </mc:AlternateContent>
          </a:graphicData>
        </a:graphic>
      </p:graphicFrame>
      <p:graphicFrame>
        <p:nvGraphicFramePr>
          <p:cNvPr id="70" name="Object 69">
            <a:extLst>
              <a:ext uri="{FF2B5EF4-FFF2-40B4-BE49-F238E27FC236}">
                <a16:creationId xmlns:a16="http://schemas.microsoft.com/office/drawing/2014/main" id="{38D03900-71E5-B8C6-EE11-7E675B33A3CB}"/>
              </a:ext>
            </a:extLst>
          </p:cNvPr>
          <p:cNvGraphicFramePr>
            <a:graphicFrameLocks noChangeAspect="1"/>
          </p:cNvGraphicFramePr>
          <p:nvPr>
            <p:extLst>
              <p:ext uri="{D42A27DB-BD31-4B8C-83A1-F6EECF244321}">
                <p14:modId xmlns:p14="http://schemas.microsoft.com/office/powerpoint/2010/main" val="782204584"/>
              </p:ext>
            </p:extLst>
          </p:nvPr>
        </p:nvGraphicFramePr>
        <p:xfrm>
          <a:off x="679294" y="4315280"/>
          <a:ext cx="203200" cy="190500"/>
        </p:xfrm>
        <a:graphic>
          <a:graphicData uri="http://schemas.openxmlformats.org/presentationml/2006/ole">
            <mc:AlternateContent xmlns:mc="http://schemas.openxmlformats.org/markup-compatibility/2006">
              <mc:Choice xmlns:v="urn:schemas-microsoft-com:vml" Requires="v">
                <p:oleObj name="Equation" r:id="rId115" imgW="190440" imgH="177480" progId="Equation.DSMT4">
                  <p:embed/>
                </p:oleObj>
              </mc:Choice>
              <mc:Fallback>
                <p:oleObj name="Equation" r:id="rId115" imgW="190440" imgH="177480" progId="Equation.DSMT4">
                  <p:embed/>
                  <p:pic>
                    <p:nvPicPr>
                      <p:cNvPr id="70" name="Object 69">
                        <a:extLst>
                          <a:ext uri="{FF2B5EF4-FFF2-40B4-BE49-F238E27FC236}">
                            <a16:creationId xmlns:a16="http://schemas.microsoft.com/office/drawing/2014/main" id="{38D03900-71E5-B8C6-EE11-7E675B33A3CB}"/>
                          </a:ext>
                        </a:extLst>
                      </p:cNvPr>
                      <p:cNvPicPr/>
                      <p:nvPr/>
                    </p:nvPicPr>
                    <p:blipFill>
                      <a:blip r:embed="rId116"/>
                      <a:stretch>
                        <a:fillRect/>
                      </a:stretch>
                    </p:blipFill>
                    <p:spPr>
                      <a:xfrm>
                        <a:off x="679294" y="4315280"/>
                        <a:ext cx="203200" cy="190500"/>
                      </a:xfrm>
                      <a:prstGeom prst="rect">
                        <a:avLst/>
                      </a:prstGeom>
                    </p:spPr>
                  </p:pic>
                </p:oleObj>
              </mc:Fallback>
            </mc:AlternateContent>
          </a:graphicData>
        </a:graphic>
      </p:graphicFrame>
      <p:graphicFrame>
        <p:nvGraphicFramePr>
          <p:cNvPr id="71" name="Object 70">
            <a:extLst>
              <a:ext uri="{FF2B5EF4-FFF2-40B4-BE49-F238E27FC236}">
                <a16:creationId xmlns:a16="http://schemas.microsoft.com/office/drawing/2014/main" id="{E4BC79CC-892E-BC69-6F2F-D63489CD1AA3}"/>
              </a:ext>
            </a:extLst>
          </p:cNvPr>
          <p:cNvGraphicFramePr>
            <a:graphicFrameLocks noChangeAspect="1"/>
          </p:cNvGraphicFramePr>
          <p:nvPr/>
        </p:nvGraphicFramePr>
        <p:xfrm>
          <a:off x="1282502" y="4300563"/>
          <a:ext cx="210705" cy="196273"/>
        </p:xfrm>
        <a:graphic>
          <a:graphicData uri="http://schemas.openxmlformats.org/presentationml/2006/ole">
            <mc:AlternateContent xmlns:mc="http://schemas.openxmlformats.org/markup-compatibility/2006">
              <mc:Choice xmlns:v="urn:schemas-microsoft-com:vml" Requires="v">
                <p:oleObj name="Equation" r:id="rId117" imgW="190440" imgH="177480" progId="Equation.DSMT4">
                  <p:embed/>
                </p:oleObj>
              </mc:Choice>
              <mc:Fallback>
                <p:oleObj name="Equation" r:id="rId117" imgW="190440" imgH="177480" progId="Equation.DSMT4">
                  <p:embed/>
                  <p:pic>
                    <p:nvPicPr>
                      <p:cNvPr id="71" name="Object 70">
                        <a:extLst>
                          <a:ext uri="{FF2B5EF4-FFF2-40B4-BE49-F238E27FC236}">
                            <a16:creationId xmlns:a16="http://schemas.microsoft.com/office/drawing/2014/main" id="{E4BC79CC-892E-BC69-6F2F-D63489CD1AA3}"/>
                          </a:ext>
                        </a:extLst>
                      </p:cNvPr>
                      <p:cNvPicPr/>
                      <p:nvPr/>
                    </p:nvPicPr>
                    <p:blipFill>
                      <a:blip r:embed="rId118"/>
                      <a:stretch>
                        <a:fillRect/>
                      </a:stretch>
                    </p:blipFill>
                    <p:spPr>
                      <a:xfrm>
                        <a:off x="1282502" y="4300563"/>
                        <a:ext cx="210705" cy="196273"/>
                      </a:xfrm>
                      <a:prstGeom prst="rect">
                        <a:avLst/>
                      </a:prstGeom>
                    </p:spPr>
                  </p:pic>
                </p:oleObj>
              </mc:Fallback>
            </mc:AlternateContent>
          </a:graphicData>
        </a:graphic>
      </p:graphicFrame>
      <p:graphicFrame>
        <p:nvGraphicFramePr>
          <p:cNvPr id="72" name="Object 71">
            <a:extLst>
              <a:ext uri="{FF2B5EF4-FFF2-40B4-BE49-F238E27FC236}">
                <a16:creationId xmlns:a16="http://schemas.microsoft.com/office/drawing/2014/main" id="{2C0D97C6-A257-578F-98B0-09083F201536}"/>
              </a:ext>
            </a:extLst>
          </p:cNvPr>
          <p:cNvGraphicFramePr>
            <a:graphicFrameLocks noChangeAspect="1"/>
          </p:cNvGraphicFramePr>
          <p:nvPr/>
        </p:nvGraphicFramePr>
        <p:xfrm>
          <a:off x="1983243" y="4299405"/>
          <a:ext cx="107950" cy="200025"/>
        </p:xfrm>
        <a:graphic>
          <a:graphicData uri="http://schemas.openxmlformats.org/presentationml/2006/ole">
            <mc:AlternateContent xmlns:mc="http://schemas.openxmlformats.org/markup-compatibility/2006">
              <mc:Choice xmlns:v="urn:schemas-microsoft-com:vml" Requires="v">
                <p:oleObj name="Equation" r:id="rId119" imgW="88560" imgH="164880" progId="Equation.DSMT4">
                  <p:embed/>
                </p:oleObj>
              </mc:Choice>
              <mc:Fallback>
                <p:oleObj name="Equation" r:id="rId119" imgW="88560" imgH="164880" progId="Equation.DSMT4">
                  <p:embed/>
                  <p:pic>
                    <p:nvPicPr>
                      <p:cNvPr id="72" name="Object 71">
                        <a:extLst>
                          <a:ext uri="{FF2B5EF4-FFF2-40B4-BE49-F238E27FC236}">
                            <a16:creationId xmlns:a16="http://schemas.microsoft.com/office/drawing/2014/main" id="{2C0D97C6-A257-578F-98B0-09083F201536}"/>
                          </a:ext>
                        </a:extLst>
                      </p:cNvPr>
                      <p:cNvPicPr/>
                      <p:nvPr/>
                    </p:nvPicPr>
                    <p:blipFill>
                      <a:blip r:embed="rId120"/>
                      <a:stretch>
                        <a:fillRect/>
                      </a:stretch>
                    </p:blipFill>
                    <p:spPr>
                      <a:xfrm>
                        <a:off x="1983243" y="4299405"/>
                        <a:ext cx="107950" cy="200025"/>
                      </a:xfrm>
                      <a:prstGeom prst="rect">
                        <a:avLst/>
                      </a:prstGeom>
                    </p:spPr>
                  </p:pic>
                </p:oleObj>
              </mc:Fallback>
            </mc:AlternateContent>
          </a:graphicData>
        </a:graphic>
      </p:graphicFrame>
      <p:graphicFrame>
        <p:nvGraphicFramePr>
          <p:cNvPr id="73" name="Object 72">
            <a:extLst>
              <a:ext uri="{FF2B5EF4-FFF2-40B4-BE49-F238E27FC236}">
                <a16:creationId xmlns:a16="http://schemas.microsoft.com/office/drawing/2014/main" id="{1A6FB385-A7AA-BF9F-4302-C8561805A041}"/>
              </a:ext>
            </a:extLst>
          </p:cNvPr>
          <p:cNvGraphicFramePr>
            <a:graphicFrameLocks noChangeAspect="1"/>
          </p:cNvGraphicFramePr>
          <p:nvPr/>
        </p:nvGraphicFramePr>
        <p:xfrm>
          <a:off x="2673023" y="4317589"/>
          <a:ext cx="304800" cy="177800"/>
        </p:xfrm>
        <a:graphic>
          <a:graphicData uri="http://schemas.openxmlformats.org/presentationml/2006/ole">
            <mc:AlternateContent xmlns:mc="http://schemas.openxmlformats.org/markup-compatibility/2006">
              <mc:Choice xmlns:v="urn:schemas-microsoft-com:vml" Requires="v">
                <p:oleObj name="Equation" r:id="rId121" imgW="304560" imgH="177480" progId="Equation.DSMT4">
                  <p:embed/>
                </p:oleObj>
              </mc:Choice>
              <mc:Fallback>
                <p:oleObj name="Equation" r:id="rId121" imgW="304560" imgH="177480" progId="Equation.DSMT4">
                  <p:embed/>
                  <p:pic>
                    <p:nvPicPr>
                      <p:cNvPr id="73" name="Object 72">
                        <a:extLst>
                          <a:ext uri="{FF2B5EF4-FFF2-40B4-BE49-F238E27FC236}">
                            <a16:creationId xmlns:a16="http://schemas.microsoft.com/office/drawing/2014/main" id="{1A6FB385-A7AA-BF9F-4302-C8561805A041}"/>
                          </a:ext>
                        </a:extLst>
                      </p:cNvPr>
                      <p:cNvPicPr/>
                      <p:nvPr/>
                    </p:nvPicPr>
                    <p:blipFill>
                      <a:blip r:embed="rId122"/>
                      <a:stretch>
                        <a:fillRect/>
                      </a:stretch>
                    </p:blipFill>
                    <p:spPr>
                      <a:xfrm>
                        <a:off x="2673023" y="4317589"/>
                        <a:ext cx="304800" cy="177800"/>
                      </a:xfrm>
                      <a:prstGeom prst="rect">
                        <a:avLst/>
                      </a:prstGeom>
                    </p:spPr>
                  </p:pic>
                </p:oleObj>
              </mc:Fallback>
            </mc:AlternateContent>
          </a:graphicData>
        </a:graphic>
      </p:graphicFrame>
      <p:graphicFrame>
        <p:nvGraphicFramePr>
          <p:cNvPr id="74" name="Object 73">
            <a:extLst>
              <a:ext uri="{FF2B5EF4-FFF2-40B4-BE49-F238E27FC236}">
                <a16:creationId xmlns:a16="http://schemas.microsoft.com/office/drawing/2014/main" id="{33C6FB6E-C58B-FD32-9A5C-0EAA7B21CEB1}"/>
              </a:ext>
            </a:extLst>
          </p:cNvPr>
          <p:cNvGraphicFramePr>
            <a:graphicFrameLocks noChangeAspect="1"/>
          </p:cNvGraphicFramePr>
          <p:nvPr/>
        </p:nvGraphicFramePr>
        <p:xfrm>
          <a:off x="3560940" y="4310518"/>
          <a:ext cx="334963" cy="195262"/>
        </p:xfrm>
        <a:graphic>
          <a:graphicData uri="http://schemas.openxmlformats.org/presentationml/2006/ole">
            <mc:AlternateContent xmlns:mc="http://schemas.openxmlformats.org/markup-compatibility/2006">
              <mc:Choice xmlns:v="urn:schemas-microsoft-com:vml" Requires="v">
                <p:oleObj name="Equation" r:id="rId123" imgW="304560" imgH="177480" progId="Equation.DSMT4">
                  <p:embed/>
                </p:oleObj>
              </mc:Choice>
              <mc:Fallback>
                <p:oleObj name="Equation" r:id="rId123" imgW="304560" imgH="177480" progId="Equation.DSMT4">
                  <p:embed/>
                  <p:pic>
                    <p:nvPicPr>
                      <p:cNvPr id="74" name="Object 73">
                        <a:extLst>
                          <a:ext uri="{FF2B5EF4-FFF2-40B4-BE49-F238E27FC236}">
                            <a16:creationId xmlns:a16="http://schemas.microsoft.com/office/drawing/2014/main" id="{33C6FB6E-C58B-FD32-9A5C-0EAA7B21CEB1}"/>
                          </a:ext>
                        </a:extLst>
                      </p:cNvPr>
                      <p:cNvPicPr/>
                      <p:nvPr/>
                    </p:nvPicPr>
                    <p:blipFill>
                      <a:blip r:embed="rId124"/>
                      <a:stretch>
                        <a:fillRect/>
                      </a:stretch>
                    </p:blipFill>
                    <p:spPr>
                      <a:xfrm>
                        <a:off x="3560940" y="4310518"/>
                        <a:ext cx="334963" cy="195262"/>
                      </a:xfrm>
                      <a:prstGeom prst="rect">
                        <a:avLst/>
                      </a:prstGeom>
                    </p:spPr>
                  </p:pic>
                </p:oleObj>
              </mc:Fallback>
            </mc:AlternateContent>
          </a:graphicData>
        </a:graphic>
      </p:graphicFrame>
      <p:graphicFrame>
        <p:nvGraphicFramePr>
          <p:cNvPr id="75" name="Object 74">
            <a:extLst>
              <a:ext uri="{FF2B5EF4-FFF2-40B4-BE49-F238E27FC236}">
                <a16:creationId xmlns:a16="http://schemas.microsoft.com/office/drawing/2014/main" id="{33C16238-A127-81E4-07D5-C6DEE29F172D}"/>
              </a:ext>
            </a:extLst>
          </p:cNvPr>
          <p:cNvGraphicFramePr>
            <a:graphicFrameLocks noChangeAspect="1"/>
          </p:cNvGraphicFramePr>
          <p:nvPr/>
        </p:nvGraphicFramePr>
        <p:xfrm>
          <a:off x="4415235" y="4316868"/>
          <a:ext cx="609600" cy="177800"/>
        </p:xfrm>
        <a:graphic>
          <a:graphicData uri="http://schemas.openxmlformats.org/presentationml/2006/ole">
            <mc:AlternateContent xmlns:mc="http://schemas.openxmlformats.org/markup-compatibility/2006">
              <mc:Choice xmlns:v="urn:schemas-microsoft-com:vml" Requires="v">
                <p:oleObj name="Equation" r:id="rId125" imgW="609480" imgH="177480" progId="Equation.DSMT4">
                  <p:embed/>
                </p:oleObj>
              </mc:Choice>
              <mc:Fallback>
                <p:oleObj name="Equation" r:id="rId125" imgW="609480" imgH="177480" progId="Equation.DSMT4">
                  <p:embed/>
                  <p:pic>
                    <p:nvPicPr>
                      <p:cNvPr id="75" name="Object 74">
                        <a:extLst>
                          <a:ext uri="{FF2B5EF4-FFF2-40B4-BE49-F238E27FC236}">
                            <a16:creationId xmlns:a16="http://schemas.microsoft.com/office/drawing/2014/main" id="{33C16238-A127-81E4-07D5-C6DEE29F172D}"/>
                          </a:ext>
                        </a:extLst>
                      </p:cNvPr>
                      <p:cNvPicPr/>
                      <p:nvPr/>
                    </p:nvPicPr>
                    <p:blipFill>
                      <a:blip r:embed="rId126"/>
                      <a:stretch>
                        <a:fillRect/>
                      </a:stretch>
                    </p:blipFill>
                    <p:spPr>
                      <a:xfrm>
                        <a:off x="4415235" y="4316868"/>
                        <a:ext cx="609600" cy="177800"/>
                      </a:xfrm>
                      <a:prstGeom prst="rect">
                        <a:avLst/>
                      </a:prstGeom>
                    </p:spPr>
                  </p:pic>
                </p:oleObj>
              </mc:Fallback>
            </mc:AlternateContent>
          </a:graphicData>
        </a:graphic>
      </p:graphicFrame>
      <p:graphicFrame>
        <p:nvGraphicFramePr>
          <p:cNvPr id="76" name="Object 75">
            <a:extLst>
              <a:ext uri="{FF2B5EF4-FFF2-40B4-BE49-F238E27FC236}">
                <a16:creationId xmlns:a16="http://schemas.microsoft.com/office/drawing/2014/main" id="{AE804DD5-6C43-AEF7-450C-641594A2016E}"/>
              </a:ext>
            </a:extLst>
          </p:cNvPr>
          <p:cNvGraphicFramePr>
            <a:graphicFrameLocks noChangeAspect="1"/>
          </p:cNvGraphicFramePr>
          <p:nvPr/>
        </p:nvGraphicFramePr>
        <p:xfrm>
          <a:off x="5442405" y="4312105"/>
          <a:ext cx="712788" cy="185738"/>
        </p:xfrm>
        <a:graphic>
          <a:graphicData uri="http://schemas.openxmlformats.org/presentationml/2006/ole">
            <mc:AlternateContent xmlns:mc="http://schemas.openxmlformats.org/markup-compatibility/2006">
              <mc:Choice xmlns:v="urn:schemas-microsoft-com:vml" Requires="v">
                <p:oleObj name="Equation" r:id="rId127" imgW="685800" imgH="177480" progId="Equation.DSMT4">
                  <p:embed/>
                </p:oleObj>
              </mc:Choice>
              <mc:Fallback>
                <p:oleObj name="Equation" r:id="rId127" imgW="685800" imgH="177480" progId="Equation.DSMT4">
                  <p:embed/>
                  <p:pic>
                    <p:nvPicPr>
                      <p:cNvPr id="76" name="Object 75">
                        <a:extLst>
                          <a:ext uri="{FF2B5EF4-FFF2-40B4-BE49-F238E27FC236}">
                            <a16:creationId xmlns:a16="http://schemas.microsoft.com/office/drawing/2014/main" id="{AE804DD5-6C43-AEF7-450C-641594A2016E}"/>
                          </a:ext>
                        </a:extLst>
                      </p:cNvPr>
                      <p:cNvPicPr/>
                      <p:nvPr/>
                    </p:nvPicPr>
                    <p:blipFill>
                      <a:blip r:embed="rId128"/>
                      <a:stretch>
                        <a:fillRect/>
                      </a:stretch>
                    </p:blipFill>
                    <p:spPr>
                      <a:xfrm>
                        <a:off x="5442405" y="4312105"/>
                        <a:ext cx="712788" cy="185738"/>
                      </a:xfrm>
                      <a:prstGeom prst="rect">
                        <a:avLst/>
                      </a:prstGeom>
                    </p:spPr>
                  </p:pic>
                </p:oleObj>
              </mc:Fallback>
            </mc:AlternateContent>
          </a:graphicData>
        </a:graphic>
      </p:graphicFrame>
      <p:graphicFrame>
        <p:nvGraphicFramePr>
          <p:cNvPr id="77" name="Object 76">
            <a:extLst>
              <a:ext uri="{FF2B5EF4-FFF2-40B4-BE49-F238E27FC236}">
                <a16:creationId xmlns:a16="http://schemas.microsoft.com/office/drawing/2014/main" id="{D3437C4D-81EC-7F35-8CD7-FA2F373E2559}"/>
              </a:ext>
            </a:extLst>
          </p:cNvPr>
          <p:cNvGraphicFramePr>
            <a:graphicFrameLocks noChangeAspect="1"/>
          </p:cNvGraphicFramePr>
          <p:nvPr/>
        </p:nvGraphicFramePr>
        <p:xfrm>
          <a:off x="6550480" y="4304168"/>
          <a:ext cx="685800" cy="177800"/>
        </p:xfrm>
        <a:graphic>
          <a:graphicData uri="http://schemas.openxmlformats.org/presentationml/2006/ole">
            <mc:AlternateContent xmlns:mc="http://schemas.openxmlformats.org/markup-compatibility/2006">
              <mc:Choice xmlns:v="urn:schemas-microsoft-com:vml" Requires="v">
                <p:oleObj name="Equation" r:id="rId129" imgW="685800" imgH="177480" progId="Equation.DSMT4">
                  <p:embed/>
                </p:oleObj>
              </mc:Choice>
              <mc:Fallback>
                <p:oleObj name="Equation" r:id="rId129" imgW="685800" imgH="177480" progId="Equation.DSMT4">
                  <p:embed/>
                  <p:pic>
                    <p:nvPicPr>
                      <p:cNvPr id="77" name="Object 76">
                        <a:extLst>
                          <a:ext uri="{FF2B5EF4-FFF2-40B4-BE49-F238E27FC236}">
                            <a16:creationId xmlns:a16="http://schemas.microsoft.com/office/drawing/2014/main" id="{D3437C4D-81EC-7F35-8CD7-FA2F373E2559}"/>
                          </a:ext>
                        </a:extLst>
                      </p:cNvPr>
                      <p:cNvPicPr/>
                      <p:nvPr/>
                    </p:nvPicPr>
                    <p:blipFill>
                      <a:blip r:embed="rId130"/>
                      <a:stretch>
                        <a:fillRect/>
                      </a:stretch>
                    </p:blipFill>
                    <p:spPr>
                      <a:xfrm>
                        <a:off x="6550480" y="4304168"/>
                        <a:ext cx="685800" cy="177800"/>
                      </a:xfrm>
                      <a:prstGeom prst="rect">
                        <a:avLst/>
                      </a:prstGeom>
                    </p:spPr>
                  </p:pic>
                </p:oleObj>
              </mc:Fallback>
            </mc:AlternateContent>
          </a:graphicData>
        </a:graphic>
      </p:graphicFrame>
      <p:graphicFrame>
        <p:nvGraphicFramePr>
          <p:cNvPr id="78" name="Object 77">
            <a:extLst>
              <a:ext uri="{FF2B5EF4-FFF2-40B4-BE49-F238E27FC236}">
                <a16:creationId xmlns:a16="http://schemas.microsoft.com/office/drawing/2014/main" id="{B73DE81F-A4CB-0670-3DFA-12397F367D3F}"/>
              </a:ext>
            </a:extLst>
          </p:cNvPr>
          <p:cNvGraphicFramePr>
            <a:graphicFrameLocks noChangeAspect="1"/>
          </p:cNvGraphicFramePr>
          <p:nvPr/>
        </p:nvGraphicFramePr>
        <p:xfrm>
          <a:off x="1213305" y="4647068"/>
          <a:ext cx="349250" cy="196850"/>
        </p:xfrm>
        <a:graphic>
          <a:graphicData uri="http://schemas.openxmlformats.org/presentationml/2006/ole">
            <mc:AlternateContent xmlns:mc="http://schemas.openxmlformats.org/markup-compatibility/2006">
              <mc:Choice xmlns:v="urn:schemas-microsoft-com:vml" Requires="v">
                <p:oleObj name="Equation" r:id="rId131" imgW="317160" imgH="177480" progId="Equation.DSMT4">
                  <p:embed/>
                </p:oleObj>
              </mc:Choice>
              <mc:Fallback>
                <p:oleObj name="Equation" r:id="rId131" imgW="317160" imgH="177480" progId="Equation.DSMT4">
                  <p:embed/>
                  <p:pic>
                    <p:nvPicPr>
                      <p:cNvPr id="78" name="Object 77">
                        <a:extLst>
                          <a:ext uri="{FF2B5EF4-FFF2-40B4-BE49-F238E27FC236}">
                            <a16:creationId xmlns:a16="http://schemas.microsoft.com/office/drawing/2014/main" id="{B73DE81F-A4CB-0670-3DFA-12397F367D3F}"/>
                          </a:ext>
                        </a:extLst>
                      </p:cNvPr>
                      <p:cNvPicPr/>
                      <p:nvPr/>
                    </p:nvPicPr>
                    <p:blipFill>
                      <a:blip r:embed="rId132"/>
                      <a:stretch>
                        <a:fillRect/>
                      </a:stretch>
                    </p:blipFill>
                    <p:spPr>
                      <a:xfrm>
                        <a:off x="1213305" y="4647068"/>
                        <a:ext cx="349250" cy="196850"/>
                      </a:xfrm>
                      <a:prstGeom prst="rect">
                        <a:avLst/>
                      </a:prstGeom>
                    </p:spPr>
                  </p:pic>
                </p:oleObj>
              </mc:Fallback>
            </mc:AlternateContent>
          </a:graphicData>
        </a:graphic>
      </p:graphicFrame>
      <p:graphicFrame>
        <p:nvGraphicFramePr>
          <p:cNvPr id="79" name="Object 78">
            <a:extLst>
              <a:ext uri="{FF2B5EF4-FFF2-40B4-BE49-F238E27FC236}">
                <a16:creationId xmlns:a16="http://schemas.microsoft.com/office/drawing/2014/main" id="{F4C6CB28-1807-BC7A-37A1-096141D4017A}"/>
              </a:ext>
            </a:extLst>
          </p:cNvPr>
          <p:cNvGraphicFramePr>
            <a:graphicFrameLocks noChangeAspect="1"/>
          </p:cNvGraphicFramePr>
          <p:nvPr/>
        </p:nvGraphicFramePr>
        <p:xfrm>
          <a:off x="1914980" y="4639130"/>
          <a:ext cx="246063" cy="214313"/>
        </p:xfrm>
        <a:graphic>
          <a:graphicData uri="http://schemas.openxmlformats.org/presentationml/2006/ole">
            <mc:AlternateContent xmlns:mc="http://schemas.openxmlformats.org/markup-compatibility/2006">
              <mc:Choice xmlns:v="urn:schemas-microsoft-com:vml" Requires="v">
                <p:oleObj name="Equation" r:id="rId133" imgW="203040" imgH="177480" progId="Equation.DSMT4">
                  <p:embed/>
                </p:oleObj>
              </mc:Choice>
              <mc:Fallback>
                <p:oleObj name="Equation" r:id="rId133" imgW="203040" imgH="177480" progId="Equation.DSMT4">
                  <p:embed/>
                  <p:pic>
                    <p:nvPicPr>
                      <p:cNvPr id="79" name="Object 78">
                        <a:extLst>
                          <a:ext uri="{FF2B5EF4-FFF2-40B4-BE49-F238E27FC236}">
                            <a16:creationId xmlns:a16="http://schemas.microsoft.com/office/drawing/2014/main" id="{F4C6CB28-1807-BC7A-37A1-096141D4017A}"/>
                          </a:ext>
                        </a:extLst>
                      </p:cNvPr>
                      <p:cNvPicPr/>
                      <p:nvPr/>
                    </p:nvPicPr>
                    <p:blipFill>
                      <a:blip r:embed="rId134"/>
                      <a:stretch>
                        <a:fillRect/>
                      </a:stretch>
                    </p:blipFill>
                    <p:spPr>
                      <a:xfrm>
                        <a:off x="1914980" y="4639130"/>
                        <a:ext cx="246063" cy="214313"/>
                      </a:xfrm>
                      <a:prstGeom prst="rect">
                        <a:avLst/>
                      </a:prstGeom>
                    </p:spPr>
                  </p:pic>
                </p:oleObj>
              </mc:Fallback>
            </mc:AlternateContent>
          </a:graphicData>
        </a:graphic>
      </p:graphicFrame>
      <p:graphicFrame>
        <p:nvGraphicFramePr>
          <p:cNvPr id="80" name="Object 79">
            <a:extLst>
              <a:ext uri="{FF2B5EF4-FFF2-40B4-BE49-F238E27FC236}">
                <a16:creationId xmlns:a16="http://schemas.microsoft.com/office/drawing/2014/main" id="{F8019922-846A-8089-E340-9274014CE6E1}"/>
              </a:ext>
            </a:extLst>
          </p:cNvPr>
          <p:cNvGraphicFramePr>
            <a:graphicFrameLocks noChangeAspect="1"/>
          </p:cNvGraphicFramePr>
          <p:nvPr/>
        </p:nvGraphicFramePr>
        <p:xfrm>
          <a:off x="2667455" y="4664530"/>
          <a:ext cx="317500" cy="177800"/>
        </p:xfrm>
        <a:graphic>
          <a:graphicData uri="http://schemas.openxmlformats.org/presentationml/2006/ole">
            <mc:AlternateContent xmlns:mc="http://schemas.openxmlformats.org/markup-compatibility/2006">
              <mc:Choice xmlns:v="urn:schemas-microsoft-com:vml" Requires="v">
                <p:oleObj name="Equation" r:id="rId135" imgW="317160" imgH="177480" progId="Equation.DSMT4">
                  <p:embed/>
                </p:oleObj>
              </mc:Choice>
              <mc:Fallback>
                <p:oleObj name="Equation" r:id="rId135" imgW="317160" imgH="177480" progId="Equation.DSMT4">
                  <p:embed/>
                  <p:pic>
                    <p:nvPicPr>
                      <p:cNvPr id="80" name="Object 79">
                        <a:extLst>
                          <a:ext uri="{FF2B5EF4-FFF2-40B4-BE49-F238E27FC236}">
                            <a16:creationId xmlns:a16="http://schemas.microsoft.com/office/drawing/2014/main" id="{F8019922-846A-8089-E340-9274014CE6E1}"/>
                          </a:ext>
                        </a:extLst>
                      </p:cNvPr>
                      <p:cNvPicPr/>
                      <p:nvPr/>
                    </p:nvPicPr>
                    <p:blipFill>
                      <a:blip r:embed="rId136"/>
                      <a:stretch>
                        <a:fillRect/>
                      </a:stretch>
                    </p:blipFill>
                    <p:spPr>
                      <a:xfrm>
                        <a:off x="2667455" y="4664530"/>
                        <a:ext cx="317500" cy="177800"/>
                      </a:xfrm>
                      <a:prstGeom prst="rect">
                        <a:avLst/>
                      </a:prstGeom>
                    </p:spPr>
                  </p:pic>
                </p:oleObj>
              </mc:Fallback>
            </mc:AlternateContent>
          </a:graphicData>
        </a:graphic>
      </p:graphicFrame>
      <p:graphicFrame>
        <p:nvGraphicFramePr>
          <p:cNvPr id="81" name="Object 80">
            <a:extLst>
              <a:ext uri="{FF2B5EF4-FFF2-40B4-BE49-F238E27FC236}">
                <a16:creationId xmlns:a16="http://schemas.microsoft.com/office/drawing/2014/main" id="{817A24A7-466F-6AA9-2A0A-A83CA73CF5D2}"/>
              </a:ext>
            </a:extLst>
          </p:cNvPr>
          <p:cNvGraphicFramePr>
            <a:graphicFrameLocks noChangeAspect="1"/>
          </p:cNvGraphicFramePr>
          <p:nvPr>
            <p:extLst>
              <p:ext uri="{D42A27DB-BD31-4B8C-83A1-F6EECF244321}">
                <p14:modId xmlns:p14="http://schemas.microsoft.com/office/powerpoint/2010/main" val="2303917731"/>
              </p:ext>
            </p:extLst>
          </p:nvPr>
        </p:nvGraphicFramePr>
        <p:xfrm>
          <a:off x="3340100" y="4641850"/>
          <a:ext cx="544513" cy="223838"/>
        </p:xfrm>
        <a:graphic>
          <a:graphicData uri="http://schemas.openxmlformats.org/presentationml/2006/ole">
            <mc:AlternateContent xmlns:mc="http://schemas.openxmlformats.org/markup-compatibility/2006">
              <mc:Choice xmlns:v="urn:schemas-microsoft-com:vml" Requires="v">
                <p:oleObj name="Equation" r:id="rId137" imgW="495000" imgH="203040" progId="Equation.DSMT4">
                  <p:embed/>
                </p:oleObj>
              </mc:Choice>
              <mc:Fallback>
                <p:oleObj name="Equation" r:id="rId137" imgW="495000" imgH="203040" progId="Equation.DSMT4">
                  <p:embed/>
                  <p:pic>
                    <p:nvPicPr>
                      <p:cNvPr id="81" name="Object 80">
                        <a:extLst>
                          <a:ext uri="{FF2B5EF4-FFF2-40B4-BE49-F238E27FC236}">
                            <a16:creationId xmlns:a16="http://schemas.microsoft.com/office/drawing/2014/main" id="{817A24A7-466F-6AA9-2A0A-A83CA73CF5D2}"/>
                          </a:ext>
                        </a:extLst>
                      </p:cNvPr>
                      <p:cNvPicPr/>
                      <p:nvPr/>
                    </p:nvPicPr>
                    <p:blipFill>
                      <a:blip r:embed="rId138"/>
                      <a:stretch>
                        <a:fillRect/>
                      </a:stretch>
                    </p:blipFill>
                    <p:spPr>
                      <a:xfrm>
                        <a:off x="3340100" y="4641850"/>
                        <a:ext cx="544513" cy="223838"/>
                      </a:xfrm>
                      <a:prstGeom prst="rect">
                        <a:avLst/>
                      </a:prstGeom>
                    </p:spPr>
                  </p:pic>
                </p:oleObj>
              </mc:Fallback>
            </mc:AlternateContent>
          </a:graphicData>
        </a:graphic>
      </p:graphicFrame>
      <p:graphicFrame>
        <p:nvGraphicFramePr>
          <p:cNvPr id="82" name="Object 81">
            <a:extLst>
              <a:ext uri="{FF2B5EF4-FFF2-40B4-BE49-F238E27FC236}">
                <a16:creationId xmlns:a16="http://schemas.microsoft.com/office/drawing/2014/main" id="{4808CF15-3D83-39B6-C9FD-49D3DB1AE8A8}"/>
              </a:ext>
            </a:extLst>
          </p:cNvPr>
          <p:cNvGraphicFramePr>
            <a:graphicFrameLocks noChangeAspect="1"/>
          </p:cNvGraphicFramePr>
          <p:nvPr>
            <p:extLst>
              <p:ext uri="{D42A27DB-BD31-4B8C-83A1-F6EECF244321}">
                <p14:modId xmlns:p14="http://schemas.microsoft.com/office/powerpoint/2010/main" val="1362284131"/>
              </p:ext>
            </p:extLst>
          </p:nvPr>
        </p:nvGraphicFramePr>
        <p:xfrm>
          <a:off x="5632905" y="4658180"/>
          <a:ext cx="330200" cy="185738"/>
        </p:xfrm>
        <a:graphic>
          <a:graphicData uri="http://schemas.openxmlformats.org/presentationml/2006/ole">
            <mc:AlternateContent xmlns:mc="http://schemas.openxmlformats.org/markup-compatibility/2006">
              <mc:Choice xmlns:v="urn:schemas-microsoft-com:vml" Requires="v">
                <p:oleObj name="Equation" r:id="rId139" imgW="317160" imgH="177480" progId="Equation.DSMT4">
                  <p:embed/>
                </p:oleObj>
              </mc:Choice>
              <mc:Fallback>
                <p:oleObj name="Equation" r:id="rId139" imgW="317160" imgH="177480" progId="Equation.DSMT4">
                  <p:embed/>
                  <p:pic>
                    <p:nvPicPr>
                      <p:cNvPr id="82" name="Object 81">
                        <a:extLst>
                          <a:ext uri="{FF2B5EF4-FFF2-40B4-BE49-F238E27FC236}">
                            <a16:creationId xmlns:a16="http://schemas.microsoft.com/office/drawing/2014/main" id="{4808CF15-3D83-39B6-C9FD-49D3DB1AE8A8}"/>
                          </a:ext>
                        </a:extLst>
                      </p:cNvPr>
                      <p:cNvPicPr/>
                      <p:nvPr/>
                    </p:nvPicPr>
                    <p:blipFill>
                      <a:blip r:embed="rId140"/>
                      <a:stretch>
                        <a:fillRect/>
                      </a:stretch>
                    </p:blipFill>
                    <p:spPr>
                      <a:xfrm>
                        <a:off x="5632905" y="4658180"/>
                        <a:ext cx="330200" cy="185738"/>
                      </a:xfrm>
                      <a:prstGeom prst="rect">
                        <a:avLst/>
                      </a:prstGeom>
                    </p:spPr>
                  </p:pic>
                </p:oleObj>
              </mc:Fallback>
            </mc:AlternateContent>
          </a:graphicData>
        </a:graphic>
      </p:graphicFrame>
      <p:graphicFrame>
        <p:nvGraphicFramePr>
          <p:cNvPr id="83" name="Object 82">
            <a:extLst>
              <a:ext uri="{FF2B5EF4-FFF2-40B4-BE49-F238E27FC236}">
                <a16:creationId xmlns:a16="http://schemas.microsoft.com/office/drawing/2014/main" id="{09FA4C37-0E3A-59ED-4B8A-BFA2B01FA318}"/>
              </a:ext>
            </a:extLst>
          </p:cNvPr>
          <p:cNvGraphicFramePr>
            <a:graphicFrameLocks noChangeAspect="1"/>
          </p:cNvGraphicFramePr>
          <p:nvPr>
            <p:extLst>
              <p:ext uri="{D42A27DB-BD31-4B8C-83A1-F6EECF244321}">
                <p14:modId xmlns:p14="http://schemas.microsoft.com/office/powerpoint/2010/main" val="732316532"/>
              </p:ext>
            </p:extLst>
          </p:nvPr>
        </p:nvGraphicFramePr>
        <p:xfrm>
          <a:off x="6486525" y="4638675"/>
          <a:ext cx="812800" cy="203200"/>
        </p:xfrm>
        <a:graphic>
          <a:graphicData uri="http://schemas.openxmlformats.org/presentationml/2006/ole">
            <mc:AlternateContent xmlns:mc="http://schemas.openxmlformats.org/markup-compatibility/2006">
              <mc:Choice xmlns:v="urn:schemas-microsoft-com:vml" Requires="v">
                <p:oleObj name="Equation" r:id="rId141" imgW="812520" imgH="203040" progId="Equation.DSMT4">
                  <p:embed/>
                </p:oleObj>
              </mc:Choice>
              <mc:Fallback>
                <p:oleObj name="Equation" r:id="rId141" imgW="812520" imgH="203040" progId="Equation.DSMT4">
                  <p:embed/>
                  <p:pic>
                    <p:nvPicPr>
                      <p:cNvPr id="83" name="Object 82">
                        <a:extLst>
                          <a:ext uri="{FF2B5EF4-FFF2-40B4-BE49-F238E27FC236}">
                            <a16:creationId xmlns:a16="http://schemas.microsoft.com/office/drawing/2014/main" id="{09FA4C37-0E3A-59ED-4B8A-BFA2B01FA318}"/>
                          </a:ext>
                        </a:extLst>
                      </p:cNvPr>
                      <p:cNvPicPr/>
                      <p:nvPr/>
                    </p:nvPicPr>
                    <p:blipFill>
                      <a:blip r:embed="rId142"/>
                      <a:stretch>
                        <a:fillRect/>
                      </a:stretch>
                    </p:blipFill>
                    <p:spPr>
                      <a:xfrm>
                        <a:off x="6486525" y="4638675"/>
                        <a:ext cx="812800" cy="203200"/>
                      </a:xfrm>
                      <a:prstGeom prst="rect">
                        <a:avLst/>
                      </a:prstGeom>
                    </p:spPr>
                  </p:pic>
                </p:oleObj>
              </mc:Fallback>
            </mc:AlternateContent>
          </a:graphicData>
        </a:graphic>
      </p:graphicFrame>
      <p:graphicFrame>
        <p:nvGraphicFramePr>
          <p:cNvPr id="84" name="Object 83">
            <a:extLst>
              <a:ext uri="{FF2B5EF4-FFF2-40B4-BE49-F238E27FC236}">
                <a16:creationId xmlns:a16="http://schemas.microsoft.com/office/drawing/2014/main" id="{F7814B27-1333-1857-0EB9-0A5942F64B79}"/>
              </a:ext>
            </a:extLst>
          </p:cNvPr>
          <p:cNvGraphicFramePr>
            <a:graphicFrameLocks noChangeAspect="1"/>
          </p:cNvGraphicFramePr>
          <p:nvPr>
            <p:extLst>
              <p:ext uri="{D42A27DB-BD31-4B8C-83A1-F6EECF244321}">
                <p14:modId xmlns:p14="http://schemas.microsoft.com/office/powerpoint/2010/main" val="749840531"/>
              </p:ext>
            </p:extLst>
          </p:nvPr>
        </p:nvGraphicFramePr>
        <p:xfrm>
          <a:off x="2516188" y="4987925"/>
          <a:ext cx="660400" cy="203200"/>
        </p:xfrm>
        <a:graphic>
          <a:graphicData uri="http://schemas.openxmlformats.org/presentationml/2006/ole">
            <mc:AlternateContent xmlns:mc="http://schemas.openxmlformats.org/markup-compatibility/2006">
              <mc:Choice xmlns:v="urn:schemas-microsoft-com:vml" Requires="v">
                <p:oleObj name="Equation" r:id="rId143" imgW="660240" imgH="203040" progId="Equation.DSMT4">
                  <p:embed/>
                </p:oleObj>
              </mc:Choice>
              <mc:Fallback>
                <p:oleObj name="Equation" r:id="rId143" imgW="660240" imgH="203040" progId="Equation.DSMT4">
                  <p:embed/>
                  <p:pic>
                    <p:nvPicPr>
                      <p:cNvPr id="84" name="Object 83">
                        <a:extLst>
                          <a:ext uri="{FF2B5EF4-FFF2-40B4-BE49-F238E27FC236}">
                            <a16:creationId xmlns:a16="http://schemas.microsoft.com/office/drawing/2014/main" id="{F7814B27-1333-1857-0EB9-0A5942F64B79}"/>
                          </a:ext>
                        </a:extLst>
                      </p:cNvPr>
                      <p:cNvPicPr/>
                      <p:nvPr/>
                    </p:nvPicPr>
                    <p:blipFill>
                      <a:blip r:embed="rId144"/>
                      <a:stretch>
                        <a:fillRect/>
                      </a:stretch>
                    </p:blipFill>
                    <p:spPr>
                      <a:xfrm>
                        <a:off x="2516188" y="4987925"/>
                        <a:ext cx="660400" cy="203200"/>
                      </a:xfrm>
                      <a:prstGeom prst="rect">
                        <a:avLst/>
                      </a:prstGeom>
                    </p:spPr>
                  </p:pic>
                </p:oleObj>
              </mc:Fallback>
            </mc:AlternateContent>
          </a:graphicData>
        </a:graphic>
      </p:graphicFrame>
      <p:graphicFrame>
        <p:nvGraphicFramePr>
          <p:cNvPr id="85" name="Object 84">
            <a:extLst>
              <a:ext uri="{FF2B5EF4-FFF2-40B4-BE49-F238E27FC236}">
                <a16:creationId xmlns:a16="http://schemas.microsoft.com/office/drawing/2014/main" id="{24FEEC95-E407-10FB-1531-407406361FCE}"/>
              </a:ext>
            </a:extLst>
          </p:cNvPr>
          <p:cNvGraphicFramePr>
            <a:graphicFrameLocks noChangeAspect="1"/>
          </p:cNvGraphicFramePr>
          <p:nvPr>
            <p:extLst>
              <p:ext uri="{D42A27DB-BD31-4B8C-83A1-F6EECF244321}">
                <p14:modId xmlns:p14="http://schemas.microsoft.com/office/powerpoint/2010/main" val="4284921966"/>
              </p:ext>
            </p:extLst>
          </p:nvPr>
        </p:nvGraphicFramePr>
        <p:xfrm>
          <a:off x="3543420" y="4993143"/>
          <a:ext cx="585788" cy="195262"/>
        </p:xfrm>
        <a:graphic>
          <a:graphicData uri="http://schemas.openxmlformats.org/presentationml/2006/ole">
            <mc:AlternateContent xmlns:mc="http://schemas.openxmlformats.org/markup-compatibility/2006">
              <mc:Choice xmlns:v="urn:schemas-microsoft-com:vml" Requires="v">
                <p:oleObj name="Equation" r:id="rId145" imgW="533160" imgH="177480" progId="Equation.DSMT4">
                  <p:embed/>
                </p:oleObj>
              </mc:Choice>
              <mc:Fallback>
                <p:oleObj name="Equation" r:id="rId145" imgW="533160" imgH="177480" progId="Equation.DSMT4">
                  <p:embed/>
                  <p:pic>
                    <p:nvPicPr>
                      <p:cNvPr id="85" name="Object 84">
                        <a:extLst>
                          <a:ext uri="{FF2B5EF4-FFF2-40B4-BE49-F238E27FC236}">
                            <a16:creationId xmlns:a16="http://schemas.microsoft.com/office/drawing/2014/main" id="{24FEEC95-E407-10FB-1531-407406361FCE}"/>
                          </a:ext>
                        </a:extLst>
                      </p:cNvPr>
                      <p:cNvPicPr/>
                      <p:nvPr/>
                    </p:nvPicPr>
                    <p:blipFill>
                      <a:blip r:embed="rId146"/>
                      <a:stretch>
                        <a:fillRect/>
                      </a:stretch>
                    </p:blipFill>
                    <p:spPr>
                      <a:xfrm>
                        <a:off x="3543420" y="4993143"/>
                        <a:ext cx="585788" cy="195262"/>
                      </a:xfrm>
                      <a:prstGeom prst="rect">
                        <a:avLst/>
                      </a:prstGeom>
                    </p:spPr>
                  </p:pic>
                </p:oleObj>
              </mc:Fallback>
            </mc:AlternateContent>
          </a:graphicData>
        </a:graphic>
      </p:graphicFrame>
      <p:graphicFrame>
        <p:nvGraphicFramePr>
          <p:cNvPr id="86" name="Object 85">
            <a:extLst>
              <a:ext uri="{FF2B5EF4-FFF2-40B4-BE49-F238E27FC236}">
                <a16:creationId xmlns:a16="http://schemas.microsoft.com/office/drawing/2014/main" id="{1E70608F-C25B-47C4-8877-7101117375E8}"/>
              </a:ext>
            </a:extLst>
          </p:cNvPr>
          <p:cNvGraphicFramePr>
            <a:graphicFrameLocks noChangeAspect="1"/>
          </p:cNvGraphicFramePr>
          <p:nvPr>
            <p:extLst>
              <p:ext uri="{D42A27DB-BD31-4B8C-83A1-F6EECF244321}">
                <p14:modId xmlns:p14="http://schemas.microsoft.com/office/powerpoint/2010/main" val="1282478715"/>
              </p:ext>
            </p:extLst>
          </p:nvPr>
        </p:nvGraphicFramePr>
        <p:xfrm>
          <a:off x="5437643" y="4982030"/>
          <a:ext cx="765175" cy="211138"/>
        </p:xfrm>
        <a:graphic>
          <a:graphicData uri="http://schemas.openxmlformats.org/presentationml/2006/ole">
            <mc:AlternateContent xmlns:mc="http://schemas.openxmlformats.org/markup-compatibility/2006">
              <mc:Choice xmlns:v="urn:schemas-microsoft-com:vml" Requires="v">
                <p:oleObj name="Equation" r:id="rId147" imgW="736560" imgH="203040" progId="Equation.DSMT4">
                  <p:embed/>
                </p:oleObj>
              </mc:Choice>
              <mc:Fallback>
                <p:oleObj name="Equation" r:id="rId147" imgW="736560" imgH="203040" progId="Equation.DSMT4">
                  <p:embed/>
                  <p:pic>
                    <p:nvPicPr>
                      <p:cNvPr id="86" name="Object 85">
                        <a:extLst>
                          <a:ext uri="{FF2B5EF4-FFF2-40B4-BE49-F238E27FC236}">
                            <a16:creationId xmlns:a16="http://schemas.microsoft.com/office/drawing/2014/main" id="{1E70608F-C25B-47C4-8877-7101117375E8}"/>
                          </a:ext>
                        </a:extLst>
                      </p:cNvPr>
                      <p:cNvPicPr/>
                      <p:nvPr/>
                    </p:nvPicPr>
                    <p:blipFill>
                      <a:blip r:embed="rId148"/>
                      <a:stretch>
                        <a:fillRect/>
                      </a:stretch>
                    </p:blipFill>
                    <p:spPr>
                      <a:xfrm>
                        <a:off x="5437643" y="4982030"/>
                        <a:ext cx="765175" cy="211138"/>
                      </a:xfrm>
                      <a:prstGeom prst="rect">
                        <a:avLst/>
                      </a:prstGeom>
                    </p:spPr>
                  </p:pic>
                </p:oleObj>
              </mc:Fallback>
            </mc:AlternateContent>
          </a:graphicData>
        </a:graphic>
      </p:graphicFrame>
      <p:graphicFrame>
        <p:nvGraphicFramePr>
          <p:cNvPr id="87" name="Object 86">
            <a:extLst>
              <a:ext uri="{FF2B5EF4-FFF2-40B4-BE49-F238E27FC236}">
                <a16:creationId xmlns:a16="http://schemas.microsoft.com/office/drawing/2014/main" id="{7C312A66-2E95-1DC2-C748-FE041013D7DB}"/>
              </a:ext>
            </a:extLst>
          </p:cNvPr>
          <p:cNvGraphicFramePr>
            <a:graphicFrameLocks noChangeAspect="1"/>
          </p:cNvGraphicFramePr>
          <p:nvPr>
            <p:extLst>
              <p:ext uri="{D42A27DB-BD31-4B8C-83A1-F6EECF244321}">
                <p14:modId xmlns:p14="http://schemas.microsoft.com/office/powerpoint/2010/main" val="1519585914"/>
              </p:ext>
            </p:extLst>
          </p:nvPr>
        </p:nvGraphicFramePr>
        <p:xfrm>
          <a:off x="6752418" y="4986793"/>
          <a:ext cx="533400" cy="177800"/>
        </p:xfrm>
        <a:graphic>
          <a:graphicData uri="http://schemas.openxmlformats.org/presentationml/2006/ole">
            <mc:AlternateContent xmlns:mc="http://schemas.openxmlformats.org/markup-compatibility/2006">
              <mc:Choice xmlns:v="urn:schemas-microsoft-com:vml" Requires="v">
                <p:oleObj name="Equation" r:id="rId149" imgW="533160" imgH="177480" progId="Equation.DSMT4">
                  <p:embed/>
                </p:oleObj>
              </mc:Choice>
              <mc:Fallback>
                <p:oleObj name="Equation" r:id="rId149" imgW="533160" imgH="177480" progId="Equation.DSMT4">
                  <p:embed/>
                  <p:pic>
                    <p:nvPicPr>
                      <p:cNvPr id="87" name="Object 86">
                        <a:extLst>
                          <a:ext uri="{FF2B5EF4-FFF2-40B4-BE49-F238E27FC236}">
                            <a16:creationId xmlns:a16="http://schemas.microsoft.com/office/drawing/2014/main" id="{7C312A66-2E95-1DC2-C748-FE041013D7DB}"/>
                          </a:ext>
                        </a:extLst>
                      </p:cNvPr>
                      <p:cNvPicPr/>
                      <p:nvPr/>
                    </p:nvPicPr>
                    <p:blipFill>
                      <a:blip r:embed="rId150"/>
                      <a:stretch>
                        <a:fillRect/>
                      </a:stretch>
                    </p:blipFill>
                    <p:spPr>
                      <a:xfrm>
                        <a:off x="6752418" y="4986793"/>
                        <a:ext cx="533400" cy="177800"/>
                      </a:xfrm>
                      <a:prstGeom prst="rect">
                        <a:avLst/>
                      </a:prstGeom>
                    </p:spPr>
                  </p:pic>
                </p:oleObj>
              </mc:Fallback>
            </mc:AlternateContent>
          </a:graphicData>
        </a:graphic>
      </p:graphicFrame>
      <p:graphicFrame>
        <p:nvGraphicFramePr>
          <p:cNvPr id="2" name="Object 1">
            <a:extLst>
              <a:ext uri="{FF2B5EF4-FFF2-40B4-BE49-F238E27FC236}">
                <a16:creationId xmlns:a16="http://schemas.microsoft.com/office/drawing/2014/main" id="{AEAFD842-4E38-09C2-7F5B-0FE4BE2168AE}"/>
              </a:ext>
            </a:extLst>
          </p:cNvPr>
          <p:cNvGraphicFramePr>
            <a:graphicFrameLocks noChangeAspect="1"/>
          </p:cNvGraphicFramePr>
          <p:nvPr>
            <p:extLst>
              <p:ext uri="{D42A27DB-BD31-4B8C-83A1-F6EECF244321}">
                <p14:modId xmlns:p14="http://schemas.microsoft.com/office/powerpoint/2010/main" val="463338393"/>
              </p:ext>
            </p:extLst>
          </p:nvPr>
        </p:nvGraphicFramePr>
        <p:xfrm>
          <a:off x="384175" y="5470525"/>
          <a:ext cx="3290888" cy="973138"/>
        </p:xfrm>
        <a:graphic>
          <a:graphicData uri="http://schemas.openxmlformats.org/presentationml/2006/ole">
            <mc:AlternateContent xmlns:mc="http://schemas.openxmlformats.org/markup-compatibility/2006">
              <mc:Choice xmlns:v="urn:schemas-microsoft-com:vml" Requires="v">
                <p:oleObj name="Equation" r:id="rId151" imgW="3390840" imgH="1002960" progId="Equation.DSMT4">
                  <p:embed/>
                </p:oleObj>
              </mc:Choice>
              <mc:Fallback>
                <p:oleObj name="Equation" r:id="rId151" imgW="3390840" imgH="1002960" progId="Equation.DSMT4">
                  <p:embed/>
                  <p:pic>
                    <p:nvPicPr>
                      <p:cNvPr id="5" name="Object 4"/>
                      <p:cNvPicPr/>
                      <p:nvPr/>
                    </p:nvPicPr>
                    <p:blipFill>
                      <a:blip r:embed="rId152"/>
                      <a:stretch>
                        <a:fillRect/>
                      </a:stretch>
                    </p:blipFill>
                    <p:spPr>
                      <a:xfrm>
                        <a:off x="384175" y="5470525"/>
                        <a:ext cx="3290888" cy="973138"/>
                      </a:xfrm>
                      <a:prstGeom prst="rect">
                        <a:avLst/>
                      </a:prstGeom>
                    </p:spPr>
                  </p:pic>
                </p:oleObj>
              </mc:Fallback>
            </mc:AlternateContent>
          </a:graphicData>
        </a:graphic>
      </p:graphicFrame>
      <p:graphicFrame>
        <p:nvGraphicFramePr>
          <p:cNvPr id="3" name="Object 2">
            <a:extLst>
              <a:ext uri="{FF2B5EF4-FFF2-40B4-BE49-F238E27FC236}">
                <a16:creationId xmlns:a16="http://schemas.microsoft.com/office/drawing/2014/main" id="{A65020F3-E4B9-768D-FE97-7153BBE5A222}"/>
              </a:ext>
            </a:extLst>
          </p:cNvPr>
          <p:cNvGraphicFramePr>
            <a:graphicFrameLocks noChangeAspect="1"/>
          </p:cNvGraphicFramePr>
          <p:nvPr>
            <p:extLst>
              <p:ext uri="{D42A27DB-BD31-4B8C-83A1-F6EECF244321}">
                <p14:modId xmlns:p14="http://schemas.microsoft.com/office/powerpoint/2010/main" val="4085421979"/>
              </p:ext>
            </p:extLst>
          </p:nvPr>
        </p:nvGraphicFramePr>
        <p:xfrm>
          <a:off x="4010025" y="5381625"/>
          <a:ext cx="4832350" cy="1047750"/>
        </p:xfrm>
        <a:graphic>
          <a:graphicData uri="http://schemas.openxmlformats.org/presentationml/2006/ole">
            <mc:AlternateContent xmlns:mc="http://schemas.openxmlformats.org/markup-compatibility/2006">
              <mc:Choice xmlns:v="urn:schemas-microsoft-com:vml" Requires="v">
                <p:oleObj name="Equation" r:id="rId153" imgW="4978080" imgH="1079280" progId="Equation.DSMT4">
                  <p:embed/>
                </p:oleObj>
              </mc:Choice>
              <mc:Fallback>
                <p:oleObj name="Equation" r:id="rId153" imgW="4978080" imgH="1079280" progId="Equation.DSMT4">
                  <p:embed/>
                  <p:pic>
                    <p:nvPicPr>
                      <p:cNvPr id="8" name="Object 7"/>
                      <p:cNvPicPr/>
                      <p:nvPr/>
                    </p:nvPicPr>
                    <p:blipFill>
                      <a:blip r:embed="rId154"/>
                      <a:stretch>
                        <a:fillRect/>
                      </a:stretch>
                    </p:blipFill>
                    <p:spPr>
                      <a:xfrm>
                        <a:off x="4010025" y="5381625"/>
                        <a:ext cx="4832350" cy="1047750"/>
                      </a:xfrm>
                      <a:prstGeom prst="rect">
                        <a:avLst/>
                      </a:prstGeom>
                    </p:spPr>
                  </p:pic>
                </p:oleObj>
              </mc:Fallback>
            </mc:AlternateContent>
          </a:graphicData>
        </a:graphic>
      </p:graphicFrame>
      <p:sp>
        <p:nvSpPr>
          <p:cNvPr id="4" name="Slide Number Placeholder 5">
            <a:extLst>
              <a:ext uri="{FF2B5EF4-FFF2-40B4-BE49-F238E27FC236}">
                <a16:creationId xmlns:a16="http://schemas.microsoft.com/office/drawing/2014/main" id="{2F961B18-8780-1528-58D5-5C0A8BBD334C}"/>
              </a:ext>
            </a:extLst>
          </p:cNvPr>
          <p:cNvSpPr>
            <a:spLocks noGrp="1"/>
          </p:cNvSpPr>
          <p:nvPr>
            <p:ph type="sldNum" sz="quarter" idx="10"/>
          </p:nvPr>
        </p:nvSpPr>
        <p:spPr>
          <a:xfrm>
            <a:off x="8626411" y="6646460"/>
            <a:ext cx="462997" cy="188467"/>
          </a:xfrm>
        </p:spPr>
        <p:txBody>
          <a:bodyPr/>
          <a:lstStyle/>
          <a:p>
            <a:fld id="{68151E55-6873-49E2-B8D5-2F265E6F1973}" type="slidenum">
              <a:rPr lang="en-US" smtClean="0"/>
              <a:pPr/>
              <a:t>51</a:t>
            </a:fld>
            <a:endParaRPr lang="en-US" dirty="0"/>
          </a:p>
        </p:txBody>
      </p:sp>
    </p:spTree>
    <p:extLst>
      <p:ext uri="{BB962C8B-B14F-4D97-AF65-F5344CB8AC3E}">
        <p14:creationId xmlns:p14="http://schemas.microsoft.com/office/powerpoint/2010/main" val="41907288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IN" sz="3600" dirty="0"/>
              <a:t>Skewness </a:t>
            </a:r>
            <a:r>
              <a:rPr lang="en-IN" sz="1000" b="0" dirty="0"/>
              <a:t>1</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36000" y="57509"/>
            <a:ext cx="449580" cy="1476323"/>
          </a:xfrm>
        </p:spPr>
        <p:txBody>
          <a:bodyPr vert="vert" rIns="0"/>
          <a:lstStyle/>
          <a:p>
            <a:pPr marL="1025525" indent="-1025525"/>
            <a:r>
              <a:rPr lang="en-US" b="1" dirty="0"/>
              <a:t>L</a:t>
            </a:r>
            <a:r>
              <a:rPr lang="en-US" sz="100" b="1" dirty="0"/>
              <a:t> </a:t>
            </a:r>
            <a:r>
              <a:rPr lang="en-US" b="1" dirty="0"/>
              <a:t>O 4.11</a:t>
            </a:r>
            <a:endParaRPr lang="en-IN" b="1" dirty="0"/>
          </a:p>
        </p:txBody>
      </p:sp>
      <p:sp>
        <p:nvSpPr>
          <p:cNvPr id="7" name="Content Placeholder 6"/>
          <p:cNvSpPr>
            <a:spLocks noGrp="1"/>
          </p:cNvSpPr>
          <p:nvPr>
            <p:ph sz="quarter" idx="14"/>
          </p:nvPr>
        </p:nvSpPr>
        <p:spPr>
          <a:xfrm>
            <a:off x="342900" y="1260476"/>
            <a:ext cx="8191500" cy="3052906"/>
          </a:xfrm>
        </p:spPr>
        <p:txBody>
          <a:bodyPr/>
          <a:lstStyle/>
          <a:p>
            <a:pPr marL="292608" indent="-292608">
              <a:buFont typeface="Arial" panose="020B0604020202020204" pitchFamily="34" charset="0"/>
              <a:buChar char="•"/>
            </a:pPr>
            <a:r>
              <a:rPr lang="en-US" dirty="0"/>
              <a:t>In a general way, </a:t>
            </a:r>
            <a:r>
              <a:rPr lang="en-US" i="1" dirty="0"/>
              <a:t>skewness</a:t>
            </a:r>
            <a:r>
              <a:rPr lang="en-US" dirty="0"/>
              <a:t> (as shown in Figure 4.28) may be judged by looking at the sample histogram, or by comparing the mean and median.</a:t>
            </a:r>
          </a:p>
          <a:p>
            <a:pPr marL="292608" indent="-292608">
              <a:buFont typeface="Arial" panose="020B0604020202020204" pitchFamily="34" charset="0"/>
              <a:buChar char="•"/>
            </a:pPr>
            <a:r>
              <a:rPr lang="en-US" dirty="0"/>
              <a:t>However, this comparison is imprecise and does not take account of sample size.</a:t>
            </a:r>
          </a:p>
          <a:p>
            <a:pPr marL="292608" indent="-292608">
              <a:buFont typeface="Arial" panose="020B0604020202020204" pitchFamily="34" charset="0"/>
              <a:buChar char="•"/>
            </a:pPr>
            <a:r>
              <a:rPr lang="en-US" dirty="0"/>
              <a:t>When more precision is needed, we look at the sample’s </a:t>
            </a:r>
            <a:r>
              <a:rPr lang="en-US" b="1" dirty="0"/>
              <a:t>skewness coefficient</a:t>
            </a:r>
            <a:r>
              <a:rPr lang="en-US" dirty="0"/>
              <a:t>:</a:t>
            </a:r>
            <a:endParaRPr lang="en-IN" dirty="0"/>
          </a:p>
        </p:txBody>
      </p:sp>
      <p:graphicFrame>
        <p:nvGraphicFramePr>
          <p:cNvPr id="4" name="Object 3"/>
          <p:cNvGraphicFramePr>
            <a:graphicFrameLocks noChangeAspect="1"/>
          </p:cNvGraphicFramePr>
          <p:nvPr>
            <p:extLst>
              <p:ext uri="{D42A27DB-BD31-4B8C-83A1-F6EECF244321}">
                <p14:modId xmlns:p14="http://schemas.microsoft.com/office/powerpoint/2010/main" val="1315458155"/>
              </p:ext>
            </p:extLst>
          </p:nvPr>
        </p:nvGraphicFramePr>
        <p:xfrm>
          <a:off x="2081213" y="4679950"/>
          <a:ext cx="5118100" cy="990600"/>
        </p:xfrm>
        <a:graphic>
          <a:graphicData uri="http://schemas.openxmlformats.org/presentationml/2006/ole">
            <mc:AlternateContent xmlns:mc="http://schemas.openxmlformats.org/markup-compatibility/2006">
              <mc:Choice xmlns:v="urn:schemas-microsoft-com:vml" Requires="v">
                <p:oleObj name="Equation" r:id="rId2" imgW="5117760" imgH="990360" progId="Equation.DSMT4">
                  <p:embed/>
                </p:oleObj>
              </mc:Choice>
              <mc:Fallback>
                <p:oleObj name="Equation" r:id="rId2" imgW="5117760" imgH="990360" progId="Equation.DSMT4">
                  <p:embed/>
                  <p:pic>
                    <p:nvPicPr>
                      <p:cNvPr id="0" name=""/>
                      <p:cNvPicPr/>
                      <p:nvPr/>
                    </p:nvPicPr>
                    <p:blipFill>
                      <a:blip r:embed="rId3"/>
                      <a:stretch>
                        <a:fillRect/>
                      </a:stretch>
                    </p:blipFill>
                    <p:spPr>
                      <a:xfrm>
                        <a:off x="2081213" y="4679950"/>
                        <a:ext cx="5118100" cy="990600"/>
                      </a:xfrm>
                      <a:prstGeom prst="rect">
                        <a:avLst/>
                      </a:prstGeom>
                    </p:spPr>
                  </p:pic>
                </p:oleObj>
              </mc:Fallback>
            </mc:AlternateContent>
          </a:graphicData>
        </a:graphic>
      </p:graphicFrame>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52</a:t>
            </a:fld>
            <a:endParaRPr lang="en-US" dirty="0"/>
          </a:p>
        </p:txBody>
      </p:sp>
    </p:spTree>
    <p:extLst>
      <p:ext uri="{BB962C8B-B14F-4D97-AF65-F5344CB8AC3E}">
        <p14:creationId xmlns:p14="http://schemas.microsoft.com/office/powerpoint/2010/main" val="37765512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IN" sz="3600" dirty="0"/>
              <a:t>Skewness </a:t>
            </a:r>
            <a:r>
              <a:rPr lang="en-IN" sz="1000" b="0" dirty="0"/>
              <a:t>2</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36000" y="57509"/>
            <a:ext cx="449580" cy="1476323"/>
          </a:xfrm>
        </p:spPr>
        <p:txBody>
          <a:bodyPr vert="vert" rIns="0"/>
          <a:lstStyle/>
          <a:p>
            <a:pPr marL="1025525" indent="-1025525"/>
            <a:r>
              <a:rPr lang="en-US" b="1" dirty="0"/>
              <a:t>L</a:t>
            </a:r>
            <a:r>
              <a:rPr lang="en-US" sz="100" b="1" dirty="0"/>
              <a:t> </a:t>
            </a:r>
            <a:r>
              <a:rPr lang="en-US" b="1" dirty="0"/>
              <a:t>O 4.11</a:t>
            </a:r>
            <a:endParaRPr lang="en-IN" b="1" dirty="0"/>
          </a:p>
        </p:txBody>
      </p:sp>
      <p:pic>
        <p:nvPicPr>
          <p:cNvPr id="5" name="Picture 4" descr="Three histograms are presented under the title ‘Skewness Prototype Populations’, each illustrating a different type of skewness."/>
          <p:cNvPicPr>
            <a:picLocks noChangeAspect="1"/>
          </p:cNvPicPr>
          <p:nvPr/>
        </p:nvPicPr>
        <p:blipFill rotWithShape="1">
          <a:blip r:embed="rId2"/>
          <a:srcRect t="5225"/>
          <a:stretch/>
        </p:blipFill>
        <p:spPr>
          <a:xfrm>
            <a:off x="493605" y="1597152"/>
            <a:ext cx="7979813" cy="1910739"/>
          </a:xfrm>
          <a:prstGeom prst="rect">
            <a:avLst/>
          </a:prstGeom>
        </p:spPr>
      </p:pic>
      <p:pic>
        <p:nvPicPr>
          <p:cNvPr id="8" name="Picture 7" descr="An illustration of a range scale. The center part of the scale is labeled ‘Symmetric’."/>
          <p:cNvPicPr>
            <a:picLocks noChangeAspect="1"/>
          </p:cNvPicPr>
          <p:nvPr/>
        </p:nvPicPr>
        <p:blipFill>
          <a:blip r:embed="rId3"/>
          <a:stretch>
            <a:fillRect/>
          </a:stretch>
        </p:blipFill>
        <p:spPr>
          <a:xfrm>
            <a:off x="1511543" y="4000788"/>
            <a:ext cx="6120914" cy="1304657"/>
          </a:xfrm>
          <a:prstGeom prst="rect">
            <a:avLst/>
          </a:prstGeom>
        </p:spPr>
      </p:pic>
      <p:sp>
        <p:nvSpPr>
          <p:cNvPr id="7" name="Text Placeholder 8"/>
          <p:cNvSpPr>
            <a:spLocks noGrp="1"/>
          </p:cNvSpPr>
          <p:nvPr>
            <p:ph type="body" sz="quarter" idx="12"/>
          </p:nvPr>
        </p:nvSpPr>
        <p:spPr>
          <a:xfrm>
            <a:off x="3049524" y="6309359"/>
            <a:ext cx="3153156" cy="236221"/>
          </a:xfrm>
        </p:spPr>
        <p:txBody>
          <a:bodyPr/>
          <a:lstStyle/>
          <a:p>
            <a:r>
              <a:rPr lang="en-US" sz="1200" dirty="0">
                <a:hlinkClick r:id="rId4" action="ppaction://hlinksldjump"/>
              </a:rPr>
              <a:t>Access the text alternative for slide images.</a:t>
            </a:r>
            <a:endParaRPr lang="en-IN" sz="1200" dirty="0">
              <a:hlinkClick r:id="rId4" action="ppaction://hlinksldjump"/>
            </a:endParaRP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53</a:t>
            </a:fld>
            <a:endParaRPr lang="en-US" dirty="0"/>
          </a:p>
        </p:txBody>
      </p:sp>
    </p:spTree>
    <p:extLst>
      <p:ext uri="{BB962C8B-B14F-4D97-AF65-F5344CB8AC3E}">
        <p14:creationId xmlns:p14="http://schemas.microsoft.com/office/powerpoint/2010/main" val="15443235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IN" sz="3600" dirty="0"/>
              <a:t>Skewness </a:t>
            </a:r>
            <a:r>
              <a:rPr lang="en-IN" sz="1000" b="0" dirty="0"/>
              <a:t>3</a:t>
            </a:r>
            <a:endParaRPr lang="en-US" sz="1000" dirty="0"/>
          </a:p>
        </p:txBody>
      </p:sp>
      <p:sp>
        <p:nvSpPr>
          <p:cNvPr id="3" name="Content Placeholder 2"/>
          <p:cNvSpPr>
            <a:spLocks noGrp="1"/>
          </p:cNvSpPr>
          <p:nvPr>
            <p:ph sz="quarter" idx="11"/>
          </p:nvPr>
        </p:nvSpPr>
        <p:spPr>
          <a:xfrm>
            <a:off x="8595360" y="55330"/>
            <a:ext cx="487680" cy="1434257"/>
          </a:xfrm>
        </p:spPr>
        <p:txBody>
          <a:bodyPr vert="vert" rIns="0"/>
          <a:lstStyle/>
          <a:p>
            <a:pPr marL="1025525" indent="-1025525"/>
            <a:r>
              <a:rPr lang="en-US" b="1" dirty="0"/>
              <a:t>L</a:t>
            </a:r>
            <a:r>
              <a:rPr lang="en-US" sz="100" b="1" dirty="0"/>
              <a:t> </a:t>
            </a:r>
            <a:r>
              <a:rPr lang="en-US" b="1" dirty="0"/>
              <a:t>O 4.11</a:t>
            </a:r>
            <a:endParaRPr lang="en-IN" b="1" dirty="0"/>
          </a:p>
        </p:txBody>
      </p:sp>
      <p:sp>
        <p:nvSpPr>
          <p:cNvPr id="4" name="Content Placeholder 3"/>
          <p:cNvSpPr>
            <a:spLocks noGrp="1"/>
          </p:cNvSpPr>
          <p:nvPr>
            <p:ph sz="quarter" idx="14"/>
          </p:nvPr>
        </p:nvSpPr>
        <p:spPr>
          <a:xfrm>
            <a:off x="342900" y="1262776"/>
            <a:ext cx="8191500" cy="1657405"/>
          </a:xfrm>
        </p:spPr>
        <p:txBody>
          <a:bodyPr/>
          <a:lstStyle/>
          <a:p>
            <a:pPr marL="292608" indent="-292608">
              <a:buFont typeface="Arial" panose="020B0604020202020204" pitchFamily="34" charset="0"/>
              <a:buChar char="•"/>
            </a:pPr>
            <a:r>
              <a:rPr lang="en-US" dirty="0"/>
              <a:t>The skewness coefficient can be obtained from Excel’s Tools &gt; Data Analysis &gt; Descriptive Statistics or by the function =SKEW(Data).</a:t>
            </a:r>
          </a:p>
          <a:p>
            <a:pPr marL="292608" indent="-292608">
              <a:buFont typeface="Arial" panose="020B0604020202020204" pitchFamily="34" charset="0"/>
              <a:buChar char="•"/>
            </a:pPr>
            <a:r>
              <a:rPr lang="en-US" dirty="0"/>
              <a:t>An alternative measure of skewness is the </a:t>
            </a:r>
            <a:r>
              <a:rPr lang="en-US" b="1" dirty="0"/>
              <a:t>Pearson 2</a:t>
            </a:r>
          </a:p>
        </p:txBody>
      </p:sp>
      <p:sp>
        <p:nvSpPr>
          <p:cNvPr id="5" name="Content Placeholder 4"/>
          <p:cNvSpPr>
            <a:spLocks noGrp="1"/>
          </p:cNvSpPr>
          <p:nvPr>
            <p:ph sz="quarter" idx="15"/>
          </p:nvPr>
        </p:nvSpPr>
        <p:spPr>
          <a:xfrm>
            <a:off x="342900" y="2963381"/>
            <a:ext cx="3580171" cy="399251"/>
          </a:xfrm>
        </p:spPr>
        <p:txBody>
          <a:bodyPr tIns="0"/>
          <a:lstStyle/>
          <a:p>
            <a:pPr marL="292608"/>
            <a:r>
              <a:rPr lang="en-US" b="1" dirty="0"/>
              <a:t>skewness coefficient</a:t>
            </a:r>
          </a:p>
        </p:txBody>
      </p:sp>
      <p:graphicFrame>
        <p:nvGraphicFramePr>
          <p:cNvPr id="9" name="Object 8"/>
          <p:cNvGraphicFramePr>
            <a:graphicFrameLocks noChangeAspect="1"/>
          </p:cNvGraphicFramePr>
          <p:nvPr>
            <p:extLst>
              <p:ext uri="{D42A27DB-BD31-4B8C-83A1-F6EECF244321}">
                <p14:modId xmlns:p14="http://schemas.microsoft.com/office/powerpoint/2010/main" val="53078721"/>
              </p:ext>
            </p:extLst>
          </p:nvPr>
        </p:nvGraphicFramePr>
        <p:xfrm>
          <a:off x="3938096" y="2961603"/>
          <a:ext cx="1847088" cy="436118"/>
        </p:xfrm>
        <a:graphic>
          <a:graphicData uri="http://schemas.openxmlformats.org/presentationml/2006/ole">
            <mc:AlternateContent xmlns:mc="http://schemas.openxmlformats.org/markup-compatibility/2006">
              <mc:Choice xmlns:v="urn:schemas-microsoft-com:vml" Requires="v">
                <p:oleObj name="Equation" r:id="rId2" imgW="1828800" imgH="431640" progId="Equation.DSMT4">
                  <p:embed/>
                </p:oleObj>
              </mc:Choice>
              <mc:Fallback>
                <p:oleObj name="Equation" r:id="rId2" imgW="1828800" imgH="431640" progId="Equation.DSMT4">
                  <p:embed/>
                  <p:pic>
                    <p:nvPicPr>
                      <p:cNvPr id="0" name=""/>
                      <p:cNvPicPr/>
                      <p:nvPr/>
                    </p:nvPicPr>
                    <p:blipFill>
                      <a:blip r:embed="rId3"/>
                      <a:stretch>
                        <a:fillRect/>
                      </a:stretch>
                    </p:blipFill>
                    <p:spPr>
                      <a:xfrm>
                        <a:off x="3938096" y="2961603"/>
                        <a:ext cx="1847088" cy="436118"/>
                      </a:xfrm>
                      <a:prstGeom prst="rect">
                        <a:avLst/>
                      </a:prstGeom>
                    </p:spPr>
                  </p:pic>
                </p:oleObj>
              </mc:Fallback>
            </mc:AlternateContent>
          </a:graphicData>
        </a:graphic>
      </p:graphicFrame>
      <p:sp>
        <p:nvSpPr>
          <p:cNvPr id="6" name="Content Placeholder 5"/>
          <p:cNvSpPr>
            <a:spLocks noGrp="1"/>
          </p:cNvSpPr>
          <p:nvPr>
            <p:ph sz="quarter" idx="16"/>
          </p:nvPr>
        </p:nvSpPr>
        <p:spPr>
          <a:xfrm>
            <a:off x="5834690" y="2961603"/>
            <a:ext cx="2931242" cy="401029"/>
          </a:xfrm>
        </p:spPr>
        <p:txBody>
          <a:bodyPr tIns="0"/>
          <a:lstStyle/>
          <a:p>
            <a:r>
              <a:rPr lang="en-US" dirty="0"/>
              <a:t>where </a:t>
            </a:r>
            <a:r>
              <a:rPr lang="en-US" i="1" dirty="0"/>
              <a:t>m</a:t>
            </a:r>
            <a:r>
              <a:rPr lang="en-US" dirty="0"/>
              <a:t> is the</a:t>
            </a:r>
          </a:p>
        </p:txBody>
      </p:sp>
      <p:sp>
        <p:nvSpPr>
          <p:cNvPr id="7" name="Content Placeholder 6"/>
          <p:cNvSpPr>
            <a:spLocks noGrp="1"/>
          </p:cNvSpPr>
          <p:nvPr>
            <p:ph sz="quarter" idx="17"/>
          </p:nvPr>
        </p:nvSpPr>
        <p:spPr>
          <a:xfrm>
            <a:off x="342900" y="3399744"/>
            <a:ext cx="2798506" cy="390591"/>
          </a:xfrm>
        </p:spPr>
        <p:txBody>
          <a:bodyPr tIns="0"/>
          <a:lstStyle/>
          <a:p>
            <a:pPr marL="292608"/>
            <a:r>
              <a:rPr lang="en-US" dirty="0"/>
              <a:t>sample median:</a:t>
            </a:r>
          </a:p>
        </p:txBody>
      </p:sp>
      <p:graphicFrame>
        <p:nvGraphicFramePr>
          <p:cNvPr id="11" name="Object 10"/>
          <p:cNvGraphicFramePr>
            <a:graphicFrameLocks noChangeAspect="1"/>
          </p:cNvGraphicFramePr>
          <p:nvPr>
            <p:extLst>
              <p:ext uri="{D42A27DB-BD31-4B8C-83A1-F6EECF244321}">
                <p14:modId xmlns:p14="http://schemas.microsoft.com/office/powerpoint/2010/main" val="1947607542"/>
              </p:ext>
            </p:extLst>
          </p:nvPr>
        </p:nvGraphicFramePr>
        <p:xfrm>
          <a:off x="3714750" y="3900488"/>
          <a:ext cx="1879600" cy="787400"/>
        </p:xfrm>
        <a:graphic>
          <a:graphicData uri="http://schemas.openxmlformats.org/presentationml/2006/ole">
            <mc:AlternateContent xmlns:mc="http://schemas.openxmlformats.org/markup-compatibility/2006">
              <mc:Choice xmlns:v="urn:schemas-microsoft-com:vml" Requires="v">
                <p:oleObj name="Equation" r:id="rId4" imgW="1879560" imgH="787320" progId="Equation.DSMT4">
                  <p:embed/>
                </p:oleObj>
              </mc:Choice>
              <mc:Fallback>
                <p:oleObj name="Equation" r:id="rId4" imgW="1879560" imgH="787320" progId="Equation.DSMT4">
                  <p:embed/>
                  <p:pic>
                    <p:nvPicPr>
                      <p:cNvPr id="0" name=""/>
                      <p:cNvPicPr/>
                      <p:nvPr/>
                    </p:nvPicPr>
                    <p:blipFill>
                      <a:blip r:embed="rId5"/>
                      <a:stretch>
                        <a:fillRect/>
                      </a:stretch>
                    </p:blipFill>
                    <p:spPr>
                      <a:xfrm>
                        <a:off x="3714750" y="3900488"/>
                        <a:ext cx="1879600" cy="787400"/>
                      </a:xfrm>
                      <a:prstGeom prst="rect">
                        <a:avLst/>
                      </a:prstGeom>
                    </p:spPr>
                  </p:pic>
                </p:oleObj>
              </mc:Fallback>
            </mc:AlternateContent>
          </a:graphicData>
        </a:graphic>
      </p:graphicFrame>
      <p:sp>
        <p:nvSpPr>
          <p:cNvPr id="8" name="Content Placeholder 7"/>
          <p:cNvSpPr>
            <a:spLocks noGrp="1"/>
          </p:cNvSpPr>
          <p:nvPr>
            <p:ph sz="quarter" idx="18"/>
          </p:nvPr>
        </p:nvSpPr>
        <p:spPr>
          <a:xfrm>
            <a:off x="342900" y="4911214"/>
            <a:ext cx="8191500" cy="1559642"/>
          </a:xfrm>
        </p:spPr>
        <p:txBody>
          <a:bodyPr/>
          <a:lstStyle/>
          <a:p>
            <a:pPr marL="292608" indent="-292608">
              <a:buFont typeface="Arial" panose="020B0604020202020204" pitchFamily="34" charset="0"/>
              <a:buChar char="•"/>
            </a:pPr>
            <a:r>
              <a:rPr lang="en-US" dirty="0"/>
              <a:t>This intuitively attractive statistic is easy to calculate using just three common descriptive statistics. It expresses the difference between the mean and median in terms of standard deviations.</a:t>
            </a:r>
          </a:p>
        </p:txBody>
      </p:sp>
      <p:sp>
        <p:nvSpPr>
          <p:cNvPr id="10" name="Slide Number Placeholder 9"/>
          <p:cNvSpPr>
            <a:spLocks noGrp="1"/>
          </p:cNvSpPr>
          <p:nvPr>
            <p:ph type="sldNum" sz="quarter" idx="10"/>
          </p:nvPr>
        </p:nvSpPr>
        <p:spPr/>
        <p:txBody>
          <a:bodyPr/>
          <a:lstStyle/>
          <a:p>
            <a:fld id="{68151E55-6873-49E2-B8D5-2F265E6F1973}" type="slidenum">
              <a:rPr lang="en-US" smtClean="0"/>
              <a:t>54</a:t>
            </a:fld>
            <a:endParaRPr lang="en-US" dirty="0"/>
          </a:p>
        </p:txBody>
      </p:sp>
    </p:spTree>
    <p:extLst>
      <p:ext uri="{BB962C8B-B14F-4D97-AF65-F5344CB8AC3E}">
        <p14:creationId xmlns:p14="http://schemas.microsoft.com/office/powerpoint/2010/main" val="3335373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IN" sz="3600" dirty="0"/>
              <a:t>Kurtosis </a:t>
            </a:r>
            <a:r>
              <a:rPr lang="en-IN" sz="1000" b="0" dirty="0"/>
              <a:t>1</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36000" y="57509"/>
            <a:ext cx="449580" cy="1476323"/>
          </a:xfrm>
        </p:spPr>
        <p:txBody>
          <a:bodyPr vert="vert" rIns="0"/>
          <a:lstStyle/>
          <a:p>
            <a:pPr marL="1025525" indent="-1025525"/>
            <a:r>
              <a:rPr lang="en-US" b="1" dirty="0"/>
              <a:t>L</a:t>
            </a:r>
            <a:r>
              <a:rPr lang="en-US" sz="100" b="1" dirty="0"/>
              <a:t> </a:t>
            </a:r>
            <a:r>
              <a:rPr lang="en-US" b="1" dirty="0"/>
              <a:t>O 4.11</a:t>
            </a:r>
            <a:endParaRPr lang="en-IN" b="1" dirty="0"/>
          </a:p>
        </p:txBody>
      </p:sp>
      <p:sp>
        <p:nvSpPr>
          <p:cNvPr id="7" name="Content Placeholder 6"/>
          <p:cNvSpPr>
            <a:spLocks noGrp="1"/>
          </p:cNvSpPr>
          <p:nvPr>
            <p:ph sz="quarter" idx="14"/>
          </p:nvPr>
        </p:nvSpPr>
        <p:spPr>
          <a:xfrm>
            <a:off x="342900" y="1260475"/>
            <a:ext cx="8191500" cy="5228815"/>
          </a:xfrm>
        </p:spPr>
        <p:txBody>
          <a:bodyPr/>
          <a:lstStyle/>
          <a:p>
            <a:pPr marL="292608" indent="-292608">
              <a:buFont typeface="Arial" panose="020B0604020202020204" pitchFamily="34" charset="0"/>
              <a:buChar char="•"/>
            </a:pPr>
            <a:r>
              <a:rPr lang="en-US" b="1" dirty="0"/>
              <a:t>Kurtosis</a:t>
            </a:r>
            <a:r>
              <a:rPr lang="en-US" dirty="0"/>
              <a:t> refers to the relative length of the tails and the degree of concentration in the center.</a:t>
            </a:r>
          </a:p>
          <a:p>
            <a:pPr marL="292608" indent="-292608">
              <a:buFont typeface="Arial" panose="020B0604020202020204" pitchFamily="34" charset="0"/>
              <a:buChar char="•"/>
            </a:pPr>
            <a:r>
              <a:rPr lang="en-US" dirty="0"/>
              <a:t>A normal bell-shaped population is called </a:t>
            </a:r>
            <a:r>
              <a:rPr lang="en-US" b="1" dirty="0" err="1"/>
              <a:t>mesokurtic</a:t>
            </a:r>
            <a:r>
              <a:rPr lang="en-US" dirty="0"/>
              <a:t> and serves as a benchmark.</a:t>
            </a:r>
          </a:p>
          <a:p>
            <a:pPr marL="292608" indent="-292608">
              <a:buFont typeface="Arial" panose="020B0604020202020204" pitchFamily="34" charset="0"/>
              <a:buChar char="•"/>
            </a:pPr>
            <a:r>
              <a:rPr lang="en-US" dirty="0"/>
              <a:t>A population that is flatter than a normal population (that is, has heavier tails) is called </a:t>
            </a:r>
            <a:r>
              <a:rPr lang="en-US" b="1" dirty="0" err="1"/>
              <a:t>platykurtic</a:t>
            </a:r>
            <a:r>
              <a:rPr lang="en-US" dirty="0"/>
              <a:t>, while one that is more sharply peaked than a normal population (that is, has thinner tails) is </a:t>
            </a:r>
            <a:r>
              <a:rPr lang="en-US" b="1" dirty="0"/>
              <a:t>leptokurtic</a:t>
            </a:r>
            <a:r>
              <a:rPr lang="en-US" dirty="0"/>
              <a:t>.</a:t>
            </a:r>
          </a:p>
          <a:p>
            <a:pPr marL="292608" indent="-292608">
              <a:buFont typeface="Arial" panose="020B0604020202020204" pitchFamily="34" charset="0"/>
              <a:buChar char="•"/>
            </a:pPr>
            <a:r>
              <a:rPr lang="en-US" dirty="0"/>
              <a:t>Kurtosis is not the same thing as variability, although the two are easily confused.</a:t>
            </a:r>
            <a:endParaRPr lang="en-IN" dirty="0"/>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55</a:t>
            </a:fld>
            <a:endParaRPr lang="en-US" dirty="0"/>
          </a:p>
        </p:txBody>
      </p:sp>
    </p:spTree>
    <p:extLst>
      <p:ext uri="{BB962C8B-B14F-4D97-AF65-F5344CB8AC3E}">
        <p14:creationId xmlns:p14="http://schemas.microsoft.com/office/powerpoint/2010/main" val="11971329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IN" sz="3600" dirty="0"/>
              <a:t>Kurtosis </a:t>
            </a:r>
            <a:r>
              <a:rPr lang="en-IN" sz="1000" b="0" dirty="0"/>
              <a:t>2</a:t>
            </a:r>
          </a:p>
        </p:txBody>
      </p:sp>
      <p:sp>
        <p:nvSpPr>
          <p:cNvPr id="3" name="Content Placeholder 2">
            <a:extLst>
              <a:ext uri="{FF2B5EF4-FFF2-40B4-BE49-F238E27FC236}">
                <a16:creationId xmlns:a16="http://schemas.microsoft.com/office/drawing/2014/main" id="{CD3F1CEC-0C65-B2F1-1193-EB9504808912}"/>
              </a:ext>
            </a:extLst>
          </p:cNvPr>
          <p:cNvSpPr>
            <a:spLocks noGrp="1"/>
          </p:cNvSpPr>
          <p:nvPr>
            <p:ph sz="quarter" idx="11"/>
          </p:nvPr>
        </p:nvSpPr>
        <p:spPr>
          <a:xfrm>
            <a:off x="8636000" y="57509"/>
            <a:ext cx="449580" cy="1476323"/>
          </a:xfrm>
        </p:spPr>
        <p:txBody>
          <a:bodyPr vert="vert" rIns="0"/>
          <a:lstStyle/>
          <a:p>
            <a:pPr marL="1025525" indent="-1025525"/>
            <a:r>
              <a:rPr lang="en-US" b="1" dirty="0"/>
              <a:t>L</a:t>
            </a:r>
            <a:r>
              <a:rPr lang="en-US" sz="100" b="1" dirty="0"/>
              <a:t> </a:t>
            </a:r>
            <a:r>
              <a:rPr lang="en-US" b="1" dirty="0"/>
              <a:t>O 4.11</a:t>
            </a:r>
            <a:endParaRPr lang="en-IN" b="1" dirty="0"/>
          </a:p>
        </p:txBody>
      </p:sp>
      <p:pic>
        <p:nvPicPr>
          <p:cNvPr id="4" name="Picture 3" descr="Three histograms are presented, each representing a different type of kurtosis"/>
          <p:cNvPicPr>
            <a:picLocks noChangeAspect="1"/>
          </p:cNvPicPr>
          <p:nvPr/>
        </p:nvPicPr>
        <p:blipFill>
          <a:blip r:embed="rId2"/>
          <a:stretch>
            <a:fillRect/>
          </a:stretch>
        </p:blipFill>
        <p:spPr>
          <a:xfrm>
            <a:off x="1831610" y="1233564"/>
            <a:ext cx="5480779" cy="2060627"/>
          </a:xfrm>
          <a:prstGeom prst="rect">
            <a:avLst/>
          </a:prstGeom>
        </p:spPr>
      </p:pic>
      <p:sp>
        <p:nvSpPr>
          <p:cNvPr id="7" name="Content Placeholder 6"/>
          <p:cNvSpPr>
            <a:spLocks noGrp="1"/>
          </p:cNvSpPr>
          <p:nvPr>
            <p:ph sz="quarter" idx="14"/>
          </p:nvPr>
        </p:nvSpPr>
        <p:spPr>
          <a:xfrm>
            <a:off x="342900" y="3563810"/>
            <a:ext cx="8191500" cy="1240952"/>
          </a:xfrm>
        </p:spPr>
        <p:txBody>
          <a:bodyPr/>
          <a:lstStyle/>
          <a:p>
            <a:pPr marL="292608" indent="-292608">
              <a:buFont typeface="Arial" panose="020B0604020202020204" pitchFamily="34" charset="0"/>
              <a:buChar char="•"/>
            </a:pPr>
            <a:r>
              <a:rPr lang="en-US" dirty="0"/>
              <a:t>A histogram is an unreliable guide to kurtosis because its scale and axis proportions may vary, so a numerical statistic is needed:</a:t>
            </a:r>
            <a:endParaRPr lang="en-IN" dirty="0"/>
          </a:p>
        </p:txBody>
      </p:sp>
      <p:graphicFrame>
        <p:nvGraphicFramePr>
          <p:cNvPr id="5" name="Object 4"/>
          <p:cNvGraphicFramePr>
            <a:graphicFrameLocks noChangeAspect="1"/>
          </p:cNvGraphicFramePr>
          <p:nvPr>
            <p:extLst>
              <p:ext uri="{D42A27DB-BD31-4B8C-83A1-F6EECF244321}">
                <p14:modId xmlns:p14="http://schemas.microsoft.com/office/powerpoint/2010/main" val="2462346085"/>
              </p:ext>
            </p:extLst>
          </p:nvPr>
        </p:nvGraphicFramePr>
        <p:xfrm>
          <a:off x="901699" y="4957148"/>
          <a:ext cx="7340600" cy="952500"/>
        </p:xfrm>
        <a:graphic>
          <a:graphicData uri="http://schemas.openxmlformats.org/presentationml/2006/ole">
            <mc:AlternateContent xmlns:mc="http://schemas.openxmlformats.org/markup-compatibility/2006">
              <mc:Choice xmlns:v="urn:schemas-microsoft-com:vml" Requires="v">
                <p:oleObj name="Equation" r:id="rId3" imgW="7340400" imgH="952200" progId="Equation.DSMT4">
                  <p:embed/>
                </p:oleObj>
              </mc:Choice>
              <mc:Fallback>
                <p:oleObj name="Equation" r:id="rId3" imgW="7340400" imgH="952200" progId="Equation.DSMT4">
                  <p:embed/>
                  <p:pic>
                    <p:nvPicPr>
                      <p:cNvPr id="0" name=""/>
                      <p:cNvPicPr/>
                      <p:nvPr/>
                    </p:nvPicPr>
                    <p:blipFill>
                      <a:blip r:embed="rId4"/>
                      <a:stretch>
                        <a:fillRect/>
                      </a:stretch>
                    </p:blipFill>
                    <p:spPr>
                      <a:xfrm>
                        <a:off x="901699" y="4957148"/>
                        <a:ext cx="7340600" cy="952500"/>
                      </a:xfrm>
                      <a:prstGeom prst="rect">
                        <a:avLst/>
                      </a:prstGeom>
                    </p:spPr>
                  </p:pic>
                </p:oleObj>
              </mc:Fallback>
            </mc:AlternateContent>
          </a:graphicData>
        </a:graphic>
      </p:graphicFrame>
      <p:sp>
        <p:nvSpPr>
          <p:cNvPr id="8" name="Text Placeholder 8"/>
          <p:cNvSpPr>
            <a:spLocks noGrp="1"/>
          </p:cNvSpPr>
          <p:nvPr>
            <p:ph type="body" sz="quarter" idx="12"/>
          </p:nvPr>
        </p:nvSpPr>
        <p:spPr>
          <a:xfrm>
            <a:off x="3049524" y="6309359"/>
            <a:ext cx="3153156" cy="236221"/>
          </a:xfrm>
        </p:spPr>
        <p:txBody>
          <a:bodyPr anchor="ctr"/>
          <a:lstStyle/>
          <a:p>
            <a:r>
              <a:rPr lang="en-US" sz="1200" dirty="0">
                <a:hlinkClick r:id="rId5" action="ppaction://hlinksldjump"/>
              </a:rPr>
              <a:t>Access the text alternative for slide images.</a:t>
            </a:r>
            <a:endParaRPr lang="en-IN" sz="1200" dirty="0">
              <a:hlinkClick r:id="rId5" action="ppaction://hlinksldjump"/>
            </a:endParaRPr>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56</a:t>
            </a:fld>
            <a:endParaRPr lang="en-US" dirty="0"/>
          </a:p>
        </p:txBody>
      </p:sp>
    </p:spTree>
    <p:extLst>
      <p:ext uri="{BB962C8B-B14F-4D97-AF65-F5344CB8AC3E}">
        <p14:creationId xmlns:p14="http://schemas.microsoft.com/office/powerpoint/2010/main" val="42254834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341EE-7078-A540-2561-0668FCB587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C2D677-B984-C453-AA32-37CEAC9D8646}"/>
              </a:ext>
            </a:extLst>
          </p:cNvPr>
          <p:cNvSpPr>
            <a:spLocks noGrp="1"/>
          </p:cNvSpPr>
          <p:nvPr>
            <p:ph type="title"/>
          </p:nvPr>
        </p:nvSpPr>
        <p:spPr>
          <a:xfrm>
            <a:off x="342900" y="192490"/>
            <a:ext cx="8191500" cy="903231"/>
          </a:xfrm>
        </p:spPr>
        <p:txBody>
          <a:bodyPr>
            <a:normAutofit/>
          </a:bodyPr>
          <a:lstStyle/>
          <a:p>
            <a:r>
              <a:rPr lang="en-IN" sz="3600" dirty="0"/>
              <a:t>Kurtosis </a:t>
            </a:r>
            <a:r>
              <a:rPr lang="en-IN" sz="1000" b="0" dirty="0"/>
              <a:t>1</a:t>
            </a:r>
          </a:p>
        </p:txBody>
      </p:sp>
      <p:sp>
        <p:nvSpPr>
          <p:cNvPr id="3" name="Content Placeholder 2">
            <a:extLst>
              <a:ext uri="{FF2B5EF4-FFF2-40B4-BE49-F238E27FC236}">
                <a16:creationId xmlns:a16="http://schemas.microsoft.com/office/drawing/2014/main" id="{352B73ED-2DAF-51BA-C1FC-A3C307A453E3}"/>
              </a:ext>
            </a:extLst>
          </p:cNvPr>
          <p:cNvSpPr>
            <a:spLocks noGrp="1"/>
          </p:cNvSpPr>
          <p:nvPr>
            <p:ph sz="quarter" idx="11"/>
          </p:nvPr>
        </p:nvSpPr>
        <p:spPr>
          <a:xfrm>
            <a:off x="8636000" y="57509"/>
            <a:ext cx="449580" cy="1476323"/>
          </a:xfrm>
        </p:spPr>
        <p:txBody>
          <a:bodyPr vert="vert" rIns="0"/>
          <a:lstStyle/>
          <a:p>
            <a:pPr marL="1025525" indent="-1025525"/>
            <a:r>
              <a:rPr lang="en-US" b="1" dirty="0"/>
              <a:t>L</a:t>
            </a:r>
            <a:r>
              <a:rPr lang="en-US" sz="100" b="1" dirty="0"/>
              <a:t> </a:t>
            </a:r>
            <a:r>
              <a:rPr lang="en-US" b="1" dirty="0"/>
              <a:t>O 4.11</a:t>
            </a:r>
            <a:endParaRPr lang="en-IN" b="1" dirty="0"/>
          </a:p>
        </p:txBody>
      </p:sp>
      <p:sp>
        <p:nvSpPr>
          <p:cNvPr id="7" name="Content Placeholder 6">
            <a:extLst>
              <a:ext uri="{FF2B5EF4-FFF2-40B4-BE49-F238E27FC236}">
                <a16:creationId xmlns:a16="http://schemas.microsoft.com/office/drawing/2014/main" id="{A8997D12-68B5-8F54-7D19-FD80CDADE98C}"/>
              </a:ext>
            </a:extLst>
          </p:cNvPr>
          <p:cNvSpPr>
            <a:spLocks noGrp="1"/>
          </p:cNvSpPr>
          <p:nvPr>
            <p:ph sz="quarter" idx="14"/>
          </p:nvPr>
        </p:nvSpPr>
        <p:spPr>
          <a:xfrm>
            <a:off x="342899" y="1260475"/>
            <a:ext cx="8391526" cy="5178425"/>
          </a:xfrm>
        </p:spPr>
        <p:txBody>
          <a:bodyPr/>
          <a:lstStyle/>
          <a:p>
            <a:pPr marL="292608" indent="-292608">
              <a:buFont typeface="Arial" panose="020B0604020202020204" pitchFamily="34" charset="0"/>
              <a:buChar char="•"/>
            </a:pPr>
            <a:r>
              <a:rPr lang="en-US" dirty="0"/>
              <a:t>The skewness coefficient can be obtained from Excel’s Tools &gt; Data Analysis &gt; Descriptive Statistics or by the function =KURT(Data).</a:t>
            </a:r>
          </a:p>
          <a:p>
            <a:pPr marL="292608" indent="-292608">
              <a:buFont typeface="Arial" panose="020B0604020202020204" pitchFamily="34" charset="0"/>
              <a:buChar char="•"/>
            </a:pPr>
            <a:r>
              <a:rPr lang="en-US" dirty="0"/>
              <a:t>The degree of skewness or kurtosis must be judged using a table that takes account of the sample size (For </a:t>
            </a:r>
            <a:r>
              <a:rPr lang="en-US"/>
              <a:t>example, Tables </a:t>
            </a:r>
            <a:r>
              <a:rPr lang="en-US" dirty="0"/>
              <a:t>4.18 and 4.19 in the textbook).</a:t>
            </a:r>
          </a:p>
          <a:p>
            <a:pPr marL="292608" indent="-292608">
              <a:buFont typeface="Arial" panose="020B0604020202020204" pitchFamily="34" charset="0"/>
              <a:buChar char="•"/>
            </a:pPr>
            <a:endParaRPr lang="en-US" dirty="0"/>
          </a:p>
          <a:p>
            <a:pPr marL="292608" indent="-292608">
              <a:buFont typeface="Arial" panose="020B0604020202020204" pitchFamily="34" charset="0"/>
              <a:buChar char="•"/>
            </a:pPr>
            <a:endParaRPr lang="en-IN" dirty="0"/>
          </a:p>
        </p:txBody>
      </p:sp>
      <p:sp>
        <p:nvSpPr>
          <p:cNvPr id="6" name="Slide Number Placeholder 5">
            <a:extLst>
              <a:ext uri="{FF2B5EF4-FFF2-40B4-BE49-F238E27FC236}">
                <a16:creationId xmlns:a16="http://schemas.microsoft.com/office/drawing/2014/main" id="{61B6C20C-AB40-6E4C-F94A-17A54532A387}"/>
              </a:ext>
            </a:extLst>
          </p:cNvPr>
          <p:cNvSpPr>
            <a:spLocks noGrp="1"/>
          </p:cNvSpPr>
          <p:nvPr>
            <p:ph type="sldNum" sz="quarter" idx="10"/>
          </p:nvPr>
        </p:nvSpPr>
        <p:spPr/>
        <p:txBody>
          <a:bodyPr/>
          <a:lstStyle/>
          <a:p>
            <a:fld id="{68151E55-6873-49E2-B8D5-2F265E6F1973}" type="slidenum">
              <a:rPr lang="en-US" smtClean="0"/>
              <a:pPr/>
              <a:t>57</a:t>
            </a:fld>
            <a:endParaRPr lang="en-US" dirty="0"/>
          </a:p>
        </p:txBody>
      </p:sp>
    </p:spTree>
    <p:extLst>
      <p:ext uri="{BB962C8B-B14F-4D97-AF65-F5344CB8AC3E}">
        <p14:creationId xmlns:p14="http://schemas.microsoft.com/office/powerpoint/2010/main" val="2191917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2813770"/>
            <a:ext cx="8458200" cy="798110"/>
          </a:xfrm>
        </p:spPr>
        <p:txBody>
          <a:bodyPr>
            <a:normAutofit/>
          </a:bodyPr>
          <a:lstStyle/>
          <a:p>
            <a:r>
              <a:rPr lang="en-US" dirty="0"/>
              <a:t>Chapter 4: Practice Problems</a:t>
            </a:r>
            <a:endParaRPr lang="en-IN" dirty="0"/>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4"/>
          </p:nvPr>
        </p:nvSpPr>
        <p:spPr/>
        <p:txBody>
          <a:bodyPr/>
          <a:lstStyle/>
          <a:p>
            <a:fld id="{68151E55-6873-49E2-B8D5-2F265E6F1973}" type="slidenum">
              <a:rPr lang="en-US" smtClean="0"/>
              <a:pPr/>
              <a:t>58</a:t>
            </a:fld>
            <a:endParaRPr lang="en-US" dirty="0"/>
          </a:p>
        </p:txBody>
      </p:sp>
    </p:spTree>
    <p:extLst>
      <p:ext uri="{BB962C8B-B14F-4D97-AF65-F5344CB8AC3E}">
        <p14:creationId xmlns:p14="http://schemas.microsoft.com/office/powerpoint/2010/main" val="4723100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dirty="0"/>
              <a:t>Question 1</a:t>
            </a:r>
          </a:p>
        </p:txBody>
      </p:sp>
      <p:sp>
        <p:nvSpPr>
          <p:cNvPr id="3" name="Content Placeholder 2"/>
          <p:cNvSpPr>
            <a:spLocks noGrp="1"/>
          </p:cNvSpPr>
          <p:nvPr>
            <p:ph sz="quarter" idx="11"/>
          </p:nvPr>
        </p:nvSpPr>
        <p:spPr>
          <a:xfrm>
            <a:off x="8641652" y="60960"/>
            <a:ext cx="441388" cy="1310640"/>
          </a:xfrm>
        </p:spPr>
        <p:txBody>
          <a:bodyPr vert="vert" rIns="0"/>
          <a:lstStyle/>
          <a:p>
            <a:r>
              <a:rPr lang="en-US" b="1" dirty="0"/>
              <a:t>L</a:t>
            </a:r>
            <a:r>
              <a:rPr lang="en-US" sz="100" b="1" dirty="0"/>
              <a:t> </a:t>
            </a:r>
            <a:r>
              <a:rPr lang="en-US" b="1" dirty="0"/>
              <a:t>O 4.2</a:t>
            </a:r>
          </a:p>
        </p:txBody>
      </p:sp>
      <p:sp>
        <p:nvSpPr>
          <p:cNvPr id="4" name="Content Placeholder 3"/>
          <p:cNvSpPr>
            <a:spLocks noGrp="1"/>
          </p:cNvSpPr>
          <p:nvPr>
            <p:ph sz="quarter" idx="14"/>
          </p:nvPr>
        </p:nvSpPr>
        <p:spPr>
          <a:xfrm>
            <a:off x="342900" y="1181101"/>
            <a:ext cx="8191500" cy="1326126"/>
          </a:xfrm>
        </p:spPr>
        <p:txBody>
          <a:bodyPr/>
          <a:lstStyle/>
          <a:p>
            <a:pPr marL="339725" indent="-339725"/>
            <a:r>
              <a:rPr lang="en-US" dirty="0"/>
              <a:t>a. For each data set, find the mean, median, and mode.</a:t>
            </a:r>
          </a:p>
          <a:p>
            <a:pPr marL="339725" indent="-339725"/>
            <a:r>
              <a:rPr lang="en-US" dirty="0"/>
              <a:t>b. Discuss anything about the data that affects the usefulness of each statistic as a measure of center.</a:t>
            </a:r>
          </a:p>
        </p:txBody>
      </p:sp>
      <p:sp>
        <p:nvSpPr>
          <p:cNvPr id="5" name="Content Placeholder 4"/>
          <p:cNvSpPr>
            <a:spLocks noGrp="1"/>
          </p:cNvSpPr>
          <p:nvPr>
            <p:ph sz="quarter" idx="15"/>
          </p:nvPr>
        </p:nvSpPr>
        <p:spPr>
          <a:xfrm>
            <a:off x="342900" y="2705115"/>
            <a:ext cx="8458200" cy="465789"/>
          </a:xfrm>
        </p:spPr>
        <p:txBody>
          <a:bodyPr/>
          <a:lstStyle/>
          <a:p>
            <a:pPr marL="402336" indent="-402336">
              <a:buFont typeface="+mj-lt"/>
              <a:buAutoNum type="arabicPeriod"/>
            </a:pPr>
            <a:r>
              <a:rPr lang="en-US" dirty="0"/>
              <a:t>Annual campus health center visits (12 students)</a:t>
            </a:r>
          </a:p>
        </p:txBody>
      </p:sp>
      <p:sp>
        <p:nvSpPr>
          <p:cNvPr id="6" name="Content Placeholder 5"/>
          <p:cNvSpPr>
            <a:spLocks noGrp="1"/>
          </p:cNvSpPr>
          <p:nvPr>
            <p:ph sz="quarter" idx="16"/>
          </p:nvPr>
        </p:nvSpPr>
        <p:spPr>
          <a:xfrm>
            <a:off x="1385124" y="3279307"/>
            <a:ext cx="4381500" cy="496282"/>
          </a:xfrm>
        </p:spPr>
        <p:txBody>
          <a:bodyPr/>
          <a:lstStyle/>
          <a:p>
            <a:r>
              <a:rPr lang="en-US" dirty="0"/>
              <a:t>0, 0, 0, 0, 0, 1, 2, 3, 3, 5, 5, 15</a:t>
            </a:r>
          </a:p>
        </p:txBody>
      </p:sp>
      <p:sp>
        <p:nvSpPr>
          <p:cNvPr id="7" name="Content Placeholder 6"/>
          <p:cNvSpPr>
            <a:spLocks noGrp="1"/>
          </p:cNvSpPr>
          <p:nvPr>
            <p:ph sz="quarter" idx="17"/>
          </p:nvPr>
        </p:nvSpPr>
        <p:spPr>
          <a:xfrm>
            <a:off x="342900" y="3908393"/>
            <a:ext cx="8458200" cy="471878"/>
          </a:xfrm>
        </p:spPr>
        <p:txBody>
          <a:bodyPr/>
          <a:lstStyle/>
          <a:p>
            <a:pPr marL="402336" indent="-402336">
              <a:buFont typeface="+mj-lt"/>
              <a:buAutoNum type="arabicPeriod" startAt="2"/>
            </a:pPr>
            <a:r>
              <a:rPr lang="en-US" dirty="0"/>
              <a:t>Red Rocks ticket prices (9 concerts)</a:t>
            </a:r>
          </a:p>
        </p:txBody>
      </p:sp>
      <p:sp>
        <p:nvSpPr>
          <p:cNvPr id="8" name="Content Placeholder 7"/>
          <p:cNvSpPr>
            <a:spLocks noGrp="1"/>
          </p:cNvSpPr>
          <p:nvPr>
            <p:ph sz="quarter" idx="18"/>
          </p:nvPr>
        </p:nvSpPr>
        <p:spPr>
          <a:xfrm>
            <a:off x="1385124" y="4434244"/>
            <a:ext cx="4779706" cy="535963"/>
          </a:xfrm>
        </p:spPr>
        <p:txBody>
          <a:bodyPr/>
          <a:lstStyle/>
          <a:p>
            <a:r>
              <a:rPr lang="en-US" dirty="0"/>
              <a:t>40, 60, 65, 71, 72, 75, 76, 78, 98</a:t>
            </a:r>
          </a:p>
        </p:txBody>
      </p:sp>
      <p:sp>
        <p:nvSpPr>
          <p:cNvPr id="9" name="Content Placeholder 8"/>
          <p:cNvSpPr>
            <a:spLocks noGrp="1"/>
          </p:cNvSpPr>
          <p:nvPr>
            <p:ph sz="quarter" idx="19"/>
          </p:nvPr>
        </p:nvSpPr>
        <p:spPr>
          <a:xfrm>
            <a:off x="342901" y="5115471"/>
            <a:ext cx="8191500" cy="444672"/>
          </a:xfrm>
        </p:spPr>
        <p:txBody>
          <a:bodyPr/>
          <a:lstStyle/>
          <a:p>
            <a:pPr marL="457200" indent="-457200">
              <a:buFont typeface="+mj-lt"/>
              <a:buAutoNum type="arabicPeriod" startAt="3"/>
            </a:pPr>
            <a:r>
              <a:rPr lang="en-US" dirty="0"/>
              <a:t>Sodium grams in canned soup (8 varieties)</a:t>
            </a:r>
          </a:p>
        </p:txBody>
      </p:sp>
      <p:sp>
        <p:nvSpPr>
          <p:cNvPr id="10" name="Content Placeholder 9"/>
          <p:cNvSpPr>
            <a:spLocks noGrp="1"/>
          </p:cNvSpPr>
          <p:nvPr>
            <p:ph sz="quarter" idx="20"/>
          </p:nvPr>
        </p:nvSpPr>
        <p:spPr>
          <a:xfrm>
            <a:off x="1385125" y="5666537"/>
            <a:ext cx="5708854" cy="567115"/>
          </a:xfrm>
        </p:spPr>
        <p:txBody>
          <a:bodyPr/>
          <a:lstStyle/>
          <a:p>
            <a:r>
              <a:rPr lang="en-US" dirty="0"/>
              <a:t>225, 255, 295, 302, 304, 337, 351, 366</a:t>
            </a:r>
          </a:p>
        </p:txBody>
      </p:sp>
      <p:sp>
        <p:nvSpPr>
          <p:cNvPr id="17" name="Slide Number Placeholder 16"/>
          <p:cNvSpPr>
            <a:spLocks noGrp="1"/>
          </p:cNvSpPr>
          <p:nvPr>
            <p:ph type="sldNum" sz="quarter" idx="10"/>
          </p:nvPr>
        </p:nvSpPr>
        <p:spPr/>
        <p:txBody>
          <a:bodyPr/>
          <a:lstStyle/>
          <a:p>
            <a:fld id="{68151E55-6873-49E2-B8D5-2F265E6F1973}" type="slidenum">
              <a:rPr lang="en-US" smtClean="0"/>
              <a:t>59</a:t>
            </a:fld>
            <a:endParaRPr lang="en-US" dirty="0"/>
          </a:p>
        </p:txBody>
      </p:sp>
    </p:spTree>
    <p:extLst>
      <p:ext uri="{BB962C8B-B14F-4D97-AF65-F5344CB8AC3E}">
        <p14:creationId xmlns:p14="http://schemas.microsoft.com/office/powerpoint/2010/main" val="351406527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dirty="0"/>
              <a:t>Question 12</a:t>
            </a:r>
          </a:p>
        </p:txBody>
      </p:sp>
      <p:sp>
        <p:nvSpPr>
          <p:cNvPr id="3" name="Content Placeholder 2"/>
          <p:cNvSpPr>
            <a:spLocks noGrp="1"/>
          </p:cNvSpPr>
          <p:nvPr>
            <p:ph sz="quarter" idx="11"/>
          </p:nvPr>
        </p:nvSpPr>
        <p:spPr>
          <a:xfrm>
            <a:off x="8641652" y="60960"/>
            <a:ext cx="441388" cy="1310640"/>
          </a:xfrm>
        </p:spPr>
        <p:txBody>
          <a:bodyPr vert="vert" rIns="0"/>
          <a:lstStyle/>
          <a:p>
            <a:r>
              <a:rPr lang="en-US" b="1" dirty="0"/>
              <a:t>L</a:t>
            </a:r>
            <a:r>
              <a:rPr lang="en-US" sz="100" b="1" dirty="0"/>
              <a:t> </a:t>
            </a:r>
            <a:r>
              <a:rPr lang="en-US" b="1" dirty="0"/>
              <a:t>O 4.2</a:t>
            </a:r>
          </a:p>
        </p:txBody>
      </p:sp>
      <p:sp>
        <p:nvSpPr>
          <p:cNvPr id="4" name="Content Placeholder 3"/>
          <p:cNvSpPr>
            <a:spLocks noGrp="1"/>
          </p:cNvSpPr>
          <p:nvPr>
            <p:ph sz="quarter" idx="14"/>
          </p:nvPr>
        </p:nvSpPr>
        <p:spPr>
          <a:xfrm>
            <a:off x="342900" y="1181101"/>
            <a:ext cx="8191500" cy="1326126"/>
          </a:xfrm>
        </p:spPr>
        <p:txBody>
          <a:bodyPr/>
          <a:lstStyle/>
          <a:p>
            <a:pPr marL="339725" indent="-339725"/>
            <a:r>
              <a:rPr lang="en-US" dirty="0"/>
              <a:t>a. For each data set, find the median, midrange, and geometric mean.</a:t>
            </a:r>
          </a:p>
          <a:p>
            <a:pPr marL="339725" indent="-339725"/>
            <a:r>
              <a:rPr lang="en-US" dirty="0"/>
              <a:t>b. Are they reasonable measures of central tendency?</a:t>
            </a:r>
          </a:p>
        </p:txBody>
      </p:sp>
      <p:sp>
        <p:nvSpPr>
          <p:cNvPr id="5" name="Content Placeholder 4"/>
          <p:cNvSpPr>
            <a:spLocks noGrp="1"/>
          </p:cNvSpPr>
          <p:nvPr>
            <p:ph sz="quarter" idx="15"/>
          </p:nvPr>
        </p:nvSpPr>
        <p:spPr>
          <a:xfrm>
            <a:off x="342900" y="2705115"/>
            <a:ext cx="8458200" cy="465789"/>
          </a:xfrm>
        </p:spPr>
        <p:txBody>
          <a:bodyPr/>
          <a:lstStyle/>
          <a:p>
            <a:pPr marL="402336" indent="-402336">
              <a:buFont typeface="+mj-lt"/>
              <a:buAutoNum type="arabicPeriod"/>
            </a:pPr>
            <a:r>
              <a:rPr lang="en-US" dirty="0"/>
              <a:t>Vehicle speeds on highway I-5 (9 vehicles)</a:t>
            </a:r>
          </a:p>
        </p:txBody>
      </p:sp>
      <p:sp>
        <p:nvSpPr>
          <p:cNvPr id="6" name="Content Placeholder 5"/>
          <p:cNvSpPr>
            <a:spLocks noGrp="1"/>
          </p:cNvSpPr>
          <p:nvPr>
            <p:ph sz="quarter" idx="16"/>
          </p:nvPr>
        </p:nvSpPr>
        <p:spPr>
          <a:xfrm>
            <a:off x="1385124" y="3279307"/>
            <a:ext cx="5384386" cy="496282"/>
          </a:xfrm>
        </p:spPr>
        <p:txBody>
          <a:bodyPr/>
          <a:lstStyle/>
          <a:p>
            <a:r>
              <a:rPr lang="en-US" dirty="0"/>
              <a:t>42, 55, 65, 67, 68, 75, 76, 78, 94</a:t>
            </a:r>
          </a:p>
        </p:txBody>
      </p:sp>
      <p:sp>
        <p:nvSpPr>
          <p:cNvPr id="7" name="Content Placeholder 6"/>
          <p:cNvSpPr>
            <a:spLocks noGrp="1"/>
          </p:cNvSpPr>
          <p:nvPr>
            <p:ph sz="quarter" idx="17"/>
          </p:nvPr>
        </p:nvSpPr>
        <p:spPr>
          <a:xfrm>
            <a:off x="342900" y="3908393"/>
            <a:ext cx="8458200" cy="471878"/>
          </a:xfrm>
        </p:spPr>
        <p:txBody>
          <a:bodyPr/>
          <a:lstStyle/>
          <a:p>
            <a:pPr marL="402336" indent="-402336">
              <a:buFont typeface="+mj-lt"/>
              <a:buAutoNum type="arabicPeriod" startAt="2"/>
            </a:pPr>
            <a:r>
              <a:rPr lang="en-US" dirty="0"/>
              <a:t>Sodium grams in canned soup (8 varieties)</a:t>
            </a:r>
          </a:p>
        </p:txBody>
      </p:sp>
      <p:sp>
        <p:nvSpPr>
          <p:cNvPr id="8" name="Content Placeholder 7"/>
          <p:cNvSpPr>
            <a:spLocks noGrp="1"/>
          </p:cNvSpPr>
          <p:nvPr>
            <p:ph sz="quarter" idx="18"/>
          </p:nvPr>
        </p:nvSpPr>
        <p:spPr>
          <a:xfrm>
            <a:off x="1385124" y="4434244"/>
            <a:ext cx="6003818" cy="535963"/>
          </a:xfrm>
        </p:spPr>
        <p:txBody>
          <a:bodyPr/>
          <a:lstStyle/>
          <a:p>
            <a:r>
              <a:rPr lang="en-US" dirty="0"/>
              <a:t>225, 255, 295, 302, 304, 337, 351, 366</a:t>
            </a:r>
          </a:p>
        </p:txBody>
      </p:sp>
      <p:sp>
        <p:nvSpPr>
          <p:cNvPr id="9" name="Content Placeholder 8"/>
          <p:cNvSpPr>
            <a:spLocks noGrp="1"/>
          </p:cNvSpPr>
          <p:nvPr>
            <p:ph sz="quarter" idx="19"/>
          </p:nvPr>
        </p:nvSpPr>
        <p:spPr>
          <a:xfrm>
            <a:off x="342901" y="5115471"/>
            <a:ext cx="8191500" cy="444672"/>
          </a:xfrm>
        </p:spPr>
        <p:txBody>
          <a:bodyPr/>
          <a:lstStyle/>
          <a:p>
            <a:pPr marL="457200" indent="-457200">
              <a:buFont typeface="+mj-lt"/>
              <a:buAutoNum type="arabicPeriod" startAt="3"/>
            </a:pPr>
            <a:r>
              <a:rPr lang="en-US" dirty="0"/>
              <a:t>Annual campus health center visits (12 students)</a:t>
            </a:r>
          </a:p>
        </p:txBody>
      </p:sp>
      <p:sp>
        <p:nvSpPr>
          <p:cNvPr id="10" name="Content Placeholder 9"/>
          <p:cNvSpPr>
            <a:spLocks noGrp="1"/>
          </p:cNvSpPr>
          <p:nvPr>
            <p:ph sz="quarter" idx="20"/>
          </p:nvPr>
        </p:nvSpPr>
        <p:spPr>
          <a:xfrm>
            <a:off x="1385125" y="5666537"/>
            <a:ext cx="5708854" cy="567115"/>
          </a:xfrm>
        </p:spPr>
        <p:txBody>
          <a:bodyPr/>
          <a:lstStyle/>
          <a:p>
            <a:r>
              <a:rPr lang="en-US" dirty="0"/>
              <a:t>0, 0, 0, 0, 0, 1, 2, 3, 3, 5, 5, 15</a:t>
            </a:r>
          </a:p>
        </p:txBody>
      </p:sp>
      <p:sp>
        <p:nvSpPr>
          <p:cNvPr id="17" name="Slide Number Placeholder 16"/>
          <p:cNvSpPr>
            <a:spLocks noGrp="1"/>
          </p:cNvSpPr>
          <p:nvPr>
            <p:ph type="sldNum" sz="quarter" idx="10"/>
          </p:nvPr>
        </p:nvSpPr>
        <p:spPr/>
        <p:txBody>
          <a:bodyPr/>
          <a:lstStyle/>
          <a:p>
            <a:fld id="{68151E55-6873-49E2-B8D5-2F265E6F1973}" type="slidenum">
              <a:rPr lang="en-US" smtClean="0"/>
              <a:t>60</a:t>
            </a:fld>
            <a:endParaRPr lang="en-US" dirty="0"/>
          </a:p>
        </p:txBody>
      </p:sp>
    </p:spTree>
    <p:extLst>
      <p:ext uri="{BB962C8B-B14F-4D97-AF65-F5344CB8AC3E}">
        <p14:creationId xmlns:p14="http://schemas.microsoft.com/office/powerpoint/2010/main" val="39126640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dirty="0"/>
              <a:t>Question 22</a:t>
            </a:r>
          </a:p>
        </p:txBody>
      </p:sp>
      <p:sp>
        <p:nvSpPr>
          <p:cNvPr id="11" name="Content Placeholder 2">
            <a:extLst>
              <a:ext uri="{FF2B5EF4-FFF2-40B4-BE49-F238E27FC236}">
                <a16:creationId xmlns:a16="http://schemas.microsoft.com/office/drawing/2014/main" id="{609666AE-FF8A-7D21-DA01-74F4AFA27E8B}"/>
              </a:ext>
            </a:extLst>
          </p:cNvPr>
          <p:cNvSpPr>
            <a:spLocks noGrp="1"/>
          </p:cNvSpPr>
          <p:nvPr>
            <p:ph sz="quarter" idx="11"/>
          </p:nvPr>
        </p:nvSpPr>
        <p:spPr>
          <a:xfrm>
            <a:off x="8641652" y="60960"/>
            <a:ext cx="441388" cy="1201816"/>
          </a:xfrm>
        </p:spPr>
        <p:txBody>
          <a:bodyPr vert="vert" rIns="0"/>
          <a:lstStyle/>
          <a:p>
            <a:r>
              <a:rPr lang="en-US" b="1" dirty="0"/>
              <a:t>L</a:t>
            </a:r>
            <a:r>
              <a:rPr lang="en-US" sz="100" b="1" dirty="0"/>
              <a:t> </a:t>
            </a:r>
            <a:r>
              <a:rPr lang="en-US" b="1" dirty="0"/>
              <a:t>O 4.3</a:t>
            </a:r>
          </a:p>
        </p:txBody>
      </p:sp>
      <p:sp>
        <p:nvSpPr>
          <p:cNvPr id="4" name="Content Placeholder 3"/>
          <p:cNvSpPr>
            <a:spLocks noGrp="1"/>
          </p:cNvSpPr>
          <p:nvPr>
            <p:ph sz="quarter" idx="14"/>
          </p:nvPr>
        </p:nvSpPr>
        <p:spPr>
          <a:xfrm>
            <a:off x="342900" y="1378386"/>
            <a:ext cx="8075886" cy="3146992"/>
          </a:xfrm>
        </p:spPr>
        <p:txBody>
          <a:bodyPr/>
          <a:lstStyle/>
          <a:p>
            <a:r>
              <a:rPr lang="en-US" b="1" dirty="0"/>
              <a:t>For each data set:</a:t>
            </a:r>
          </a:p>
          <a:p>
            <a:pPr marL="457200" indent="-457200"/>
            <a:r>
              <a:rPr lang="en-US" dirty="0"/>
              <a:t>(a) Find the mean.</a:t>
            </a:r>
          </a:p>
          <a:p>
            <a:pPr marL="457200" indent="-457200"/>
            <a:r>
              <a:rPr lang="en-US" dirty="0"/>
              <a:t>(b) Find the standard deviation, treating the data as a sample.</a:t>
            </a:r>
          </a:p>
          <a:p>
            <a:pPr marL="457200" indent="-457200"/>
            <a:r>
              <a:rPr lang="en-US" dirty="0"/>
              <a:t>(c) Find the standard deviation, treating the data as a population.</a:t>
            </a:r>
          </a:p>
          <a:p>
            <a:pPr marL="457200" indent="-457200"/>
            <a:r>
              <a:rPr lang="en-US" dirty="0"/>
              <a:t>(d) What does this exercise show about the two formulas?</a:t>
            </a:r>
          </a:p>
        </p:txBody>
      </p:sp>
      <p:sp>
        <p:nvSpPr>
          <p:cNvPr id="5" name="Content Placeholder 4"/>
          <p:cNvSpPr>
            <a:spLocks noGrp="1"/>
          </p:cNvSpPr>
          <p:nvPr>
            <p:ph sz="quarter" idx="15"/>
          </p:nvPr>
        </p:nvSpPr>
        <p:spPr>
          <a:xfrm>
            <a:off x="342900" y="4808043"/>
            <a:ext cx="7476797" cy="1519083"/>
          </a:xfrm>
        </p:spPr>
        <p:txBody>
          <a:bodyPr/>
          <a:lstStyle/>
          <a:p>
            <a:r>
              <a:rPr lang="nn-NO" b="1" i="1" dirty="0"/>
              <a:t>Data Set A</a:t>
            </a:r>
            <a:r>
              <a:rPr lang="nn-NO" b="1" dirty="0"/>
              <a:t>: </a:t>
            </a:r>
            <a:r>
              <a:rPr lang="nn-NO" dirty="0"/>
              <a:t>6, 7, 8</a:t>
            </a:r>
          </a:p>
          <a:p>
            <a:r>
              <a:rPr lang="nn-NO" b="1" i="1" dirty="0"/>
              <a:t>Data Set B</a:t>
            </a:r>
            <a:r>
              <a:rPr lang="nn-NO" b="1" dirty="0"/>
              <a:t>: </a:t>
            </a:r>
            <a:r>
              <a:rPr lang="nn-NO" dirty="0"/>
              <a:t>4, 5, 6, 7, 8, 9, 10</a:t>
            </a:r>
          </a:p>
          <a:p>
            <a:r>
              <a:rPr lang="nn-NO" b="1" i="1" dirty="0"/>
              <a:t>Data Set C</a:t>
            </a:r>
            <a:r>
              <a:rPr lang="nn-NO" b="1" dirty="0"/>
              <a:t>: </a:t>
            </a:r>
            <a:r>
              <a:rPr lang="nn-NO" dirty="0"/>
              <a:t>1, 2, 3, 4, 5, 6, 7, 8, 9, 10, 11, 12, 13</a:t>
            </a:r>
            <a:endParaRPr lang="en-US" dirty="0"/>
          </a:p>
        </p:txBody>
      </p:sp>
      <p:sp>
        <p:nvSpPr>
          <p:cNvPr id="10" name="Slide Number Placeholder 9"/>
          <p:cNvSpPr>
            <a:spLocks noGrp="1"/>
          </p:cNvSpPr>
          <p:nvPr>
            <p:ph type="sldNum" sz="quarter" idx="10"/>
          </p:nvPr>
        </p:nvSpPr>
        <p:spPr/>
        <p:txBody>
          <a:bodyPr/>
          <a:lstStyle/>
          <a:p>
            <a:fld id="{68151E55-6873-49E2-B8D5-2F265E6F1973}" type="slidenum">
              <a:rPr lang="en-US" smtClean="0"/>
              <a:t>61</a:t>
            </a:fld>
            <a:endParaRPr lang="en-US" dirty="0"/>
          </a:p>
        </p:txBody>
      </p:sp>
    </p:spTree>
    <p:extLst>
      <p:ext uri="{BB962C8B-B14F-4D97-AF65-F5344CB8AC3E}">
        <p14:creationId xmlns:p14="http://schemas.microsoft.com/office/powerpoint/2010/main" val="15414159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dirty="0"/>
              <a:t>Question 30</a:t>
            </a:r>
          </a:p>
        </p:txBody>
      </p:sp>
      <p:sp>
        <p:nvSpPr>
          <p:cNvPr id="3" name="Content Placeholder 2"/>
          <p:cNvSpPr>
            <a:spLocks noGrp="1"/>
          </p:cNvSpPr>
          <p:nvPr>
            <p:ph sz="quarter" idx="11"/>
          </p:nvPr>
        </p:nvSpPr>
        <p:spPr>
          <a:xfrm>
            <a:off x="8641652" y="60961"/>
            <a:ext cx="441388" cy="1599674"/>
          </a:xfrm>
        </p:spPr>
        <p:txBody>
          <a:bodyPr vert="vert" rIns="0"/>
          <a:lstStyle/>
          <a:p>
            <a:r>
              <a:rPr lang="en-US" b="1" dirty="0"/>
              <a:t>L</a:t>
            </a:r>
            <a:r>
              <a:rPr lang="en-US" sz="100" b="1" dirty="0"/>
              <a:t> </a:t>
            </a:r>
            <a:r>
              <a:rPr lang="en-US" b="1" dirty="0"/>
              <a:t>O 4.4, 5</a:t>
            </a:r>
          </a:p>
        </p:txBody>
      </p:sp>
      <p:sp>
        <p:nvSpPr>
          <p:cNvPr id="4" name="Content Placeholder 3"/>
          <p:cNvSpPr>
            <a:spLocks noGrp="1"/>
          </p:cNvSpPr>
          <p:nvPr>
            <p:ph sz="quarter" idx="14"/>
          </p:nvPr>
        </p:nvSpPr>
        <p:spPr>
          <a:xfrm>
            <a:off x="342900" y="1278473"/>
            <a:ext cx="7998460" cy="818180"/>
          </a:xfrm>
        </p:spPr>
        <p:txBody>
          <a:bodyPr/>
          <a:lstStyle/>
          <a:p>
            <a:pPr marL="457200" indent="-457200"/>
            <a:r>
              <a:rPr lang="en-US" dirty="0"/>
              <a:t>(a) By Chebyshev’s Theorem, at least how many students in a class of 200 would score within the range</a:t>
            </a:r>
          </a:p>
        </p:txBody>
      </p:sp>
      <p:graphicFrame>
        <p:nvGraphicFramePr>
          <p:cNvPr id="15" name="Object 14"/>
          <p:cNvGraphicFramePr>
            <a:graphicFrameLocks noChangeAspect="1"/>
          </p:cNvGraphicFramePr>
          <p:nvPr>
            <p:extLst>
              <p:ext uri="{D42A27DB-BD31-4B8C-83A1-F6EECF244321}">
                <p14:modId xmlns:p14="http://schemas.microsoft.com/office/powerpoint/2010/main" val="2196042982"/>
              </p:ext>
            </p:extLst>
          </p:nvPr>
        </p:nvGraphicFramePr>
        <p:xfrm>
          <a:off x="7122160" y="1702953"/>
          <a:ext cx="1219200" cy="393700"/>
        </p:xfrm>
        <a:graphic>
          <a:graphicData uri="http://schemas.openxmlformats.org/presentationml/2006/ole">
            <mc:AlternateContent xmlns:mc="http://schemas.openxmlformats.org/markup-compatibility/2006">
              <mc:Choice xmlns:v="urn:schemas-microsoft-com:vml" Requires="v">
                <p:oleObj name="Equation" r:id="rId2" imgW="1218960" imgH="393480" progId="Equation.DSMT4">
                  <p:embed/>
                </p:oleObj>
              </mc:Choice>
              <mc:Fallback>
                <p:oleObj name="Equation" r:id="rId2" imgW="1218960" imgH="393480" progId="Equation.DSMT4">
                  <p:embed/>
                  <p:pic>
                    <p:nvPicPr>
                      <p:cNvPr id="0" name=""/>
                      <p:cNvPicPr/>
                      <p:nvPr/>
                    </p:nvPicPr>
                    <p:blipFill>
                      <a:blip r:embed="rId3"/>
                      <a:stretch>
                        <a:fillRect/>
                      </a:stretch>
                    </p:blipFill>
                    <p:spPr>
                      <a:xfrm>
                        <a:off x="7122160" y="1702953"/>
                        <a:ext cx="1219200" cy="393700"/>
                      </a:xfrm>
                      <a:prstGeom prst="rect">
                        <a:avLst/>
                      </a:prstGeom>
                    </p:spPr>
                  </p:pic>
                </p:oleObj>
              </mc:Fallback>
            </mc:AlternateContent>
          </a:graphicData>
        </a:graphic>
      </p:graphicFrame>
      <p:sp>
        <p:nvSpPr>
          <p:cNvPr id="6" name="Content Placeholder 5"/>
          <p:cNvSpPr>
            <a:spLocks noGrp="1"/>
          </p:cNvSpPr>
          <p:nvPr>
            <p:ph sz="quarter" idx="16"/>
          </p:nvPr>
        </p:nvSpPr>
        <p:spPr>
          <a:xfrm>
            <a:off x="342900" y="2336432"/>
            <a:ext cx="7998460" cy="818180"/>
          </a:xfrm>
        </p:spPr>
        <p:txBody>
          <a:bodyPr/>
          <a:lstStyle/>
          <a:p>
            <a:pPr marL="457200" indent="-457200"/>
            <a:r>
              <a:rPr lang="en-US" dirty="0"/>
              <a:t>(b) By the Empirical Rule, how many students in a class of 200 would score within the range</a:t>
            </a:r>
          </a:p>
        </p:txBody>
      </p:sp>
      <p:graphicFrame>
        <p:nvGraphicFramePr>
          <p:cNvPr id="18" name="Object 17"/>
          <p:cNvGraphicFramePr>
            <a:graphicFrameLocks noChangeAspect="1"/>
          </p:cNvGraphicFramePr>
          <p:nvPr>
            <p:extLst>
              <p:ext uri="{D42A27DB-BD31-4B8C-83A1-F6EECF244321}">
                <p14:modId xmlns:p14="http://schemas.microsoft.com/office/powerpoint/2010/main" val="1475664190"/>
              </p:ext>
            </p:extLst>
          </p:nvPr>
        </p:nvGraphicFramePr>
        <p:xfrm>
          <a:off x="5760915" y="2760912"/>
          <a:ext cx="1206500" cy="393700"/>
        </p:xfrm>
        <a:graphic>
          <a:graphicData uri="http://schemas.openxmlformats.org/presentationml/2006/ole">
            <mc:AlternateContent xmlns:mc="http://schemas.openxmlformats.org/markup-compatibility/2006">
              <mc:Choice xmlns:v="urn:schemas-microsoft-com:vml" Requires="v">
                <p:oleObj name="Equation" r:id="rId4" imgW="1206360" imgH="393480" progId="Equation.DSMT4">
                  <p:embed/>
                </p:oleObj>
              </mc:Choice>
              <mc:Fallback>
                <p:oleObj name="Equation" r:id="rId4" imgW="1206360" imgH="393480" progId="Equation.DSMT4">
                  <p:embed/>
                  <p:pic>
                    <p:nvPicPr>
                      <p:cNvPr id="15" name="Object 14"/>
                      <p:cNvPicPr/>
                      <p:nvPr/>
                    </p:nvPicPr>
                    <p:blipFill>
                      <a:blip r:embed="rId5"/>
                      <a:stretch>
                        <a:fillRect/>
                      </a:stretch>
                    </p:blipFill>
                    <p:spPr>
                      <a:xfrm>
                        <a:off x="5760915" y="2760912"/>
                        <a:ext cx="1206500" cy="393700"/>
                      </a:xfrm>
                      <a:prstGeom prst="rect">
                        <a:avLst/>
                      </a:prstGeom>
                    </p:spPr>
                  </p:pic>
                </p:oleObj>
              </mc:Fallback>
            </mc:AlternateContent>
          </a:graphicData>
        </a:graphic>
      </p:graphicFrame>
      <p:sp>
        <p:nvSpPr>
          <p:cNvPr id="7" name="Content Placeholder 6"/>
          <p:cNvSpPr>
            <a:spLocks noGrp="1"/>
          </p:cNvSpPr>
          <p:nvPr>
            <p:ph sz="quarter" idx="17"/>
          </p:nvPr>
        </p:nvSpPr>
        <p:spPr>
          <a:xfrm>
            <a:off x="342900" y="3394391"/>
            <a:ext cx="7927340" cy="938732"/>
          </a:xfrm>
        </p:spPr>
        <p:txBody>
          <a:bodyPr/>
          <a:lstStyle/>
          <a:p>
            <a:pPr marL="457200" indent="-457200"/>
            <a:r>
              <a:rPr lang="en-US" dirty="0"/>
              <a:t>(c) What assumption is required in order to apply the Empirical Rule?</a:t>
            </a:r>
          </a:p>
        </p:txBody>
      </p:sp>
      <p:sp>
        <p:nvSpPr>
          <p:cNvPr id="17" name="Slide Number Placeholder 16"/>
          <p:cNvSpPr>
            <a:spLocks noGrp="1"/>
          </p:cNvSpPr>
          <p:nvPr>
            <p:ph type="sldNum" sz="quarter" idx="10"/>
          </p:nvPr>
        </p:nvSpPr>
        <p:spPr/>
        <p:txBody>
          <a:bodyPr/>
          <a:lstStyle/>
          <a:p>
            <a:fld id="{68151E55-6873-49E2-B8D5-2F265E6F1973}" type="slidenum">
              <a:rPr lang="en-US" smtClean="0"/>
              <a:t>62</a:t>
            </a:fld>
            <a:endParaRPr lang="en-US" dirty="0"/>
          </a:p>
        </p:txBody>
      </p:sp>
    </p:spTree>
    <p:extLst>
      <p:ext uri="{BB962C8B-B14F-4D97-AF65-F5344CB8AC3E}">
        <p14:creationId xmlns:p14="http://schemas.microsoft.com/office/powerpoint/2010/main" val="1109663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8191500" cy="903231"/>
          </a:xfrm>
        </p:spPr>
        <p:txBody>
          <a:bodyPr>
            <a:normAutofit/>
          </a:bodyPr>
          <a:lstStyle/>
          <a:p>
            <a:r>
              <a:rPr lang="en-US" sz="3600" dirty="0"/>
              <a:t>Question 32</a:t>
            </a:r>
          </a:p>
        </p:txBody>
      </p:sp>
      <p:sp>
        <p:nvSpPr>
          <p:cNvPr id="7" name="Content Placeholder 2">
            <a:extLst>
              <a:ext uri="{FF2B5EF4-FFF2-40B4-BE49-F238E27FC236}">
                <a16:creationId xmlns:a16="http://schemas.microsoft.com/office/drawing/2014/main" id="{42F52E9E-E3B0-E94D-A7A7-0C53D0826486}"/>
              </a:ext>
            </a:extLst>
          </p:cNvPr>
          <p:cNvSpPr>
            <a:spLocks noGrp="1"/>
          </p:cNvSpPr>
          <p:nvPr>
            <p:ph sz="quarter" idx="11"/>
          </p:nvPr>
        </p:nvSpPr>
        <p:spPr>
          <a:xfrm>
            <a:off x="8641652" y="60960"/>
            <a:ext cx="441388" cy="1034761"/>
          </a:xfrm>
        </p:spPr>
        <p:txBody>
          <a:bodyPr vert="vert" rIns="0"/>
          <a:lstStyle/>
          <a:p>
            <a:r>
              <a:rPr lang="en-US" b="1" dirty="0"/>
              <a:t>L</a:t>
            </a:r>
            <a:r>
              <a:rPr lang="en-US" sz="100" b="1" dirty="0"/>
              <a:t> </a:t>
            </a:r>
            <a:r>
              <a:rPr lang="en-US" b="1" dirty="0"/>
              <a:t>O 4.6</a:t>
            </a:r>
          </a:p>
        </p:txBody>
      </p:sp>
      <p:sp>
        <p:nvSpPr>
          <p:cNvPr id="4" name="Content Placeholder 3"/>
          <p:cNvSpPr>
            <a:spLocks noGrp="1"/>
          </p:cNvSpPr>
          <p:nvPr>
            <p:ph sz="quarter" idx="14"/>
          </p:nvPr>
        </p:nvSpPr>
        <p:spPr>
          <a:xfrm>
            <a:off x="342900" y="1262775"/>
            <a:ext cx="8298752" cy="4985625"/>
          </a:xfrm>
        </p:spPr>
        <p:txBody>
          <a:bodyPr/>
          <a:lstStyle/>
          <a:p>
            <a:r>
              <a:rPr lang="en-US" dirty="0"/>
              <a:t>The mean monthly rent of students at Oxnard University is $875 with a standard deviation of $219.</a:t>
            </a:r>
          </a:p>
          <a:p>
            <a:pPr marL="569913" indent="-569913"/>
            <a:r>
              <a:rPr lang="en-US" dirty="0"/>
              <a:t>(a) John’s rent is $1,325. What is his standardized </a:t>
            </a:r>
            <a:r>
              <a:rPr lang="en-US" i="1" dirty="0"/>
              <a:t>z</a:t>
            </a:r>
            <a:r>
              <a:rPr lang="en-US" dirty="0"/>
              <a:t>-score?</a:t>
            </a:r>
          </a:p>
          <a:p>
            <a:pPr marL="569913" indent="-569913"/>
            <a:r>
              <a:rPr lang="en-US" dirty="0"/>
              <a:t>(b) Is John’s rent an outlier?</a:t>
            </a:r>
          </a:p>
          <a:p>
            <a:pPr marL="457200" indent="-457200"/>
            <a:r>
              <a:rPr lang="en-US" dirty="0"/>
              <a:t>(c) How high would the rent have to be to qualify as an outlier?</a:t>
            </a:r>
          </a:p>
        </p:txBody>
      </p:sp>
      <p:sp>
        <p:nvSpPr>
          <p:cNvPr id="10" name="Slide Number Placeholder 9"/>
          <p:cNvSpPr>
            <a:spLocks noGrp="1"/>
          </p:cNvSpPr>
          <p:nvPr>
            <p:ph type="sldNum" sz="quarter" idx="10"/>
          </p:nvPr>
        </p:nvSpPr>
        <p:spPr/>
        <p:txBody>
          <a:bodyPr/>
          <a:lstStyle/>
          <a:p>
            <a:fld id="{68151E55-6873-49E2-B8D5-2F265E6F1973}" type="slidenum">
              <a:rPr lang="en-US" smtClean="0"/>
              <a:t>63</a:t>
            </a:fld>
            <a:endParaRPr lang="en-US" dirty="0"/>
          </a:p>
        </p:txBody>
      </p:sp>
    </p:spTree>
    <p:extLst>
      <p:ext uri="{BB962C8B-B14F-4D97-AF65-F5344CB8AC3E}">
        <p14:creationId xmlns:p14="http://schemas.microsoft.com/office/powerpoint/2010/main" val="35957090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192490"/>
            <a:ext cx="7789985" cy="903231"/>
          </a:xfrm>
        </p:spPr>
        <p:txBody>
          <a:bodyPr>
            <a:normAutofit/>
          </a:bodyPr>
          <a:lstStyle/>
          <a:p>
            <a:r>
              <a:rPr lang="en-US" sz="3600" dirty="0"/>
              <a:t>Question 41</a:t>
            </a:r>
          </a:p>
        </p:txBody>
      </p:sp>
      <p:sp>
        <p:nvSpPr>
          <p:cNvPr id="7" name="Content Placeholder 2">
            <a:extLst>
              <a:ext uri="{FF2B5EF4-FFF2-40B4-BE49-F238E27FC236}">
                <a16:creationId xmlns:a16="http://schemas.microsoft.com/office/drawing/2014/main" id="{ED6BC1F6-B5A8-8FB7-21E9-B69CCFEF54CC}"/>
              </a:ext>
            </a:extLst>
          </p:cNvPr>
          <p:cNvSpPr>
            <a:spLocks noGrp="1"/>
          </p:cNvSpPr>
          <p:nvPr>
            <p:ph sz="quarter" idx="11"/>
          </p:nvPr>
        </p:nvSpPr>
        <p:spPr>
          <a:xfrm>
            <a:off x="8601193" y="108687"/>
            <a:ext cx="422032" cy="1070836"/>
          </a:xfrm>
        </p:spPr>
        <p:txBody>
          <a:bodyPr vert="vert" rIns="0"/>
          <a:lstStyle/>
          <a:p>
            <a:r>
              <a:rPr lang="en-US" b="1" dirty="0"/>
              <a:t>L</a:t>
            </a:r>
            <a:r>
              <a:rPr lang="en-US" sz="100" b="1" dirty="0"/>
              <a:t> </a:t>
            </a:r>
            <a:r>
              <a:rPr lang="en-US" b="1" dirty="0"/>
              <a:t>O 4.8</a:t>
            </a:r>
          </a:p>
        </p:txBody>
      </p:sp>
      <p:sp>
        <p:nvSpPr>
          <p:cNvPr id="4" name="Content Placeholder 3"/>
          <p:cNvSpPr>
            <a:spLocks noGrp="1"/>
          </p:cNvSpPr>
          <p:nvPr>
            <p:ph sz="quarter" idx="14"/>
          </p:nvPr>
        </p:nvSpPr>
        <p:spPr>
          <a:xfrm>
            <a:off x="342900" y="1354015"/>
            <a:ext cx="8458200" cy="806125"/>
          </a:xfrm>
        </p:spPr>
        <p:txBody>
          <a:bodyPr/>
          <a:lstStyle/>
          <a:p>
            <a:r>
              <a:rPr lang="en-US" dirty="0"/>
              <a:t>In 2007, total compensation (in thousands of dollars) for 40 randomly chosen C</a:t>
            </a:r>
            <a:r>
              <a:rPr lang="en-US" sz="100" dirty="0"/>
              <a:t> </a:t>
            </a:r>
            <a:r>
              <a:rPr lang="en-US" dirty="0"/>
              <a:t>E</a:t>
            </a:r>
            <a:r>
              <a:rPr lang="en-US" sz="100" dirty="0"/>
              <a:t> </a:t>
            </a:r>
            <a:r>
              <a:rPr lang="en-US" dirty="0"/>
              <a:t>O’s ranged from 790 to 192,920, with</a:t>
            </a:r>
          </a:p>
        </p:txBody>
      </p:sp>
      <p:sp>
        <p:nvSpPr>
          <p:cNvPr id="6" name="Content Placeholder 5">
            <a:extLst>
              <a:ext uri="{FF2B5EF4-FFF2-40B4-BE49-F238E27FC236}">
                <a16:creationId xmlns:a16="http://schemas.microsoft.com/office/drawing/2014/main" id="{D0E198AA-B571-4EBC-937C-2FE2CBC588A6}"/>
              </a:ext>
            </a:extLst>
          </p:cNvPr>
          <p:cNvSpPr>
            <a:spLocks noGrp="1"/>
          </p:cNvSpPr>
          <p:nvPr>
            <p:ph sz="quarter" idx="16"/>
          </p:nvPr>
        </p:nvSpPr>
        <p:spPr>
          <a:xfrm>
            <a:off x="342900" y="2160140"/>
            <a:ext cx="1389185" cy="490444"/>
          </a:xfrm>
        </p:spPr>
        <p:txBody>
          <a:bodyPr/>
          <a:lstStyle/>
          <a:p>
            <a:r>
              <a:rPr lang="en-US" dirty="0"/>
              <a:t>quartiles</a:t>
            </a:r>
          </a:p>
        </p:txBody>
      </p:sp>
      <p:graphicFrame>
        <p:nvGraphicFramePr>
          <p:cNvPr id="11" name="Object 10">
            <a:extLst>
              <a:ext uri="{FF2B5EF4-FFF2-40B4-BE49-F238E27FC236}">
                <a16:creationId xmlns:a16="http://schemas.microsoft.com/office/drawing/2014/main" id="{95000B8E-FECB-431D-B131-909E03EE5368}"/>
              </a:ext>
            </a:extLst>
          </p:cNvPr>
          <p:cNvGraphicFramePr>
            <a:graphicFrameLocks noChangeAspect="1"/>
          </p:cNvGraphicFramePr>
          <p:nvPr>
            <p:extLst>
              <p:ext uri="{D42A27DB-BD31-4B8C-83A1-F6EECF244321}">
                <p14:modId xmlns:p14="http://schemas.microsoft.com/office/powerpoint/2010/main" val="85675522"/>
              </p:ext>
            </p:extLst>
          </p:nvPr>
        </p:nvGraphicFramePr>
        <p:xfrm>
          <a:off x="1714000" y="2227673"/>
          <a:ext cx="4950571" cy="419266"/>
        </p:xfrm>
        <a:graphic>
          <a:graphicData uri="http://schemas.openxmlformats.org/presentationml/2006/ole">
            <mc:AlternateContent xmlns:mc="http://schemas.openxmlformats.org/markup-compatibility/2006">
              <mc:Choice xmlns:v="urn:schemas-microsoft-com:vml" Requires="v">
                <p:oleObj name="Equation" r:id="rId2" imgW="3898800" imgH="330120" progId="Equation.DSMT4">
                  <p:embed/>
                </p:oleObj>
              </mc:Choice>
              <mc:Fallback>
                <p:oleObj name="Equation" r:id="rId2" imgW="3898800" imgH="330120" progId="Equation.DSMT4">
                  <p:embed/>
                  <p:pic>
                    <p:nvPicPr>
                      <p:cNvPr id="0" name=""/>
                      <p:cNvPicPr/>
                      <p:nvPr/>
                    </p:nvPicPr>
                    <p:blipFill>
                      <a:blip r:embed="rId3"/>
                      <a:stretch>
                        <a:fillRect/>
                      </a:stretch>
                    </p:blipFill>
                    <p:spPr>
                      <a:xfrm>
                        <a:off x="1714000" y="2227673"/>
                        <a:ext cx="4950571" cy="419266"/>
                      </a:xfrm>
                      <a:prstGeom prst="rect">
                        <a:avLst/>
                      </a:prstGeom>
                    </p:spPr>
                  </p:pic>
                </p:oleObj>
              </mc:Fallback>
            </mc:AlternateContent>
          </a:graphicData>
        </a:graphic>
      </p:graphicFrame>
      <p:sp>
        <p:nvSpPr>
          <p:cNvPr id="5" name="Content Placeholder 4">
            <a:extLst>
              <a:ext uri="{FF2B5EF4-FFF2-40B4-BE49-F238E27FC236}">
                <a16:creationId xmlns:a16="http://schemas.microsoft.com/office/drawing/2014/main" id="{EE4594C0-84AB-491A-A6FF-34E1C94A2F85}"/>
              </a:ext>
            </a:extLst>
          </p:cNvPr>
          <p:cNvSpPr>
            <a:spLocks noGrp="1"/>
          </p:cNvSpPr>
          <p:nvPr>
            <p:ph sz="quarter" idx="15"/>
          </p:nvPr>
        </p:nvSpPr>
        <p:spPr>
          <a:xfrm>
            <a:off x="342900" y="2831998"/>
            <a:ext cx="8196748" cy="1704833"/>
          </a:xfrm>
        </p:spPr>
        <p:txBody>
          <a:bodyPr/>
          <a:lstStyle/>
          <a:p>
            <a:pPr marL="457200" indent="-457200"/>
            <a:r>
              <a:rPr lang="en-US" dirty="0"/>
              <a:t>(a) Sketch a simple box plot (5-number summary without fences) using a nicely scaled </a:t>
            </a:r>
            <a:r>
              <a:rPr lang="en-US" i="1" dirty="0"/>
              <a:t>X</a:t>
            </a:r>
            <a:r>
              <a:rPr lang="en-US" dirty="0"/>
              <a:t>-axis.</a:t>
            </a:r>
          </a:p>
          <a:p>
            <a:pPr marL="569913" indent="-569913"/>
            <a:r>
              <a:rPr lang="en-US" dirty="0"/>
              <a:t>(b) Describe its shape (skewed left, symmetric, skewed right).</a:t>
            </a:r>
          </a:p>
        </p:txBody>
      </p:sp>
      <p:sp>
        <p:nvSpPr>
          <p:cNvPr id="10" name="Slide Number Placeholder 9"/>
          <p:cNvSpPr>
            <a:spLocks noGrp="1"/>
          </p:cNvSpPr>
          <p:nvPr>
            <p:ph type="sldNum" sz="quarter" idx="10"/>
          </p:nvPr>
        </p:nvSpPr>
        <p:spPr/>
        <p:txBody>
          <a:bodyPr/>
          <a:lstStyle/>
          <a:p>
            <a:fld id="{68151E55-6873-49E2-B8D5-2F265E6F1973}" type="slidenum">
              <a:rPr lang="en-US" smtClean="0"/>
              <a:t>64</a:t>
            </a:fld>
            <a:endParaRPr lang="en-US" dirty="0"/>
          </a:p>
        </p:txBody>
      </p:sp>
    </p:spTree>
    <p:extLst>
      <p:ext uri="{BB962C8B-B14F-4D97-AF65-F5344CB8AC3E}">
        <p14:creationId xmlns:p14="http://schemas.microsoft.com/office/powerpoint/2010/main" val="16246583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IN" sz="3600" dirty="0"/>
              <a:t>Question 46</a:t>
            </a:r>
          </a:p>
        </p:txBody>
      </p:sp>
      <p:sp>
        <p:nvSpPr>
          <p:cNvPr id="9" name="Content Placeholder 2">
            <a:extLst>
              <a:ext uri="{FF2B5EF4-FFF2-40B4-BE49-F238E27FC236}">
                <a16:creationId xmlns:a16="http://schemas.microsoft.com/office/drawing/2014/main" id="{A086D5C4-3B17-C872-69F3-46E4BC364110}"/>
              </a:ext>
            </a:extLst>
          </p:cNvPr>
          <p:cNvSpPr>
            <a:spLocks noGrp="1"/>
          </p:cNvSpPr>
          <p:nvPr>
            <p:ph sz="quarter" idx="11"/>
          </p:nvPr>
        </p:nvSpPr>
        <p:spPr>
          <a:xfrm>
            <a:off x="8641652" y="60960"/>
            <a:ext cx="441388" cy="1676400"/>
          </a:xfrm>
        </p:spPr>
        <p:txBody>
          <a:bodyPr vert="vert" rIns="0"/>
          <a:lstStyle/>
          <a:p>
            <a:pPr marL="1025525" indent="-1025525"/>
            <a:r>
              <a:rPr lang="en-US" b="1" dirty="0"/>
              <a:t>L</a:t>
            </a:r>
            <a:r>
              <a:rPr lang="en-US" sz="100" b="1" dirty="0"/>
              <a:t> </a:t>
            </a:r>
            <a:r>
              <a:rPr lang="en-US" b="1" dirty="0"/>
              <a:t>O 4.7, 8</a:t>
            </a:r>
            <a:endParaRPr lang="en-IN" b="1" dirty="0"/>
          </a:p>
        </p:txBody>
      </p:sp>
      <p:sp>
        <p:nvSpPr>
          <p:cNvPr id="7" name="Content Placeholder 6"/>
          <p:cNvSpPr>
            <a:spLocks noGrp="1"/>
          </p:cNvSpPr>
          <p:nvPr>
            <p:ph sz="quarter" idx="14"/>
          </p:nvPr>
        </p:nvSpPr>
        <p:spPr>
          <a:xfrm>
            <a:off x="342900" y="1260476"/>
            <a:ext cx="8191500" cy="2840470"/>
          </a:xfrm>
        </p:spPr>
        <p:txBody>
          <a:bodyPr/>
          <a:lstStyle/>
          <a:p>
            <a:r>
              <a:rPr lang="en-US" dirty="0"/>
              <a:t>Citibank recorded the number of customers to use a downtown A</a:t>
            </a:r>
            <a:r>
              <a:rPr lang="en-US" sz="100" dirty="0"/>
              <a:t> </a:t>
            </a:r>
            <a:r>
              <a:rPr lang="en-US" dirty="0"/>
              <a:t>T</a:t>
            </a:r>
            <a:r>
              <a:rPr lang="en-US" sz="100" dirty="0"/>
              <a:t> </a:t>
            </a:r>
            <a:r>
              <a:rPr lang="en-US" dirty="0"/>
              <a:t>M during the noon hour on 32 consecutive workdays.</a:t>
            </a:r>
          </a:p>
          <a:p>
            <a:pPr marL="569913" indent="-569913"/>
            <a:r>
              <a:rPr lang="en-US" dirty="0"/>
              <a:t>(a) Use Excel to find the quartiles. What do they tell you?</a:t>
            </a:r>
          </a:p>
          <a:p>
            <a:pPr marL="569913" indent="-569913"/>
            <a:r>
              <a:rPr lang="en-US" dirty="0"/>
              <a:t>(b) Find the </a:t>
            </a:r>
            <a:r>
              <a:rPr lang="en-US" dirty="0" err="1"/>
              <a:t>midhinge</a:t>
            </a:r>
            <a:r>
              <a:rPr lang="en-US" dirty="0"/>
              <a:t>. What does it tell you?</a:t>
            </a:r>
          </a:p>
          <a:p>
            <a:pPr marL="569913" indent="-569913"/>
            <a:r>
              <a:rPr lang="en-US" dirty="0"/>
              <a:t>(c) Make a box plot and interpret it. </a:t>
            </a:r>
            <a:r>
              <a:rPr lang="en-US" b="1" dirty="0"/>
              <a:t>Citibank File</a:t>
            </a:r>
            <a:r>
              <a:rPr lang="en-US" dirty="0"/>
              <a:t>.</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3094248096"/>
              </p:ext>
            </p:extLst>
          </p:nvPr>
        </p:nvGraphicFramePr>
        <p:xfrm>
          <a:off x="1273226" y="4422137"/>
          <a:ext cx="6330848" cy="1483360"/>
        </p:xfrm>
        <a:graphic>
          <a:graphicData uri="http://schemas.openxmlformats.org/drawingml/2006/table">
            <a:tbl>
              <a:tblPr firstRow="1" bandRow="1">
                <a:tableStyleId>{2D5ABB26-0587-4C30-8999-92F81FD0307C}</a:tableStyleId>
              </a:tblPr>
              <a:tblGrid>
                <a:gridCol w="791356">
                  <a:extLst>
                    <a:ext uri="{9D8B030D-6E8A-4147-A177-3AD203B41FA5}">
                      <a16:colId xmlns:a16="http://schemas.microsoft.com/office/drawing/2014/main" val="2160922422"/>
                    </a:ext>
                  </a:extLst>
                </a:gridCol>
                <a:gridCol w="791356">
                  <a:extLst>
                    <a:ext uri="{9D8B030D-6E8A-4147-A177-3AD203B41FA5}">
                      <a16:colId xmlns:a16="http://schemas.microsoft.com/office/drawing/2014/main" val="1327476849"/>
                    </a:ext>
                  </a:extLst>
                </a:gridCol>
                <a:gridCol w="791356">
                  <a:extLst>
                    <a:ext uri="{9D8B030D-6E8A-4147-A177-3AD203B41FA5}">
                      <a16:colId xmlns:a16="http://schemas.microsoft.com/office/drawing/2014/main" val="820708811"/>
                    </a:ext>
                  </a:extLst>
                </a:gridCol>
                <a:gridCol w="791356">
                  <a:extLst>
                    <a:ext uri="{9D8B030D-6E8A-4147-A177-3AD203B41FA5}">
                      <a16:colId xmlns:a16="http://schemas.microsoft.com/office/drawing/2014/main" val="2882978073"/>
                    </a:ext>
                  </a:extLst>
                </a:gridCol>
                <a:gridCol w="791356">
                  <a:extLst>
                    <a:ext uri="{9D8B030D-6E8A-4147-A177-3AD203B41FA5}">
                      <a16:colId xmlns:a16="http://schemas.microsoft.com/office/drawing/2014/main" val="1894446956"/>
                    </a:ext>
                  </a:extLst>
                </a:gridCol>
                <a:gridCol w="791356">
                  <a:extLst>
                    <a:ext uri="{9D8B030D-6E8A-4147-A177-3AD203B41FA5}">
                      <a16:colId xmlns:a16="http://schemas.microsoft.com/office/drawing/2014/main" val="2137598905"/>
                    </a:ext>
                  </a:extLst>
                </a:gridCol>
                <a:gridCol w="791356">
                  <a:extLst>
                    <a:ext uri="{9D8B030D-6E8A-4147-A177-3AD203B41FA5}">
                      <a16:colId xmlns:a16="http://schemas.microsoft.com/office/drawing/2014/main" val="1639600601"/>
                    </a:ext>
                  </a:extLst>
                </a:gridCol>
                <a:gridCol w="791356">
                  <a:extLst>
                    <a:ext uri="{9D8B030D-6E8A-4147-A177-3AD203B41FA5}">
                      <a16:colId xmlns:a16="http://schemas.microsoft.com/office/drawing/2014/main" val="3521620175"/>
                    </a:ext>
                  </a:extLst>
                </a:gridCol>
              </a:tblGrid>
              <a:tr h="370840">
                <a:tc>
                  <a:txBody>
                    <a:bodyPr/>
                    <a:lstStyle/>
                    <a:p>
                      <a:pPr algn="ctr"/>
                      <a:r>
                        <a:rPr lang="en-US" dirty="0"/>
                        <a:t>25</a:t>
                      </a:r>
                    </a:p>
                  </a:txBody>
                  <a:tcPr/>
                </a:tc>
                <a:tc>
                  <a:txBody>
                    <a:bodyPr/>
                    <a:lstStyle/>
                    <a:p>
                      <a:pPr algn="ctr"/>
                      <a:r>
                        <a:rPr lang="en-US" dirty="0"/>
                        <a:t>37</a:t>
                      </a:r>
                    </a:p>
                  </a:txBody>
                  <a:tcPr/>
                </a:tc>
                <a:tc>
                  <a:txBody>
                    <a:bodyPr/>
                    <a:lstStyle/>
                    <a:p>
                      <a:pPr algn="ctr"/>
                      <a:r>
                        <a:rPr lang="en-US" dirty="0"/>
                        <a:t>23</a:t>
                      </a:r>
                    </a:p>
                  </a:txBody>
                  <a:tcPr/>
                </a:tc>
                <a:tc>
                  <a:txBody>
                    <a:bodyPr/>
                    <a:lstStyle/>
                    <a:p>
                      <a:pPr algn="ctr"/>
                      <a:r>
                        <a:rPr lang="en-US" dirty="0"/>
                        <a:t>26</a:t>
                      </a:r>
                    </a:p>
                  </a:txBody>
                  <a:tcPr/>
                </a:tc>
                <a:tc>
                  <a:txBody>
                    <a:bodyPr/>
                    <a:lstStyle/>
                    <a:p>
                      <a:pPr algn="ctr"/>
                      <a:r>
                        <a:rPr lang="en-US" dirty="0"/>
                        <a:t>30</a:t>
                      </a:r>
                    </a:p>
                  </a:txBody>
                  <a:tcPr/>
                </a:tc>
                <a:tc>
                  <a:txBody>
                    <a:bodyPr/>
                    <a:lstStyle/>
                    <a:p>
                      <a:pPr algn="ctr"/>
                      <a:r>
                        <a:rPr lang="en-US" dirty="0"/>
                        <a:t>40</a:t>
                      </a:r>
                    </a:p>
                  </a:txBody>
                  <a:tcPr/>
                </a:tc>
                <a:tc>
                  <a:txBody>
                    <a:bodyPr/>
                    <a:lstStyle/>
                    <a:p>
                      <a:pPr algn="ctr"/>
                      <a:r>
                        <a:rPr lang="en-US" dirty="0"/>
                        <a:t>25</a:t>
                      </a:r>
                    </a:p>
                  </a:txBody>
                  <a:tcPr/>
                </a:tc>
                <a:tc>
                  <a:txBody>
                    <a:bodyPr/>
                    <a:lstStyle/>
                    <a:p>
                      <a:pPr algn="ctr"/>
                      <a:r>
                        <a:rPr lang="en-US" dirty="0"/>
                        <a:t>26</a:t>
                      </a:r>
                    </a:p>
                  </a:txBody>
                  <a:tcPr/>
                </a:tc>
                <a:extLst>
                  <a:ext uri="{0D108BD9-81ED-4DB2-BD59-A6C34878D82A}">
                    <a16:rowId xmlns:a16="http://schemas.microsoft.com/office/drawing/2014/main" val="1548214716"/>
                  </a:ext>
                </a:extLst>
              </a:tr>
              <a:tr h="370840">
                <a:tc>
                  <a:txBody>
                    <a:bodyPr/>
                    <a:lstStyle/>
                    <a:p>
                      <a:pPr algn="ctr"/>
                      <a:r>
                        <a:rPr lang="en-US" dirty="0"/>
                        <a:t>39</a:t>
                      </a:r>
                    </a:p>
                  </a:txBody>
                  <a:tcPr/>
                </a:tc>
                <a:tc>
                  <a:txBody>
                    <a:bodyPr/>
                    <a:lstStyle/>
                    <a:p>
                      <a:pPr algn="ctr"/>
                      <a:r>
                        <a:rPr lang="en-US" dirty="0"/>
                        <a:t>32</a:t>
                      </a:r>
                    </a:p>
                  </a:txBody>
                  <a:tcPr/>
                </a:tc>
                <a:tc>
                  <a:txBody>
                    <a:bodyPr/>
                    <a:lstStyle/>
                    <a:p>
                      <a:pPr algn="ctr"/>
                      <a:r>
                        <a:rPr lang="en-US" dirty="0"/>
                        <a:t>21</a:t>
                      </a:r>
                    </a:p>
                  </a:txBody>
                  <a:tcPr/>
                </a:tc>
                <a:tc>
                  <a:txBody>
                    <a:bodyPr/>
                    <a:lstStyle/>
                    <a:p>
                      <a:pPr algn="ctr"/>
                      <a:r>
                        <a:rPr lang="en-US" dirty="0"/>
                        <a:t>26</a:t>
                      </a:r>
                    </a:p>
                  </a:txBody>
                  <a:tcPr/>
                </a:tc>
                <a:tc>
                  <a:txBody>
                    <a:bodyPr/>
                    <a:lstStyle/>
                    <a:p>
                      <a:pPr algn="ctr"/>
                      <a:r>
                        <a:rPr lang="en-US" dirty="0"/>
                        <a:t>19</a:t>
                      </a:r>
                    </a:p>
                  </a:txBody>
                  <a:tcPr/>
                </a:tc>
                <a:tc>
                  <a:txBody>
                    <a:bodyPr/>
                    <a:lstStyle/>
                    <a:p>
                      <a:pPr algn="ctr"/>
                      <a:r>
                        <a:rPr lang="en-US" dirty="0"/>
                        <a:t>27</a:t>
                      </a:r>
                    </a:p>
                  </a:txBody>
                  <a:tcPr/>
                </a:tc>
                <a:tc>
                  <a:txBody>
                    <a:bodyPr/>
                    <a:lstStyle/>
                    <a:p>
                      <a:pPr algn="ctr"/>
                      <a:r>
                        <a:rPr lang="en-US" dirty="0"/>
                        <a:t>32</a:t>
                      </a:r>
                    </a:p>
                  </a:txBody>
                  <a:tcPr/>
                </a:tc>
                <a:tc>
                  <a:txBody>
                    <a:bodyPr/>
                    <a:lstStyle/>
                    <a:p>
                      <a:pPr algn="ctr"/>
                      <a:r>
                        <a:rPr lang="en-US" dirty="0"/>
                        <a:t>25</a:t>
                      </a:r>
                    </a:p>
                  </a:txBody>
                  <a:tcPr/>
                </a:tc>
                <a:extLst>
                  <a:ext uri="{0D108BD9-81ED-4DB2-BD59-A6C34878D82A}">
                    <a16:rowId xmlns:a16="http://schemas.microsoft.com/office/drawing/2014/main" val="2938863662"/>
                  </a:ext>
                </a:extLst>
              </a:tr>
              <a:tr h="370840">
                <a:tc>
                  <a:txBody>
                    <a:bodyPr/>
                    <a:lstStyle/>
                    <a:p>
                      <a:pPr algn="ctr"/>
                      <a:r>
                        <a:rPr lang="en-US" dirty="0"/>
                        <a:t>18</a:t>
                      </a:r>
                    </a:p>
                  </a:txBody>
                  <a:tcPr/>
                </a:tc>
                <a:tc>
                  <a:txBody>
                    <a:bodyPr/>
                    <a:lstStyle/>
                    <a:p>
                      <a:pPr algn="ctr"/>
                      <a:r>
                        <a:rPr lang="en-US" dirty="0"/>
                        <a:t>26</a:t>
                      </a:r>
                    </a:p>
                  </a:txBody>
                  <a:tcPr/>
                </a:tc>
                <a:tc>
                  <a:txBody>
                    <a:bodyPr/>
                    <a:lstStyle/>
                    <a:p>
                      <a:pPr algn="ctr"/>
                      <a:r>
                        <a:rPr lang="en-US" dirty="0"/>
                        <a:t>34</a:t>
                      </a:r>
                    </a:p>
                  </a:txBody>
                  <a:tcPr/>
                </a:tc>
                <a:tc>
                  <a:txBody>
                    <a:bodyPr/>
                    <a:lstStyle/>
                    <a:p>
                      <a:pPr algn="ctr"/>
                      <a:r>
                        <a:rPr lang="en-US" dirty="0"/>
                        <a:t>18</a:t>
                      </a:r>
                    </a:p>
                  </a:txBody>
                  <a:tcPr/>
                </a:tc>
                <a:tc>
                  <a:txBody>
                    <a:bodyPr/>
                    <a:lstStyle/>
                    <a:p>
                      <a:pPr algn="ctr"/>
                      <a:r>
                        <a:rPr lang="en-US" dirty="0"/>
                        <a:t>31</a:t>
                      </a:r>
                    </a:p>
                  </a:txBody>
                  <a:tcPr/>
                </a:tc>
                <a:tc>
                  <a:txBody>
                    <a:bodyPr/>
                    <a:lstStyle/>
                    <a:p>
                      <a:pPr algn="ctr"/>
                      <a:r>
                        <a:rPr lang="en-US" dirty="0"/>
                        <a:t>35</a:t>
                      </a:r>
                    </a:p>
                  </a:txBody>
                  <a:tcPr/>
                </a:tc>
                <a:tc>
                  <a:txBody>
                    <a:bodyPr/>
                    <a:lstStyle/>
                    <a:p>
                      <a:pPr algn="ctr"/>
                      <a:r>
                        <a:rPr lang="en-US" dirty="0"/>
                        <a:t>21</a:t>
                      </a:r>
                    </a:p>
                  </a:txBody>
                  <a:tcPr/>
                </a:tc>
                <a:tc>
                  <a:txBody>
                    <a:bodyPr/>
                    <a:lstStyle/>
                    <a:p>
                      <a:pPr algn="ctr"/>
                      <a:r>
                        <a:rPr lang="en-US" dirty="0"/>
                        <a:t>33</a:t>
                      </a:r>
                    </a:p>
                  </a:txBody>
                  <a:tcPr/>
                </a:tc>
                <a:extLst>
                  <a:ext uri="{0D108BD9-81ED-4DB2-BD59-A6C34878D82A}">
                    <a16:rowId xmlns:a16="http://schemas.microsoft.com/office/drawing/2014/main" val="741462236"/>
                  </a:ext>
                </a:extLst>
              </a:tr>
              <a:tr h="370840">
                <a:tc>
                  <a:txBody>
                    <a:bodyPr/>
                    <a:lstStyle/>
                    <a:p>
                      <a:pPr algn="ctr"/>
                      <a:r>
                        <a:rPr lang="en-US" dirty="0"/>
                        <a:t>33</a:t>
                      </a:r>
                    </a:p>
                  </a:txBody>
                  <a:tcPr/>
                </a:tc>
                <a:tc>
                  <a:txBody>
                    <a:bodyPr/>
                    <a:lstStyle/>
                    <a:p>
                      <a:pPr marL="120650" indent="0" algn="ctr"/>
                      <a:r>
                        <a:rPr lang="en-US" dirty="0"/>
                        <a:t>9</a:t>
                      </a:r>
                    </a:p>
                  </a:txBody>
                  <a:tcPr/>
                </a:tc>
                <a:tc>
                  <a:txBody>
                    <a:bodyPr/>
                    <a:lstStyle/>
                    <a:p>
                      <a:pPr algn="ctr"/>
                      <a:r>
                        <a:rPr lang="en-US" dirty="0"/>
                        <a:t>16</a:t>
                      </a:r>
                    </a:p>
                  </a:txBody>
                  <a:tcPr/>
                </a:tc>
                <a:tc>
                  <a:txBody>
                    <a:bodyPr/>
                    <a:lstStyle/>
                    <a:p>
                      <a:pPr algn="ctr"/>
                      <a:r>
                        <a:rPr lang="en-US" dirty="0"/>
                        <a:t>32</a:t>
                      </a:r>
                    </a:p>
                  </a:txBody>
                  <a:tcPr/>
                </a:tc>
                <a:tc>
                  <a:txBody>
                    <a:bodyPr/>
                    <a:lstStyle/>
                    <a:p>
                      <a:pPr algn="ctr"/>
                      <a:r>
                        <a:rPr lang="en-US" dirty="0"/>
                        <a:t>35</a:t>
                      </a:r>
                    </a:p>
                  </a:txBody>
                  <a:tcPr/>
                </a:tc>
                <a:tc>
                  <a:txBody>
                    <a:bodyPr/>
                    <a:lstStyle/>
                    <a:p>
                      <a:pPr algn="ctr"/>
                      <a:r>
                        <a:rPr lang="en-US" dirty="0"/>
                        <a:t>42</a:t>
                      </a:r>
                    </a:p>
                  </a:txBody>
                  <a:tcPr/>
                </a:tc>
                <a:tc>
                  <a:txBody>
                    <a:bodyPr/>
                    <a:lstStyle/>
                    <a:p>
                      <a:pPr algn="ctr"/>
                      <a:r>
                        <a:rPr lang="en-US" dirty="0"/>
                        <a:t>15</a:t>
                      </a:r>
                    </a:p>
                  </a:txBody>
                  <a:tcPr/>
                </a:tc>
                <a:tc>
                  <a:txBody>
                    <a:bodyPr/>
                    <a:lstStyle/>
                    <a:p>
                      <a:pPr algn="ctr"/>
                      <a:r>
                        <a:rPr lang="en-US" dirty="0"/>
                        <a:t>24</a:t>
                      </a:r>
                    </a:p>
                  </a:txBody>
                  <a:tcPr/>
                </a:tc>
                <a:extLst>
                  <a:ext uri="{0D108BD9-81ED-4DB2-BD59-A6C34878D82A}">
                    <a16:rowId xmlns:a16="http://schemas.microsoft.com/office/drawing/2014/main" val="513210433"/>
                  </a:ext>
                </a:extLst>
              </a:tr>
            </a:tbl>
          </a:graphicData>
        </a:graphic>
      </p:graphicFrame>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65</a:t>
            </a:fld>
            <a:endParaRPr lang="en-US" dirty="0"/>
          </a:p>
        </p:txBody>
      </p:sp>
    </p:spTree>
    <p:extLst>
      <p:ext uri="{BB962C8B-B14F-4D97-AF65-F5344CB8AC3E}">
        <p14:creationId xmlns:p14="http://schemas.microsoft.com/office/powerpoint/2010/main" val="25000578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IN" sz="3600" dirty="0"/>
              <a:t>Question 49</a:t>
            </a:r>
          </a:p>
        </p:txBody>
      </p:sp>
      <p:sp>
        <p:nvSpPr>
          <p:cNvPr id="8" name="Content Placeholder 2">
            <a:extLst>
              <a:ext uri="{FF2B5EF4-FFF2-40B4-BE49-F238E27FC236}">
                <a16:creationId xmlns:a16="http://schemas.microsoft.com/office/drawing/2014/main" id="{7002763A-0A5E-D7A1-6962-497DA2AF2D22}"/>
              </a:ext>
            </a:extLst>
          </p:cNvPr>
          <p:cNvSpPr>
            <a:spLocks noGrp="1"/>
          </p:cNvSpPr>
          <p:nvPr>
            <p:ph sz="quarter" idx="11"/>
          </p:nvPr>
        </p:nvSpPr>
        <p:spPr>
          <a:xfrm>
            <a:off x="8641652" y="60960"/>
            <a:ext cx="441388" cy="1310640"/>
          </a:xfrm>
        </p:spPr>
        <p:txBody>
          <a:bodyPr vert="vert" rIns="0"/>
          <a:lstStyle/>
          <a:p>
            <a:r>
              <a:rPr lang="en-US" b="1" dirty="0"/>
              <a:t>L</a:t>
            </a:r>
            <a:r>
              <a:rPr lang="en-US" sz="100" b="1" dirty="0"/>
              <a:t> </a:t>
            </a:r>
            <a:r>
              <a:rPr lang="en-US" b="1" dirty="0"/>
              <a:t>O 4.9</a:t>
            </a:r>
          </a:p>
        </p:txBody>
      </p:sp>
      <p:sp>
        <p:nvSpPr>
          <p:cNvPr id="7" name="Content Placeholder 6"/>
          <p:cNvSpPr>
            <a:spLocks noGrp="1"/>
          </p:cNvSpPr>
          <p:nvPr>
            <p:ph sz="quarter" idx="14"/>
          </p:nvPr>
        </p:nvSpPr>
        <p:spPr>
          <a:xfrm>
            <a:off x="342900" y="1260475"/>
            <a:ext cx="8191500" cy="4987925"/>
          </a:xfrm>
        </p:spPr>
        <p:txBody>
          <a:bodyPr/>
          <a:lstStyle/>
          <a:p>
            <a:r>
              <a:rPr lang="en-US" dirty="0"/>
              <a:t>Closing prices of two stocks are recorded for 50 trading days. The sample standard deviation of stock </a:t>
            </a:r>
            <a:r>
              <a:rPr lang="en-US" i="1" dirty="0"/>
              <a:t>X</a:t>
            </a:r>
            <a:r>
              <a:rPr lang="en-US" dirty="0"/>
              <a:t> is 4.638, and the sample standard deviation of stock </a:t>
            </a:r>
            <a:r>
              <a:rPr lang="en-US" i="1" dirty="0"/>
              <a:t>Y</a:t>
            </a:r>
            <a:r>
              <a:rPr lang="en-US" dirty="0"/>
              <a:t> is 9.084. The sample covariance is −36.111.</a:t>
            </a:r>
          </a:p>
          <a:p>
            <a:pPr marL="569913" indent="-569913"/>
            <a:r>
              <a:rPr lang="en-US" dirty="0"/>
              <a:t>(a) Calculate the sample correlation coefficient.</a:t>
            </a:r>
          </a:p>
          <a:p>
            <a:pPr marL="457200" indent="-457200"/>
            <a:r>
              <a:rPr lang="en-US" dirty="0"/>
              <a:t>(b) Describe the relationship between prices of these two stocks.</a:t>
            </a:r>
            <a:endParaRPr lang="en-IN" dirty="0"/>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66</a:t>
            </a:fld>
            <a:endParaRPr lang="en-US" dirty="0"/>
          </a:p>
        </p:txBody>
      </p:sp>
    </p:spTree>
    <p:extLst>
      <p:ext uri="{BB962C8B-B14F-4D97-AF65-F5344CB8AC3E}">
        <p14:creationId xmlns:p14="http://schemas.microsoft.com/office/powerpoint/2010/main" val="3554371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IN" sz="3600" dirty="0"/>
              <a:t>Question 52</a:t>
            </a:r>
          </a:p>
        </p:txBody>
      </p:sp>
      <p:sp>
        <p:nvSpPr>
          <p:cNvPr id="9" name="Content Placeholder 2">
            <a:extLst>
              <a:ext uri="{FF2B5EF4-FFF2-40B4-BE49-F238E27FC236}">
                <a16:creationId xmlns:a16="http://schemas.microsoft.com/office/drawing/2014/main" id="{41BFD541-1038-0766-010E-A173F5C0981E}"/>
              </a:ext>
            </a:extLst>
          </p:cNvPr>
          <p:cNvSpPr>
            <a:spLocks noGrp="1"/>
          </p:cNvSpPr>
          <p:nvPr>
            <p:ph sz="quarter" idx="11"/>
          </p:nvPr>
        </p:nvSpPr>
        <p:spPr>
          <a:xfrm>
            <a:off x="8641652" y="60960"/>
            <a:ext cx="441388" cy="1463040"/>
          </a:xfrm>
        </p:spPr>
        <p:txBody>
          <a:bodyPr vert="vert" rIns="0"/>
          <a:lstStyle/>
          <a:p>
            <a:r>
              <a:rPr lang="en-US" b="1" dirty="0"/>
              <a:t>L</a:t>
            </a:r>
            <a:r>
              <a:rPr lang="en-US" sz="100" b="1" dirty="0"/>
              <a:t> </a:t>
            </a:r>
            <a:r>
              <a:rPr lang="en-US" b="1" dirty="0"/>
              <a:t>O 4.10</a:t>
            </a:r>
          </a:p>
        </p:txBody>
      </p:sp>
      <p:sp>
        <p:nvSpPr>
          <p:cNvPr id="7" name="Content Placeholder 6"/>
          <p:cNvSpPr>
            <a:spLocks noGrp="1"/>
          </p:cNvSpPr>
          <p:nvPr>
            <p:ph sz="quarter" idx="14"/>
          </p:nvPr>
        </p:nvSpPr>
        <p:spPr>
          <a:xfrm>
            <a:off x="342900" y="1260476"/>
            <a:ext cx="8191500" cy="903232"/>
          </a:xfrm>
        </p:spPr>
        <p:txBody>
          <a:bodyPr/>
          <a:lstStyle/>
          <a:p>
            <a:r>
              <a:rPr lang="en-US" dirty="0"/>
              <a:t>Estimate the mean from this table of grouped data and frequencies.</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2269336961"/>
              </p:ext>
            </p:extLst>
          </p:nvPr>
        </p:nvGraphicFramePr>
        <p:xfrm>
          <a:off x="2198557" y="2461300"/>
          <a:ext cx="4876800" cy="222504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904005908"/>
                    </a:ext>
                  </a:extLst>
                </a:gridCol>
                <a:gridCol w="1219200">
                  <a:extLst>
                    <a:ext uri="{9D8B030D-6E8A-4147-A177-3AD203B41FA5}">
                      <a16:colId xmlns:a16="http://schemas.microsoft.com/office/drawing/2014/main" val="2679795044"/>
                    </a:ext>
                  </a:extLst>
                </a:gridCol>
                <a:gridCol w="1219200">
                  <a:extLst>
                    <a:ext uri="{9D8B030D-6E8A-4147-A177-3AD203B41FA5}">
                      <a16:colId xmlns:a16="http://schemas.microsoft.com/office/drawing/2014/main" val="4217499231"/>
                    </a:ext>
                  </a:extLst>
                </a:gridCol>
                <a:gridCol w="1219200">
                  <a:extLst>
                    <a:ext uri="{9D8B030D-6E8A-4147-A177-3AD203B41FA5}">
                      <a16:colId xmlns:a16="http://schemas.microsoft.com/office/drawing/2014/main" val="3493892120"/>
                    </a:ext>
                  </a:extLst>
                </a:gridCol>
              </a:tblGrid>
              <a:tr h="370840">
                <a:tc>
                  <a:txBody>
                    <a:bodyPr/>
                    <a:lstStyle/>
                    <a:p>
                      <a:pPr algn="ctr"/>
                      <a:r>
                        <a:rPr lang="en-US" i="1" dirty="0"/>
                        <a:t>From</a:t>
                      </a:r>
                    </a:p>
                  </a:txBody>
                  <a:tcPr>
                    <a:solidFill>
                      <a:srgbClr val="C00000"/>
                    </a:solidFill>
                  </a:tcPr>
                </a:tc>
                <a:tc>
                  <a:txBody>
                    <a:bodyPr/>
                    <a:lstStyle/>
                    <a:p>
                      <a:pPr algn="ctr"/>
                      <a:endParaRPr lang="en-US" i="1" dirty="0"/>
                    </a:p>
                  </a:txBody>
                  <a:tcPr>
                    <a:solidFill>
                      <a:srgbClr val="C00000"/>
                    </a:solidFill>
                  </a:tcPr>
                </a:tc>
                <a:tc>
                  <a:txBody>
                    <a:bodyPr/>
                    <a:lstStyle/>
                    <a:p>
                      <a:pPr algn="ctr"/>
                      <a:r>
                        <a:rPr lang="en-US" i="1" dirty="0"/>
                        <a:t>To</a:t>
                      </a:r>
                    </a:p>
                  </a:txBody>
                  <a:tcPr>
                    <a:solidFill>
                      <a:srgbClr val="C00000"/>
                    </a:solidFill>
                  </a:tcPr>
                </a:tc>
                <a:tc>
                  <a:txBody>
                    <a:bodyPr/>
                    <a:lstStyle/>
                    <a:p>
                      <a:pPr algn="ctr"/>
                      <a:r>
                        <a:rPr lang="en-US" i="1" dirty="0"/>
                        <a:t>f</a:t>
                      </a:r>
                    </a:p>
                  </a:txBody>
                  <a:tcPr>
                    <a:solidFill>
                      <a:srgbClr val="C00000"/>
                    </a:solidFill>
                  </a:tcPr>
                </a:tc>
                <a:extLst>
                  <a:ext uri="{0D108BD9-81ED-4DB2-BD59-A6C34878D82A}">
                    <a16:rowId xmlns:a16="http://schemas.microsoft.com/office/drawing/2014/main" val="683089430"/>
                  </a:ext>
                </a:extLst>
              </a:tr>
              <a:tr h="370840">
                <a:tc>
                  <a:txBody>
                    <a:bodyPr/>
                    <a:lstStyle/>
                    <a:p>
                      <a:pPr marL="120650" indent="0" algn="ctr"/>
                      <a:r>
                        <a:rPr lang="en-US" dirty="0"/>
                        <a:t>0</a:t>
                      </a:r>
                    </a:p>
                  </a:txBody>
                  <a:tcPr/>
                </a:tc>
                <a:tc>
                  <a:txBody>
                    <a:bodyPr/>
                    <a:lstStyle/>
                    <a:p>
                      <a:pPr algn="ctr"/>
                      <a:r>
                        <a:rPr lang="en-US" dirty="0"/>
                        <a:t>&lt;</a:t>
                      </a:r>
                    </a:p>
                  </a:txBody>
                  <a:tcPr/>
                </a:tc>
                <a:tc>
                  <a:txBody>
                    <a:bodyPr/>
                    <a:lstStyle/>
                    <a:p>
                      <a:pPr algn="ctr"/>
                      <a:r>
                        <a:rPr lang="en-US" dirty="0"/>
                        <a:t>20</a:t>
                      </a:r>
                    </a:p>
                  </a:txBody>
                  <a:tcPr/>
                </a:tc>
                <a:tc>
                  <a:txBody>
                    <a:bodyPr/>
                    <a:lstStyle/>
                    <a:p>
                      <a:pPr marL="120650" indent="0" algn="ctr"/>
                      <a:r>
                        <a:rPr lang="en-US" dirty="0"/>
                        <a:t>5</a:t>
                      </a:r>
                    </a:p>
                  </a:txBody>
                  <a:tcPr/>
                </a:tc>
                <a:extLst>
                  <a:ext uri="{0D108BD9-81ED-4DB2-BD59-A6C34878D82A}">
                    <a16:rowId xmlns:a16="http://schemas.microsoft.com/office/drawing/2014/main" val="1485297583"/>
                  </a:ext>
                </a:extLst>
              </a:tr>
              <a:tr h="370840">
                <a:tc>
                  <a:txBody>
                    <a:bodyPr/>
                    <a:lstStyle/>
                    <a:p>
                      <a:pPr algn="ctr"/>
                      <a:r>
                        <a:rPr lang="en-US" dirty="0"/>
                        <a:t>20</a:t>
                      </a:r>
                    </a:p>
                  </a:txBody>
                  <a:tcPr/>
                </a:tc>
                <a:tc>
                  <a:txBody>
                    <a:bodyPr/>
                    <a:lstStyle/>
                    <a:p>
                      <a:pPr algn="ctr"/>
                      <a:r>
                        <a:rPr lang="en-US" dirty="0"/>
                        <a:t>&lt;</a:t>
                      </a:r>
                    </a:p>
                  </a:txBody>
                  <a:tcPr/>
                </a:tc>
                <a:tc>
                  <a:txBody>
                    <a:bodyPr/>
                    <a:lstStyle/>
                    <a:p>
                      <a:pPr algn="ctr"/>
                      <a:r>
                        <a:rPr lang="en-US" dirty="0"/>
                        <a:t>40</a:t>
                      </a:r>
                    </a:p>
                  </a:txBody>
                  <a:tcPr/>
                </a:tc>
                <a:tc>
                  <a:txBody>
                    <a:bodyPr/>
                    <a:lstStyle/>
                    <a:p>
                      <a:pPr algn="ctr"/>
                      <a:r>
                        <a:rPr lang="en-US" dirty="0"/>
                        <a:t>12</a:t>
                      </a:r>
                    </a:p>
                  </a:txBody>
                  <a:tcPr/>
                </a:tc>
                <a:extLst>
                  <a:ext uri="{0D108BD9-81ED-4DB2-BD59-A6C34878D82A}">
                    <a16:rowId xmlns:a16="http://schemas.microsoft.com/office/drawing/2014/main" val="2895106452"/>
                  </a:ext>
                </a:extLst>
              </a:tr>
              <a:tr h="370840">
                <a:tc>
                  <a:txBody>
                    <a:bodyPr/>
                    <a:lstStyle/>
                    <a:p>
                      <a:pPr algn="ctr"/>
                      <a:r>
                        <a:rPr lang="en-US" dirty="0"/>
                        <a:t>40</a:t>
                      </a:r>
                    </a:p>
                  </a:txBody>
                  <a:tcPr/>
                </a:tc>
                <a:tc>
                  <a:txBody>
                    <a:bodyPr/>
                    <a:lstStyle/>
                    <a:p>
                      <a:pPr algn="ctr"/>
                      <a:r>
                        <a:rPr lang="en-US" dirty="0"/>
                        <a:t>&lt;</a:t>
                      </a:r>
                    </a:p>
                  </a:txBody>
                  <a:tcPr/>
                </a:tc>
                <a:tc>
                  <a:txBody>
                    <a:bodyPr/>
                    <a:lstStyle/>
                    <a:p>
                      <a:pPr algn="ctr"/>
                      <a:r>
                        <a:rPr lang="en-US" dirty="0"/>
                        <a:t>60</a:t>
                      </a:r>
                    </a:p>
                  </a:txBody>
                  <a:tcPr/>
                </a:tc>
                <a:tc>
                  <a:txBody>
                    <a:bodyPr/>
                    <a:lstStyle/>
                    <a:p>
                      <a:pPr algn="ctr"/>
                      <a:r>
                        <a:rPr lang="en-US" dirty="0"/>
                        <a:t>18</a:t>
                      </a:r>
                    </a:p>
                  </a:txBody>
                  <a:tcPr/>
                </a:tc>
                <a:extLst>
                  <a:ext uri="{0D108BD9-81ED-4DB2-BD59-A6C34878D82A}">
                    <a16:rowId xmlns:a16="http://schemas.microsoft.com/office/drawing/2014/main" val="592574993"/>
                  </a:ext>
                </a:extLst>
              </a:tr>
              <a:tr h="370840">
                <a:tc>
                  <a:txBody>
                    <a:bodyPr/>
                    <a:lstStyle/>
                    <a:p>
                      <a:pPr algn="ctr"/>
                      <a:r>
                        <a:rPr lang="en-US" dirty="0"/>
                        <a:t>60</a:t>
                      </a:r>
                    </a:p>
                  </a:txBody>
                  <a:tcPr/>
                </a:tc>
                <a:tc>
                  <a:txBody>
                    <a:bodyPr/>
                    <a:lstStyle/>
                    <a:p>
                      <a:pPr algn="ctr"/>
                      <a:r>
                        <a:rPr lang="en-US" dirty="0"/>
                        <a:t>&lt;</a:t>
                      </a:r>
                    </a:p>
                  </a:txBody>
                  <a:tcPr/>
                </a:tc>
                <a:tc>
                  <a:txBody>
                    <a:bodyPr/>
                    <a:lstStyle/>
                    <a:p>
                      <a:pPr algn="ctr"/>
                      <a:r>
                        <a:rPr lang="en-US" dirty="0"/>
                        <a:t>80</a:t>
                      </a:r>
                    </a:p>
                  </a:txBody>
                  <a:tcPr/>
                </a:tc>
                <a:tc>
                  <a:txBody>
                    <a:bodyPr/>
                    <a:lstStyle/>
                    <a:p>
                      <a:pPr marL="120650" indent="0" algn="ctr"/>
                      <a:r>
                        <a:rPr lang="en-US" dirty="0"/>
                        <a:t>9</a:t>
                      </a:r>
                    </a:p>
                  </a:txBody>
                  <a:tcPr/>
                </a:tc>
                <a:extLst>
                  <a:ext uri="{0D108BD9-81ED-4DB2-BD59-A6C34878D82A}">
                    <a16:rowId xmlns:a16="http://schemas.microsoft.com/office/drawing/2014/main" val="2340719724"/>
                  </a:ext>
                </a:extLst>
              </a:tr>
              <a:tr h="370840">
                <a:tc>
                  <a:txBody>
                    <a:bodyPr/>
                    <a:lstStyle/>
                    <a:p>
                      <a:pPr algn="ctr"/>
                      <a:endParaRPr lang="en-US" dirty="0"/>
                    </a:p>
                  </a:txBody>
                  <a:tcPr/>
                </a:tc>
                <a:tc>
                  <a:txBody>
                    <a:bodyPr/>
                    <a:lstStyle/>
                    <a:p>
                      <a:pPr algn="ctr"/>
                      <a:endParaRPr lang="en-US" dirty="0"/>
                    </a:p>
                  </a:txBody>
                  <a:tcPr/>
                </a:tc>
                <a:tc>
                  <a:txBody>
                    <a:bodyPr/>
                    <a:lstStyle/>
                    <a:p>
                      <a:pPr algn="ctr"/>
                      <a:r>
                        <a:rPr lang="en-US" dirty="0"/>
                        <a:t>Total</a:t>
                      </a:r>
                    </a:p>
                  </a:txBody>
                  <a:tcPr/>
                </a:tc>
                <a:tc>
                  <a:txBody>
                    <a:bodyPr/>
                    <a:lstStyle/>
                    <a:p>
                      <a:pPr algn="ctr"/>
                      <a:r>
                        <a:rPr lang="en-US" dirty="0"/>
                        <a:t>44</a:t>
                      </a:r>
                    </a:p>
                  </a:txBody>
                  <a:tcPr/>
                </a:tc>
                <a:extLst>
                  <a:ext uri="{0D108BD9-81ED-4DB2-BD59-A6C34878D82A}">
                    <a16:rowId xmlns:a16="http://schemas.microsoft.com/office/drawing/2014/main" val="2273528614"/>
                  </a:ext>
                </a:extLst>
              </a:tr>
            </a:tbl>
          </a:graphicData>
        </a:graphic>
      </p:graphicFrame>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67</a:t>
            </a:fld>
            <a:endParaRPr lang="en-US" dirty="0"/>
          </a:p>
        </p:txBody>
      </p:sp>
    </p:spTree>
    <p:extLst>
      <p:ext uri="{BB962C8B-B14F-4D97-AF65-F5344CB8AC3E}">
        <p14:creationId xmlns:p14="http://schemas.microsoft.com/office/powerpoint/2010/main" val="248444812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2813770"/>
            <a:ext cx="8458200" cy="798110"/>
          </a:xfrm>
        </p:spPr>
        <p:txBody>
          <a:bodyPr>
            <a:normAutofit/>
          </a:bodyPr>
          <a:lstStyle/>
          <a:p>
            <a:r>
              <a:rPr lang="en-US" dirty="0"/>
              <a:t>Chapter 4: Analytics in Action</a:t>
            </a:r>
            <a:endParaRPr lang="en-IN" dirty="0"/>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4"/>
          </p:nvPr>
        </p:nvSpPr>
        <p:spPr/>
        <p:txBody>
          <a:bodyPr/>
          <a:lstStyle/>
          <a:p>
            <a:fld id="{68151E55-6873-49E2-B8D5-2F265E6F1973}" type="slidenum">
              <a:rPr lang="en-US" smtClean="0"/>
              <a:pPr/>
              <a:t>68</a:t>
            </a:fld>
            <a:endParaRPr lang="en-US" dirty="0"/>
          </a:p>
        </p:txBody>
      </p:sp>
    </p:spTree>
    <p:extLst>
      <p:ext uri="{BB962C8B-B14F-4D97-AF65-F5344CB8AC3E}">
        <p14:creationId xmlns:p14="http://schemas.microsoft.com/office/powerpoint/2010/main" val="106353613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IN" sz="3600" dirty="0"/>
              <a:t>Analytics in Action </a:t>
            </a:r>
            <a:r>
              <a:rPr lang="en-IN" sz="1000" b="0" dirty="0"/>
              <a:t>1</a:t>
            </a:r>
          </a:p>
        </p:txBody>
      </p:sp>
      <p:sp>
        <p:nvSpPr>
          <p:cNvPr id="7" name="Content Placeholder 6"/>
          <p:cNvSpPr>
            <a:spLocks noGrp="1"/>
          </p:cNvSpPr>
          <p:nvPr>
            <p:ph sz="quarter" idx="14"/>
          </p:nvPr>
        </p:nvSpPr>
        <p:spPr>
          <a:xfrm>
            <a:off x="342900" y="1260475"/>
            <a:ext cx="8458200" cy="4987925"/>
          </a:xfrm>
        </p:spPr>
        <p:txBody>
          <a:bodyPr/>
          <a:lstStyle/>
          <a:p>
            <a:r>
              <a:rPr lang="en-US" sz="2000" b="1" dirty="0"/>
              <a:t>Future Job Titles:</a:t>
            </a:r>
          </a:p>
          <a:p>
            <a:r>
              <a:rPr lang="en-US" sz="2000" dirty="0"/>
              <a:t>The terms “data science” and “analytics” cover a lot of territory, but they rest on basic stuff that you are learning in this chapter: organizing and describing data succinctly to reveal their essential properties and potential relevance to specific problems or decisions. Here are some job titles you may soon encounter (for more ideas, see </a:t>
            </a:r>
            <a:r>
              <a:rPr lang="en-US" sz="2000" dirty="0">
                <a:hlinkClick r:id="rId2"/>
              </a:rPr>
              <a:t>www.datasciencecentral.com</a:t>
            </a:r>
            <a:r>
              <a:rPr lang="en-US" sz="2000" dirty="0"/>
              <a:t>).</a:t>
            </a:r>
          </a:p>
          <a:p>
            <a:r>
              <a:rPr lang="en-US" sz="2000" b="1" dirty="0"/>
              <a:t>Data Analyst:</a:t>
            </a:r>
          </a:p>
          <a:p>
            <a:r>
              <a:rPr lang="en-US" sz="2000" dirty="0"/>
              <a:t>The data analyst “scrubs” and analyzes data looking for potential bias or concerns about their quality. Then the data are examined to reveal the structure and essential features. This is a career starting point for many newly trained individuals.</a:t>
            </a:r>
            <a:endParaRPr lang="en-IN" sz="2000" dirty="0"/>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69</a:t>
            </a:fld>
            <a:endParaRPr lang="en-US" dirty="0"/>
          </a:p>
        </p:txBody>
      </p:sp>
    </p:spTree>
    <p:extLst>
      <p:ext uri="{BB962C8B-B14F-4D97-AF65-F5344CB8AC3E}">
        <p14:creationId xmlns:p14="http://schemas.microsoft.com/office/powerpoint/2010/main" val="219458035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IN" sz="3600" dirty="0"/>
              <a:t>Analytics in Action </a:t>
            </a:r>
            <a:r>
              <a:rPr lang="en-IN" sz="1000" b="0" dirty="0"/>
              <a:t>2</a:t>
            </a:r>
          </a:p>
        </p:txBody>
      </p:sp>
      <p:sp>
        <p:nvSpPr>
          <p:cNvPr id="7" name="Content Placeholder 6"/>
          <p:cNvSpPr>
            <a:spLocks noGrp="1"/>
          </p:cNvSpPr>
          <p:nvPr>
            <p:ph sz="quarter" idx="14"/>
          </p:nvPr>
        </p:nvSpPr>
        <p:spPr>
          <a:xfrm>
            <a:off x="342900" y="1260475"/>
            <a:ext cx="8458200" cy="4987925"/>
          </a:xfrm>
        </p:spPr>
        <p:txBody>
          <a:bodyPr/>
          <a:lstStyle/>
          <a:p>
            <a:r>
              <a:rPr lang="en-US" sz="2000" b="1" dirty="0"/>
              <a:t>Information Security Analyst:</a:t>
            </a:r>
          </a:p>
          <a:p>
            <a:r>
              <a:rPr lang="en-US" sz="2000" dirty="0"/>
              <a:t>Cyberattacks have brought applications in cybersecurity to the forefront of data analytics. The goal is to identify threats and predict their severity, using real-time data. Artificial intelligence and machine learning will play a role here. Collecting data underlies it all.</a:t>
            </a:r>
          </a:p>
          <a:p>
            <a:r>
              <a:rPr lang="en-US" sz="2000" b="1" dirty="0"/>
              <a:t>Data Engineer:</a:t>
            </a:r>
          </a:p>
          <a:p>
            <a:r>
              <a:rPr lang="en-US" sz="2000" dirty="0"/>
              <a:t>Innovative companies are constantly introducing new products and services. The focus of data engineering is on linking data science to the creation of business value, preventing problems, and working with teams to troubleshoot and find solutions for problems that have been identified from data about a company's products and services.</a:t>
            </a:r>
            <a:endParaRPr lang="en-IN" sz="2000" dirty="0"/>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70</a:t>
            </a:fld>
            <a:endParaRPr lang="en-US" dirty="0"/>
          </a:p>
        </p:txBody>
      </p:sp>
    </p:spTree>
    <p:extLst>
      <p:ext uri="{BB962C8B-B14F-4D97-AF65-F5344CB8AC3E}">
        <p14:creationId xmlns:p14="http://schemas.microsoft.com/office/powerpoint/2010/main" val="137120047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IN" sz="3600" dirty="0"/>
              <a:t>Analytics in Action </a:t>
            </a:r>
            <a:r>
              <a:rPr lang="en-IN" sz="1000" b="0" dirty="0"/>
              <a:t>3</a:t>
            </a:r>
          </a:p>
        </p:txBody>
      </p:sp>
      <p:sp>
        <p:nvSpPr>
          <p:cNvPr id="7" name="Content Placeholder 6"/>
          <p:cNvSpPr>
            <a:spLocks noGrp="1"/>
          </p:cNvSpPr>
          <p:nvPr>
            <p:ph sz="quarter" idx="14"/>
          </p:nvPr>
        </p:nvSpPr>
        <p:spPr>
          <a:xfrm>
            <a:off x="342900" y="1260475"/>
            <a:ext cx="8283511" cy="4987925"/>
          </a:xfrm>
        </p:spPr>
        <p:txBody>
          <a:bodyPr/>
          <a:lstStyle/>
          <a:p>
            <a:r>
              <a:rPr lang="en-US" sz="2000" b="1" dirty="0"/>
              <a:t>A</a:t>
            </a:r>
            <a:r>
              <a:rPr lang="en-US" sz="100" b="1" dirty="0"/>
              <a:t> </a:t>
            </a:r>
            <a:r>
              <a:rPr lang="en-US" sz="2000" b="1" dirty="0"/>
              <a:t>l Product Manager:</a:t>
            </a:r>
          </a:p>
          <a:p>
            <a:r>
              <a:rPr lang="en-US" sz="2000" dirty="0"/>
              <a:t>Oversight is needed for the training and rollout of artificial intelligence systems. Particular attention is recently being paid to potential bias in training and monitoring A</a:t>
            </a:r>
            <a:r>
              <a:rPr lang="en-US" sz="100" dirty="0"/>
              <a:t> </a:t>
            </a:r>
            <a:r>
              <a:rPr lang="en-US" sz="2000" dirty="0"/>
              <a:t>I performance. For example, Germany's Ethics Commission has now called for regulation of algorithmic systems (</a:t>
            </a:r>
            <a:r>
              <a:rPr lang="en-US" sz="2000" i="1" dirty="0"/>
              <a:t>Significance</a:t>
            </a:r>
            <a:r>
              <a:rPr lang="en-US" sz="2000" dirty="0"/>
              <a:t>, December 2019, p. 4) that are being proposed or adopted. Jobs will exist for individuals who become skilled in machine learning and A</a:t>
            </a:r>
            <a:r>
              <a:rPr lang="en-US" sz="100" dirty="0"/>
              <a:t> </a:t>
            </a:r>
            <a:r>
              <a:rPr lang="en-US" sz="2000" dirty="0"/>
              <a:t>l.</a:t>
            </a:r>
          </a:p>
          <a:p>
            <a:r>
              <a:rPr lang="en-US" sz="2000" b="1" dirty="0"/>
              <a:t>A</a:t>
            </a:r>
            <a:r>
              <a:rPr lang="en-US" sz="100" b="1" dirty="0"/>
              <a:t> </a:t>
            </a:r>
            <a:r>
              <a:rPr lang="en-US" sz="2000" b="1" dirty="0"/>
              <a:t>l Architect:</a:t>
            </a:r>
          </a:p>
          <a:p>
            <a:r>
              <a:rPr lang="en-US" sz="2000" dirty="0"/>
              <a:t>Professionals are needed to design the frameworks for A</a:t>
            </a:r>
            <a:r>
              <a:rPr lang="en-US" sz="100" dirty="0"/>
              <a:t> </a:t>
            </a:r>
            <a:r>
              <a:rPr lang="en-US" sz="2000" dirty="0"/>
              <a:t>l systems. This is a high-level task, but recruitment will come from the ranks of those who have gained experience starting from the bottom. Mastering basic statistics is critical.</a:t>
            </a:r>
            <a:endParaRPr lang="en-IN" sz="2000" dirty="0"/>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71</a:t>
            </a:fld>
            <a:endParaRPr lang="en-US" dirty="0"/>
          </a:p>
        </p:txBody>
      </p:sp>
    </p:spTree>
    <p:extLst>
      <p:ext uri="{BB962C8B-B14F-4D97-AF65-F5344CB8AC3E}">
        <p14:creationId xmlns:p14="http://schemas.microsoft.com/office/powerpoint/2010/main" val="356497194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71A13-2AA0-EEDA-B43D-0A713ECB4B69}"/>
              </a:ext>
            </a:extLst>
          </p:cNvPr>
          <p:cNvSpPr>
            <a:spLocks noGrp="1"/>
          </p:cNvSpPr>
          <p:nvPr>
            <p:ph type="title"/>
          </p:nvPr>
        </p:nvSpPr>
        <p:spPr>
          <a:xfrm>
            <a:off x="342900" y="192490"/>
            <a:ext cx="8191500" cy="903231"/>
          </a:xfrm>
        </p:spPr>
        <p:txBody>
          <a:bodyPr>
            <a:normAutofit/>
          </a:bodyPr>
          <a:lstStyle/>
          <a:p>
            <a:r>
              <a:rPr lang="en-IN" sz="3600" dirty="0"/>
              <a:t>Analytics in Action </a:t>
            </a:r>
            <a:r>
              <a:rPr lang="en-IN" sz="1000" b="0" dirty="0"/>
              <a:t>4</a:t>
            </a:r>
          </a:p>
        </p:txBody>
      </p:sp>
      <p:sp>
        <p:nvSpPr>
          <p:cNvPr id="7" name="Content Placeholder 6"/>
          <p:cNvSpPr>
            <a:spLocks noGrp="1"/>
          </p:cNvSpPr>
          <p:nvPr>
            <p:ph sz="quarter" idx="14"/>
          </p:nvPr>
        </p:nvSpPr>
        <p:spPr>
          <a:xfrm>
            <a:off x="342900" y="1260475"/>
            <a:ext cx="8458200" cy="4987925"/>
          </a:xfrm>
        </p:spPr>
        <p:txBody>
          <a:bodyPr/>
          <a:lstStyle/>
          <a:p>
            <a:r>
              <a:rPr lang="en-US" sz="2000" b="1" dirty="0"/>
              <a:t>Measuring Volatility:</a:t>
            </a:r>
          </a:p>
          <a:p>
            <a:r>
              <a:rPr lang="en-US" sz="2000" dirty="0"/>
              <a:t>Investors make decisions based on many factors, including the volatility of a stock's price. We might measure volatility by calculating the mean and variance (or standard deviation) of historical prices of a stock over a certain time period. The coefficient of variation would provide a unit-free measure of "historic volatility" that could be used to compare volatility among different stocks. However, stock prices may violate some assumptions (for example, normality) and may not be predictive of the future. Because an investor's objective is to predict the future (For example, pricing of stock options), more complex methods are required.</a:t>
            </a:r>
            <a:endParaRPr lang="en-IN" sz="2000" dirty="0"/>
          </a:p>
        </p:txBody>
      </p:sp>
      <p:sp>
        <p:nvSpPr>
          <p:cNvPr id="6" name="Slide Number Placeholder 5">
            <a:extLst>
              <a:ext uri="{FF2B5EF4-FFF2-40B4-BE49-F238E27FC236}">
                <a16:creationId xmlns:a16="http://schemas.microsoft.com/office/drawing/2014/main" id="{67326E3F-FB89-A6CD-B325-2C20B157C418}"/>
              </a:ext>
            </a:extLst>
          </p:cNvPr>
          <p:cNvSpPr>
            <a:spLocks noGrp="1"/>
          </p:cNvSpPr>
          <p:nvPr>
            <p:ph type="sldNum" sz="quarter" idx="10"/>
          </p:nvPr>
        </p:nvSpPr>
        <p:spPr/>
        <p:txBody>
          <a:bodyPr/>
          <a:lstStyle/>
          <a:p>
            <a:fld id="{68151E55-6873-49E2-B8D5-2F265E6F1973}" type="slidenum">
              <a:rPr lang="en-US" smtClean="0"/>
              <a:pPr/>
              <a:t>72</a:t>
            </a:fld>
            <a:endParaRPr lang="en-US" dirty="0"/>
          </a:p>
        </p:txBody>
      </p:sp>
    </p:spTree>
    <p:extLst>
      <p:ext uri="{BB962C8B-B14F-4D97-AF65-F5344CB8AC3E}">
        <p14:creationId xmlns:p14="http://schemas.microsoft.com/office/powerpoint/2010/main" val="1020757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104E1-74AE-3409-BE04-11A08083A0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1F4AD-45ED-CE04-2BF5-2BA7DAF94547}"/>
              </a:ext>
            </a:extLst>
          </p:cNvPr>
          <p:cNvSpPr>
            <a:spLocks noGrp="1"/>
          </p:cNvSpPr>
          <p:nvPr>
            <p:ph type="title"/>
          </p:nvPr>
        </p:nvSpPr>
        <p:spPr/>
        <p:txBody>
          <a:bodyPr>
            <a:normAutofit/>
          </a:bodyPr>
          <a:lstStyle/>
          <a:p>
            <a:r>
              <a:rPr lang="en-IN" sz="3600" dirty="0"/>
              <a:t>Analytics in Action </a:t>
            </a:r>
            <a:r>
              <a:rPr lang="en-IN" sz="1000" b="0" dirty="0"/>
              <a:t>5</a:t>
            </a:r>
            <a:endParaRPr lang="en-US" sz="1000" dirty="0"/>
          </a:p>
        </p:txBody>
      </p:sp>
      <p:sp>
        <p:nvSpPr>
          <p:cNvPr id="3" name="Content Placeholder 2">
            <a:extLst>
              <a:ext uri="{FF2B5EF4-FFF2-40B4-BE49-F238E27FC236}">
                <a16:creationId xmlns:a16="http://schemas.microsoft.com/office/drawing/2014/main" id="{AF24C745-FC0C-F265-3BF4-E4E4D7FB4BE7}"/>
              </a:ext>
            </a:extLst>
          </p:cNvPr>
          <p:cNvSpPr>
            <a:spLocks noGrp="1"/>
          </p:cNvSpPr>
          <p:nvPr>
            <p:ph sz="quarter" idx="11"/>
          </p:nvPr>
        </p:nvSpPr>
        <p:spPr>
          <a:xfrm>
            <a:off x="342900" y="1276710"/>
            <a:ext cx="8458200" cy="4922611"/>
          </a:xfrm>
        </p:spPr>
        <p:txBody>
          <a:bodyPr/>
          <a:lstStyle/>
          <a:p>
            <a:pPr indent="228600"/>
            <a:r>
              <a:rPr lang="en-US" sz="2200" dirty="0"/>
              <a:t>The Black Sholes method of option contract pricing incorporates additional variables, such as contract strike price, current stock price, time to expiration, and volatility. It requires complex mathematical calculations (after all, its developers earned a Nobel Prize). A powerful statistical tool called the V</a:t>
            </a:r>
            <a:r>
              <a:rPr lang="en-US" sz="100" dirty="0"/>
              <a:t> </a:t>
            </a:r>
            <a:r>
              <a:rPr lang="en-US" sz="2200" dirty="0"/>
              <a:t>I</a:t>
            </a:r>
            <a:r>
              <a:rPr lang="en-US" sz="100" dirty="0"/>
              <a:t> </a:t>
            </a:r>
            <a:r>
              <a:rPr lang="en-US" sz="2200" dirty="0"/>
              <a:t>X Index has been introduced to measure the market's expectation of future volatility. It is calculated in real-time base on S&amp;P 500 stock prices. Calculating the V</a:t>
            </a:r>
            <a:r>
              <a:rPr lang="en-US" sz="100" dirty="0"/>
              <a:t> </a:t>
            </a:r>
            <a:r>
              <a:rPr lang="en-US" sz="2200" dirty="0"/>
              <a:t>I</a:t>
            </a:r>
            <a:r>
              <a:rPr lang="en-US" sz="100" dirty="0"/>
              <a:t> </a:t>
            </a:r>
            <a:r>
              <a:rPr lang="en-US" sz="2200" dirty="0"/>
              <a:t>X also entails complex algebra and statistics. While you may enjoy doing Internet research on your own to understand these terms, you had better plan on taking classes in finance if you intend to become an active investor. Your basic training in statistics provides a good starting point.</a:t>
            </a:r>
          </a:p>
        </p:txBody>
      </p:sp>
      <p:sp>
        <p:nvSpPr>
          <p:cNvPr id="17" name="Slide Number Placeholder 16">
            <a:extLst>
              <a:ext uri="{FF2B5EF4-FFF2-40B4-BE49-F238E27FC236}">
                <a16:creationId xmlns:a16="http://schemas.microsoft.com/office/drawing/2014/main" id="{1BABF895-E5A1-39EE-CE96-78101F91B6A7}"/>
              </a:ext>
            </a:extLst>
          </p:cNvPr>
          <p:cNvSpPr>
            <a:spLocks noGrp="1"/>
          </p:cNvSpPr>
          <p:nvPr>
            <p:ph type="sldNum" sz="quarter" idx="10"/>
          </p:nvPr>
        </p:nvSpPr>
        <p:spPr/>
        <p:txBody>
          <a:bodyPr/>
          <a:lstStyle/>
          <a:p>
            <a:fld id="{68151E55-6873-49E2-B8D5-2F265E6F1973}" type="slidenum">
              <a:rPr lang="en-US" smtClean="0"/>
              <a:t>73</a:t>
            </a:fld>
            <a:endParaRPr lang="en-US"/>
          </a:p>
        </p:txBody>
      </p:sp>
    </p:spTree>
    <p:extLst>
      <p:ext uri="{BB962C8B-B14F-4D97-AF65-F5344CB8AC3E}">
        <p14:creationId xmlns:p14="http://schemas.microsoft.com/office/powerpoint/2010/main" val="302445717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t>End of Main Content</a:t>
            </a:r>
          </a:p>
        </p:txBody>
      </p:sp>
      <p:sp>
        <p:nvSpPr>
          <p:cNvPr id="4" name="Content Placeholder 3">
            <a:extLst>
              <a:ext uri="{FF2B5EF4-FFF2-40B4-BE49-F238E27FC236}">
                <a16:creationId xmlns:a16="http://schemas.microsoft.com/office/drawing/2014/main" id="{9946A61A-BFE6-4A7C-8D2C-21B89B6A8546}"/>
              </a:ext>
            </a:extLst>
          </p:cNvPr>
          <p:cNvSpPr>
            <a:spLocks noGrp="1"/>
          </p:cNvSpPr>
          <p:nvPr>
            <p:ph sz="quarter" idx="10"/>
          </p:nvPr>
        </p:nvSpPr>
        <p:spPr>
          <a:xfrm>
            <a:off x="218768" y="6537961"/>
            <a:ext cx="8715375" cy="274320"/>
          </a:xfrm>
        </p:spPr>
        <p:txBody>
          <a:bodyPr/>
          <a:lstStyle/>
          <a:p>
            <a:r>
              <a:rPr lang="en-US" sz="1200" dirty="0"/>
              <a:t>© McGraw Hill LLC. All rights reserved. No reproduction or distribution without the prior written consent of McGraw Hill LLC.</a:t>
            </a:r>
            <a:endParaRPr lang="en-US" sz="1200" noProof="0" dirty="0"/>
          </a:p>
        </p:txBody>
      </p:sp>
    </p:spTree>
    <p:extLst>
      <p:ext uri="{BB962C8B-B14F-4D97-AF65-F5344CB8AC3E}">
        <p14:creationId xmlns:p14="http://schemas.microsoft.com/office/powerpoint/2010/main" val="294151218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Accessibility Content: Text Alternatives for Images</a:t>
            </a:r>
            <a:endParaRPr lang="en-IN" dirty="0"/>
          </a:p>
        </p:txBody>
      </p:sp>
      <p:sp>
        <p:nvSpPr>
          <p:cNvPr id="5" name="Slide Number Placeholder 6"/>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75</a:t>
            </a:fld>
            <a:endParaRPr lang="en-US" sz="800"/>
          </a:p>
        </p:txBody>
      </p:sp>
    </p:spTree>
    <p:extLst>
      <p:ext uri="{BB962C8B-B14F-4D97-AF65-F5344CB8AC3E}">
        <p14:creationId xmlns:p14="http://schemas.microsoft.com/office/powerpoint/2010/main" val="170920979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dirty="0"/>
              <a:t>Numerical Data Example </a:t>
            </a:r>
            <a:r>
              <a:rPr lang="en-US" sz="1000" b="0" dirty="0"/>
              <a:t>2</a:t>
            </a:r>
            <a:r>
              <a:rPr lang="en-US" sz="3000" dirty="0"/>
              <a:t> – Text Alternative</a:t>
            </a:r>
            <a:endParaRPr lang="en-IN" sz="3000" dirty="0"/>
          </a:p>
        </p:txBody>
      </p:sp>
      <p:sp>
        <p:nvSpPr>
          <p:cNvPr id="4" name="Text Placeholder 3"/>
          <p:cNvSpPr>
            <a:spLocks noGrp="1"/>
          </p:cNvSpPr>
          <p:nvPr>
            <p:ph type="body" sz="quarter" idx="14"/>
          </p:nvPr>
        </p:nvSpPr>
        <p:spPr/>
        <p:txBody>
          <a:bodyPr/>
          <a:lstStyle/>
          <a:p>
            <a:r>
              <a:rPr lang="en-US" dirty="0">
                <a:hlinkClick r:id="rId3" action="ppaction://hlinksldjump"/>
              </a:rPr>
              <a:t>Return to parent-slide containing images.</a:t>
            </a:r>
            <a:endParaRPr lang="en-IN" dirty="0">
              <a:hlinkClick r:id="rId3" action="ppaction://hlinksldjump"/>
            </a:endParaRPr>
          </a:p>
        </p:txBody>
      </p:sp>
      <p:sp>
        <p:nvSpPr>
          <p:cNvPr id="8" name="Content Placeholder 7">
            <a:extLst>
              <a:ext uri="{FF2B5EF4-FFF2-40B4-BE49-F238E27FC236}">
                <a16:creationId xmlns:a16="http://schemas.microsoft.com/office/drawing/2014/main" id="{067DE498-049D-630C-90C0-2834B18E606D}"/>
              </a:ext>
            </a:extLst>
          </p:cNvPr>
          <p:cNvSpPr>
            <a:spLocks noGrp="1"/>
          </p:cNvSpPr>
          <p:nvPr>
            <p:ph sz="quarter" idx="11"/>
          </p:nvPr>
        </p:nvSpPr>
        <p:spPr/>
        <p:txBody>
          <a:bodyPr>
            <a:normAutofit/>
          </a:bodyPr>
          <a:lstStyle/>
          <a:p>
            <a:r>
              <a:rPr lang="en-US" sz="2400" b="0" i="0" u="none" strike="noStrike" dirty="0">
                <a:solidFill>
                  <a:srgbClr val="000000"/>
                </a:solidFill>
                <a:effectLst/>
              </a:rPr>
              <a:t>A histogram that plots the frequency of defects per 100 vehicles. The frequency ranges from 0 to 10 with increments of 2. The graph exhibits a right-skewed trend, indicating that there are more vehicles with a lower number of defects. The highest frequency of 10 is observed in the range of 150 to 170 defects. Please note that all values are approximations.</a:t>
            </a:r>
            <a:endParaRPr lang="en-IN" sz="2400" dirty="0"/>
          </a:p>
        </p:txBody>
      </p:sp>
      <p:sp>
        <p:nvSpPr>
          <p:cNvPr id="2" name="Text Placeholder 1"/>
          <p:cNvSpPr>
            <a:spLocks noGrp="1"/>
          </p:cNvSpPr>
          <p:nvPr>
            <p:ph type="body" sz="quarter" idx="15"/>
          </p:nvPr>
        </p:nvSpPr>
        <p:spPr/>
        <p:txBody>
          <a:bodyPr/>
          <a:lstStyle/>
          <a:p>
            <a:r>
              <a:rPr lang="en-US" dirty="0">
                <a:hlinkClick r:id="rId3" action="ppaction://hlinksldjump"/>
              </a:rPr>
              <a:t>Return to parent-slide containing images.</a:t>
            </a:r>
            <a:endParaRPr lang="en-IN" dirty="0">
              <a:hlinkClick r:id="rId3" action="ppaction://hlinksldjump"/>
            </a:endParaRP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76</a:t>
            </a:fld>
            <a:endParaRPr lang="en-US" sz="800" dirty="0"/>
          </a:p>
        </p:txBody>
      </p:sp>
    </p:spTree>
    <p:extLst>
      <p:ext uri="{BB962C8B-B14F-4D97-AF65-F5344CB8AC3E}">
        <p14:creationId xmlns:p14="http://schemas.microsoft.com/office/powerpoint/2010/main" val="127286439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dirty="0"/>
              <a:t>Characteristics of the Mean – Text Alternative</a:t>
            </a:r>
            <a:endParaRPr lang="en-IN" sz="3000" dirty="0"/>
          </a:p>
        </p:txBody>
      </p:sp>
      <p:sp>
        <p:nvSpPr>
          <p:cNvPr id="4" name="Text Placeholder 3"/>
          <p:cNvSpPr>
            <a:spLocks noGrp="1"/>
          </p:cNvSpPr>
          <p:nvPr>
            <p:ph type="body" sz="quarter" idx="14"/>
          </p:nvPr>
        </p:nvSpPr>
        <p:spPr/>
        <p:txBody>
          <a:bodyPr/>
          <a:lstStyle/>
          <a:p>
            <a:r>
              <a:rPr lang="en-US" dirty="0">
                <a:hlinkClick r:id="rId3" action="ppaction://hlinksldjump"/>
              </a:rPr>
              <a:t>Return to parent-slide containing images.</a:t>
            </a:r>
            <a:endParaRPr lang="en-IN" dirty="0">
              <a:hlinkClick r:id="rId3" action="ppaction://hlinksldjump"/>
            </a:endParaRPr>
          </a:p>
        </p:txBody>
      </p:sp>
      <p:sp>
        <p:nvSpPr>
          <p:cNvPr id="8" name="Content Placeholder 7">
            <a:extLst>
              <a:ext uri="{FF2B5EF4-FFF2-40B4-BE49-F238E27FC236}">
                <a16:creationId xmlns:a16="http://schemas.microsoft.com/office/drawing/2014/main" id="{067DE498-049D-630C-90C0-2834B18E606D}"/>
              </a:ext>
            </a:extLst>
          </p:cNvPr>
          <p:cNvSpPr>
            <a:spLocks noGrp="1"/>
          </p:cNvSpPr>
          <p:nvPr>
            <p:ph sz="quarter" idx="11"/>
          </p:nvPr>
        </p:nvSpPr>
        <p:spPr/>
        <p:txBody>
          <a:bodyPr>
            <a:normAutofit/>
          </a:bodyPr>
          <a:lstStyle/>
          <a:p>
            <a:r>
              <a:rPr lang="en-US" sz="2400" b="0" i="0" u="none" strike="noStrike" dirty="0">
                <a:solidFill>
                  <a:srgbClr val="000000"/>
                </a:solidFill>
                <a:effectLst/>
              </a:rPr>
              <a:t>A dot plot represents the number of defects per 100 vehicles. The </a:t>
            </a:r>
            <a:r>
              <a:rPr lang="en-US" sz="2400" b="0" i="1" u="none" strike="noStrike" dirty="0">
                <a:solidFill>
                  <a:srgbClr val="000000"/>
                </a:solidFill>
                <a:effectLst/>
              </a:rPr>
              <a:t>x</a:t>
            </a:r>
            <a:r>
              <a:rPr lang="en-US" sz="2400" b="0" i="0" u="none" strike="noStrike" dirty="0">
                <a:solidFill>
                  <a:srgbClr val="000000"/>
                </a:solidFill>
                <a:effectLst/>
              </a:rPr>
              <a:t>-axis of the plot ranges from 130 to 270, with increments of 20. Each dot on the plot corresponds to a specific number of defects. The majority of the dots, indicating the most common number of defects, are clustered between the values of 150 and 170. Please note that all values are approximations.</a:t>
            </a:r>
            <a:r>
              <a:rPr lang="en-US" sz="2400" dirty="0"/>
              <a:t> </a:t>
            </a:r>
            <a:endParaRPr lang="en-IN" sz="2400" dirty="0"/>
          </a:p>
        </p:txBody>
      </p:sp>
      <p:sp>
        <p:nvSpPr>
          <p:cNvPr id="2" name="Text Placeholder 1"/>
          <p:cNvSpPr>
            <a:spLocks noGrp="1"/>
          </p:cNvSpPr>
          <p:nvPr>
            <p:ph type="body" sz="quarter" idx="15"/>
          </p:nvPr>
        </p:nvSpPr>
        <p:spPr/>
        <p:txBody>
          <a:bodyPr/>
          <a:lstStyle/>
          <a:p>
            <a:pPr algn="ctr"/>
            <a:r>
              <a:rPr lang="en-US" dirty="0">
                <a:hlinkClick r:id="rId3" action="ppaction://hlinksldjump"/>
              </a:rPr>
              <a:t>Return to parent-slide containing images.</a:t>
            </a:r>
            <a:endParaRPr lang="en-IN" dirty="0">
              <a:hlinkClick r:id="rId3" action="ppaction://hlinksldjump"/>
            </a:endParaRP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77</a:t>
            </a:fld>
            <a:endParaRPr lang="en-US" sz="800" dirty="0"/>
          </a:p>
        </p:txBody>
      </p:sp>
    </p:spTree>
    <p:extLst>
      <p:ext uri="{BB962C8B-B14F-4D97-AF65-F5344CB8AC3E}">
        <p14:creationId xmlns:p14="http://schemas.microsoft.com/office/powerpoint/2010/main" val="211594879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dirty="0"/>
              <a:t>Median – Text Alternative</a:t>
            </a:r>
            <a:endParaRPr lang="en-IN" sz="3000" dirty="0"/>
          </a:p>
        </p:txBody>
      </p:sp>
      <p:sp>
        <p:nvSpPr>
          <p:cNvPr id="4" name="Text Placeholder 3"/>
          <p:cNvSpPr>
            <a:spLocks noGrp="1"/>
          </p:cNvSpPr>
          <p:nvPr>
            <p:ph type="body" sz="quarter" idx="14"/>
          </p:nvPr>
        </p:nvSpPr>
        <p:spPr/>
        <p:txBody>
          <a:bodyPr/>
          <a:lstStyle/>
          <a:p>
            <a:r>
              <a:rPr lang="en-US" dirty="0">
                <a:hlinkClick r:id="rId3" action="ppaction://hlinksldjump"/>
              </a:rPr>
              <a:t>Return to parent-slide containing images.</a:t>
            </a:r>
            <a:endParaRPr lang="en-IN" dirty="0">
              <a:hlinkClick r:id="rId3" action="ppaction://hlinksldjump"/>
            </a:endParaRPr>
          </a:p>
        </p:txBody>
      </p:sp>
      <p:sp>
        <p:nvSpPr>
          <p:cNvPr id="8" name="Content Placeholder 7">
            <a:extLst>
              <a:ext uri="{FF2B5EF4-FFF2-40B4-BE49-F238E27FC236}">
                <a16:creationId xmlns:a16="http://schemas.microsoft.com/office/drawing/2014/main" id="{067DE498-049D-630C-90C0-2834B18E606D}"/>
              </a:ext>
            </a:extLst>
          </p:cNvPr>
          <p:cNvSpPr>
            <a:spLocks noGrp="1"/>
          </p:cNvSpPr>
          <p:nvPr>
            <p:ph sz="quarter" idx="11"/>
          </p:nvPr>
        </p:nvSpPr>
        <p:spPr/>
        <p:txBody>
          <a:bodyPr>
            <a:noAutofit/>
          </a:bodyPr>
          <a:lstStyle/>
          <a:p>
            <a:r>
              <a:rPr lang="en-US" sz="1800" b="0" i="0" u="none" strike="noStrike" dirty="0">
                <a:solidFill>
                  <a:srgbClr val="000000"/>
                </a:solidFill>
                <a:effectLst/>
              </a:rPr>
              <a:t>For the first image, an illustration of a double-headed arrow, representing a range. The left end of the arrow is labeled ‘Lower 50%’, indicating the bottom half of the data set. The right end is labeled ‘Upper 50%’, representing the top half of the data set. At the center of the arrow, pointing downwards, is a label reading ‘Median’, marking the middle value of the data set.</a:t>
            </a:r>
          </a:p>
          <a:p>
            <a:r>
              <a:rPr lang="en-US" sz="1800" b="0" i="0" u="none" strike="noStrike" dirty="0">
                <a:solidFill>
                  <a:srgbClr val="000000"/>
                </a:solidFill>
                <a:effectLst/>
              </a:rPr>
              <a:t>For the second image, two rows of icons representing data observations and their relation to the median value. In the first row, titled ‘Even </a:t>
            </a:r>
            <a:r>
              <a:rPr lang="en-US" sz="1800" b="0" i="1" u="none" strike="noStrike" dirty="0">
                <a:solidFill>
                  <a:srgbClr val="000000"/>
                </a:solidFill>
                <a:effectLst/>
              </a:rPr>
              <a:t>n</a:t>
            </a:r>
            <a:r>
              <a:rPr lang="en-US" sz="1800" b="0" i="0" u="none" strike="noStrike" dirty="0">
                <a:solidFill>
                  <a:srgbClr val="000000"/>
                </a:solidFill>
                <a:effectLst/>
              </a:rPr>
              <a:t>’, there are 4 green grid icons representing observations that are less than the median, and 4 red grid icons representing observations that are greater than the median. Between these two groups of icons, there is a downward arrow labeled ‘median’. The second row follows a similar pattern. It also has 4 green grid icons for observations less than the median and 4 red grid icons for observations greater than the median. However, in this row, the median is represented by a white icon placed between the two groups of observations.</a:t>
            </a:r>
            <a:r>
              <a:rPr lang="en-US" sz="1800" dirty="0"/>
              <a:t> </a:t>
            </a:r>
            <a:endParaRPr lang="en-IN" sz="1800" dirty="0"/>
          </a:p>
        </p:txBody>
      </p:sp>
      <p:sp>
        <p:nvSpPr>
          <p:cNvPr id="2" name="Text Placeholder 1"/>
          <p:cNvSpPr>
            <a:spLocks noGrp="1"/>
          </p:cNvSpPr>
          <p:nvPr>
            <p:ph type="body" sz="quarter" idx="15"/>
          </p:nvPr>
        </p:nvSpPr>
        <p:spPr/>
        <p:txBody>
          <a:bodyPr/>
          <a:lstStyle/>
          <a:p>
            <a:pPr algn="ctr"/>
            <a:r>
              <a:rPr lang="en-US" dirty="0">
                <a:hlinkClick r:id="rId3" action="ppaction://hlinksldjump"/>
              </a:rPr>
              <a:t>Return to parent-slide containing images.</a:t>
            </a:r>
            <a:endParaRPr lang="en-IN" dirty="0">
              <a:hlinkClick r:id="rId3" action="ppaction://hlinksldjump"/>
            </a:endParaRP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78</a:t>
            </a:fld>
            <a:endParaRPr lang="en-US" sz="800" dirty="0"/>
          </a:p>
        </p:txBody>
      </p:sp>
    </p:spTree>
    <p:extLst>
      <p:ext uri="{BB962C8B-B14F-4D97-AF65-F5344CB8AC3E}">
        <p14:creationId xmlns:p14="http://schemas.microsoft.com/office/powerpoint/2010/main" val="151551399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dirty="0"/>
              <a:t>Shape </a:t>
            </a:r>
            <a:r>
              <a:rPr lang="en-US" sz="1000" b="0" dirty="0"/>
              <a:t>1</a:t>
            </a:r>
            <a:r>
              <a:rPr lang="en-US" sz="3000" dirty="0"/>
              <a:t> – Text Alternative</a:t>
            </a:r>
            <a:endParaRPr lang="en-IN" sz="3000" dirty="0"/>
          </a:p>
        </p:txBody>
      </p:sp>
      <p:sp>
        <p:nvSpPr>
          <p:cNvPr id="4" name="Text Placeholder 3"/>
          <p:cNvSpPr>
            <a:spLocks noGrp="1"/>
          </p:cNvSpPr>
          <p:nvPr>
            <p:ph type="body" sz="quarter" idx="14"/>
          </p:nvPr>
        </p:nvSpPr>
        <p:spPr/>
        <p:txBody>
          <a:bodyPr/>
          <a:lstStyle/>
          <a:p>
            <a:r>
              <a:rPr lang="en-US" dirty="0">
                <a:hlinkClick r:id="rId3" action="ppaction://hlinksldjump"/>
              </a:rPr>
              <a:t>Return to parent-slide containing images.</a:t>
            </a:r>
            <a:endParaRPr lang="en-IN" dirty="0">
              <a:hlinkClick r:id="rId3" action="ppaction://hlinksldjump"/>
            </a:endParaRPr>
          </a:p>
        </p:txBody>
      </p:sp>
      <p:sp>
        <p:nvSpPr>
          <p:cNvPr id="8" name="Content Placeholder 7">
            <a:extLst>
              <a:ext uri="{FF2B5EF4-FFF2-40B4-BE49-F238E27FC236}">
                <a16:creationId xmlns:a16="http://schemas.microsoft.com/office/drawing/2014/main" id="{067DE498-049D-630C-90C0-2834B18E606D}"/>
              </a:ext>
            </a:extLst>
          </p:cNvPr>
          <p:cNvSpPr>
            <a:spLocks noGrp="1"/>
          </p:cNvSpPr>
          <p:nvPr>
            <p:ph sz="quarter" idx="11"/>
          </p:nvPr>
        </p:nvSpPr>
        <p:spPr/>
        <p:txBody>
          <a:bodyPr>
            <a:normAutofit/>
          </a:bodyPr>
          <a:lstStyle/>
          <a:p>
            <a:r>
              <a:rPr lang="en-US" sz="2200" b="0" i="0" u="none" strike="noStrike" dirty="0">
                <a:solidFill>
                  <a:srgbClr val="000000"/>
                </a:solidFill>
                <a:effectLst/>
              </a:rPr>
              <a:t>Three types of normal distribution curves: skewed left, symmetric, and skewed right. Skewed Left: In this distribution, the median is at the center, the mean is to the left of the median, and the mode is to the right of the median. This indicates that there are a few exceptionally small values in the data set. Symmetric: In this distribution, the mean, median, and mode all lie on the same line. This indicates that the data is evenly distributed on both sides of the mean. Skewed Right: In this distribution, the median is at the center, the mode is to the left of the median, and the mean is to the right of the median. </a:t>
            </a:r>
            <a:endParaRPr lang="en-IN" sz="2200" dirty="0"/>
          </a:p>
        </p:txBody>
      </p:sp>
      <p:sp>
        <p:nvSpPr>
          <p:cNvPr id="2" name="Text Placeholder 1"/>
          <p:cNvSpPr>
            <a:spLocks noGrp="1"/>
          </p:cNvSpPr>
          <p:nvPr>
            <p:ph type="body" sz="quarter" idx="15"/>
          </p:nvPr>
        </p:nvSpPr>
        <p:spPr/>
        <p:txBody>
          <a:bodyPr/>
          <a:lstStyle/>
          <a:p>
            <a:pPr algn="ctr"/>
            <a:r>
              <a:rPr lang="en-US" dirty="0">
                <a:hlinkClick r:id="rId3" action="ppaction://hlinksldjump"/>
              </a:rPr>
              <a:t>Return to parent-slide containing images.</a:t>
            </a:r>
            <a:endParaRPr lang="en-IN" dirty="0">
              <a:hlinkClick r:id="rId3" action="ppaction://hlinksldjump"/>
            </a:endParaRP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79</a:t>
            </a:fld>
            <a:endParaRPr lang="en-US" sz="800" dirty="0"/>
          </a:p>
        </p:txBody>
      </p:sp>
    </p:spTree>
    <p:extLst>
      <p:ext uri="{BB962C8B-B14F-4D97-AF65-F5344CB8AC3E}">
        <p14:creationId xmlns:p14="http://schemas.microsoft.com/office/powerpoint/2010/main" val="5584630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dirty="0"/>
              <a:t>Shape </a:t>
            </a:r>
            <a:r>
              <a:rPr lang="en-US" sz="1000" b="0" dirty="0"/>
              <a:t>2</a:t>
            </a:r>
            <a:r>
              <a:rPr lang="en-US" sz="3000" dirty="0"/>
              <a:t> – Text Alternative</a:t>
            </a:r>
            <a:endParaRPr lang="en-IN" sz="3000" dirty="0"/>
          </a:p>
        </p:txBody>
      </p:sp>
      <p:sp>
        <p:nvSpPr>
          <p:cNvPr id="4" name="Text Placeholder 3"/>
          <p:cNvSpPr>
            <a:spLocks noGrp="1"/>
          </p:cNvSpPr>
          <p:nvPr>
            <p:ph type="body" sz="quarter" idx="14"/>
          </p:nvPr>
        </p:nvSpPr>
        <p:spPr/>
        <p:txBody>
          <a:bodyPr/>
          <a:lstStyle/>
          <a:p>
            <a:r>
              <a:rPr lang="en-US" dirty="0">
                <a:hlinkClick r:id="rId3" action="ppaction://hlinksldjump"/>
              </a:rPr>
              <a:t>Return to parent-slide containing images.</a:t>
            </a:r>
            <a:endParaRPr lang="en-IN" dirty="0">
              <a:hlinkClick r:id="rId3" action="ppaction://hlinksldjump"/>
            </a:endParaRPr>
          </a:p>
        </p:txBody>
      </p:sp>
      <p:sp>
        <p:nvSpPr>
          <p:cNvPr id="8" name="Content Placeholder 7">
            <a:extLst>
              <a:ext uri="{FF2B5EF4-FFF2-40B4-BE49-F238E27FC236}">
                <a16:creationId xmlns:a16="http://schemas.microsoft.com/office/drawing/2014/main" id="{067DE498-049D-630C-90C0-2834B18E606D}"/>
              </a:ext>
            </a:extLst>
          </p:cNvPr>
          <p:cNvSpPr>
            <a:spLocks noGrp="1"/>
          </p:cNvSpPr>
          <p:nvPr>
            <p:ph sz="quarter" idx="11"/>
          </p:nvPr>
        </p:nvSpPr>
        <p:spPr/>
        <p:txBody>
          <a:bodyPr>
            <a:normAutofit/>
          </a:bodyPr>
          <a:lstStyle/>
          <a:p>
            <a:r>
              <a:rPr lang="en-US" b="0" i="0" u="none" strike="noStrike" dirty="0">
                <a:solidFill>
                  <a:srgbClr val="000000"/>
                </a:solidFill>
                <a:effectLst/>
              </a:rPr>
              <a:t>Two histograms, each showing a different trend. The first histogram on the left, titled ‘Spending at 74 Noodles Restaurants’, plots the frequency, which ranges from 0 to 35 with increments of 5, against the average spending per customer, which ranges from 6.40 to 8.15 with increments of 0.25. The graph shows a right-skewed trend, indicating that most customers spend less with a few spending more. The second histogram on the right, titled ‘G</a:t>
            </a:r>
            <a:r>
              <a:rPr lang="en-US" sz="100" b="0" i="0" u="none" strike="noStrike" dirty="0">
                <a:solidFill>
                  <a:srgbClr val="000000"/>
                </a:solidFill>
                <a:effectLst/>
              </a:rPr>
              <a:t> </a:t>
            </a:r>
            <a:r>
              <a:rPr lang="en-US" b="0" i="0" u="none" strike="noStrike" dirty="0">
                <a:solidFill>
                  <a:srgbClr val="000000"/>
                </a:solidFill>
                <a:effectLst/>
              </a:rPr>
              <a:t>P</a:t>
            </a:r>
            <a:r>
              <a:rPr lang="en-US" sz="100" b="0" i="0" u="none" strike="noStrike" dirty="0">
                <a:solidFill>
                  <a:srgbClr val="000000"/>
                </a:solidFill>
                <a:effectLst/>
              </a:rPr>
              <a:t> </a:t>
            </a:r>
            <a:r>
              <a:rPr lang="en-US" b="0" i="0" u="none" strike="noStrike" dirty="0">
                <a:solidFill>
                  <a:srgbClr val="000000"/>
                </a:solidFill>
                <a:effectLst/>
              </a:rPr>
              <a:t>A’s of 158 Statistics Students’, plots the frequency, which ranges from 0 to 40 with increments of 10, against the G</a:t>
            </a:r>
            <a:r>
              <a:rPr lang="en-US" sz="100" b="0" i="0" u="none" strike="noStrike" dirty="0">
                <a:solidFill>
                  <a:srgbClr val="000000"/>
                </a:solidFill>
                <a:effectLst/>
              </a:rPr>
              <a:t> </a:t>
            </a:r>
            <a:r>
              <a:rPr lang="en-US" b="0" i="0" u="none" strike="noStrike" dirty="0">
                <a:solidFill>
                  <a:srgbClr val="000000"/>
                </a:solidFill>
                <a:effectLst/>
              </a:rPr>
              <a:t>P</a:t>
            </a:r>
            <a:r>
              <a:rPr lang="en-US" sz="100" b="0" i="0" u="none" strike="noStrike" dirty="0">
                <a:solidFill>
                  <a:srgbClr val="000000"/>
                </a:solidFill>
                <a:effectLst/>
              </a:rPr>
              <a:t> </a:t>
            </a:r>
            <a:r>
              <a:rPr lang="en-US" b="0" i="0" u="none" strike="noStrike" dirty="0">
                <a:solidFill>
                  <a:srgbClr val="000000"/>
                </a:solidFill>
                <a:effectLst/>
              </a:rPr>
              <a:t>A last semester, which ranges from 1.5 to 4.0 with increments of 0.5. The graph shows a left-skewed trend, indicating that most students have high G</a:t>
            </a:r>
            <a:r>
              <a:rPr lang="en-US" sz="100" b="0" i="0" u="none" strike="noStrike" dirty="0">
                <a:solidFill>
                  <a:srgbClr val="000000"/>
                </a:solidFill>
                <a:effectLst/>
              </a:rPr>
              <a:t> </a:t>
            </a:r>
            <a:r>
              <a:rPr lang="en-US" b="0" i="0" u="none" strike="noStrike" dirty="0">
                <a:solidFill>
                  <a:srgbClr val="000000"/>
                </a:solidFill>
                <a:effectLst/>
              </a:rPr>
              <a:t>P</a:t>
            </a:r>
            <a:r>
              <a:rPr lang="en-US" sz="100" b="0" i="0" u="none" strike="noStrike" dirty="0">
                <a:solidFill>
                  <a:srgbClr val="000000"/>
                </a:solidFill>
                <a:effectLst/>
              </a:rPr>
              <a:t> </a:t>
            </a:r>
            <a:r>
              <a:rPr lang="en-US" b="0" i="0" u="none" strike="noStrike" dirty="0">
                <a:solidFill>
                  <a:srgbClr val="000000"/>
                </a:solidFill>
                <a:effectLst/>
              </a:rPr>
              <a:t>A’s with a few having lower G</a:t>
            </a:r>
            <a:r>
              <a:rPr lang="en-US" sz="100" b="0" i="0" u="none" strike="noStrike" dirty="0">
                <a:solidFill>
                  <a:srgbClr val="000000"/>
                </a:solidFill>
                <a:effectLst/>
              </a:rPr>
              <a:t> </a:t>
            </a:r>
            <a:r>
              <a:rPr lang="en-US" b="0" i="0" u="none" strike="noStrike" dirty="0">
                <a:solidFill>
                  <a:srgbClr val="000000"/>
                </a:solidFill>
                <a:effectLst/>
              </a:rPr>
              <a:t>P</a:t>
            </a:r>
            <a:r>
              <a:rPr lang="en-US" sz="100" b="0" i="0" u="none" strike="noStrike" dirty="0">
                <a:solidFill>
                  <a:srgbClr val="000000"/>
                </a:solidFill>
                <a:effectLst/>
              </a:rPr>
              <a:t> </a:t>
            </a:r>
            <a:r>
              <a:rPr lang="en-US" b="0" i="0" u="none" strike="noStrike" dirty="0">
                <a:solidFill>
                  <a:srgbClr val="000000"/>
                </a:solidFill>
                <a:effectLst/>
              </a:rPr>
              <a:t>A’s.</a:t>
            </a:r>
            <a:r>
              <a:rPr lang="en-US" dirty="0"/>
              <a:t> </a:t>
            </a:r>
            <a:endParaRPr lang="en-IN" dirty="0"/>
          </a:p>
        </p:txBody>
      </p:sp>
      <p:sp>
        <p:nvSpPr>
          <p:cNvPr id="2" name="Text Placeholder 1"/>
          <p:cNvSpPr>
            <a:spLocks noGrp="1"/>
          </p:cNvSpPr>
          <p:nvPr>
            <p:ph type="body" sz="quarter" idx="15"/>
          </p:nvPr>
        </p:nvSpPr>
        <p:spPr/>
        <p:txBody>
          <a:bodyPr/>
          <a:lstStyle/>
          <a:p>
            <a:pPr algn="ctr"/>
            <a:r>
              <a:rPr lang="en-US" dirty="0">
                <a:hlinkClick r:id="rId3" action="ppaction://hlinksldjump"/>
              </a:rPr>
              <a:t>Return to parent-slide containing images.</a:t>
            </a:r>
            <a:endParaRPr lang="en-IN" dirty="0">
              <a:hlinkClick r:id="rId3" action="ppaction://hlinksldjump"/>
            </a:endParaRP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80</a:t>
            </a:fld>
            <a:endParaRPr lang="en-US" sz="800" dirty="0"/>
          </a:p>
        </p:txBody>
      </p:sp>
    </p:spTree>
    <p:extLst>
      <p:ext uri="{BB962C8B-B14F-4D97-AF65-F5344CB8AC3E}">
        <p14:creationId xmlns:p14="http://schemas.microsoft.com/office/powerpoint/2010/main" val="79398520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dirty="0"/>
              <a:t>Measures of Variability </a:t>
            </a:r>
            <a:r>
              <a:rPr lang="en-US" sz="1000" b="0" dirty="0"/>
              <a:t>1</a:t>
            </a:r>
            <a:r>
              <a:rPr lang="en-US" sz="3000" dirty="0"/>
              <a:t> – Text Alternative</a:t>
            </a:r>
            <a:endParaRPr lang="en-IN" sz="3000" dirty="0"/>
          </a:p>
        </p:txBody>
      </p:sp>
      <p:sp>
        <p:nvSpPr>
          <p:cNvPr id="4" name="Text Placeholder 3"/>
          <p:cNvSpPr>
            <a:spLocks noGrp="1"/>
          </p:cNvSpPr>
          <p:nvPr>
            <p:ph type="body" sz="quarter" idx="14"/>
          </p:nvPr>
        </p:nvSpPr>
        <p:spPr/>
        <p:txBody>
          <a:bodyPr/>
          <a:lstStyle/>
          <a:p>
            <a:r>
              <a:rPr lang="en-US" dirty="0">
                <a:hlinkClick r:id="rId3" action="ppaction://hlinksldjump"/>
              </a:rPr>
              <a:t>Return to parent-slide containing images.</a:t>
            </a:r>
            <a:endParaRPr lang="en-IN" dirty="0">
              <a:hlinkClick r:id="rId3" action="ppaction://hlinksldjump"/>
            </a:endParaRPr>
          </a:p>
        </p:txBody>
      </p:sp>
      <p:sp>
        <p:nvSpPr>
          <p:cNvPr id="8" name="Content Placeholder 7">
            <a:extLst>
              <a:ext uri="{FF2B5EF4-FFF2-40B4-BE49-F238E27FC236}">
                <a16:creationId xmlns:a16="http://schemas.microsoft.com/office/drawing/2014/main" id="{067DE498-049D-630C-90C0-2834B18E606D}"/>
              </a:ext>
            </a:extLst>
          </p:cNvPr>
          <p:cNvSpPr>
            <a:spLocks noGrp="1"/>
          </p:cNvSpPr>
          <p:nvPr>
            <p:ph sz="quarter" idx="11"/>
          </p:nvPr>
        </p:nvSpPr>
        <p:spPr/>
        <p:txBody>
          <a:bodyPr>
            <a:normAutofit/>
          </a:bodyPr>
          <a:lstStyle/>
          <a:p>
            <a:r>
              <a:rPr lang="en-US" b="0" i="0" u="none" strike="noStrike" dirty="0">
                <a:solidFill>
                  <a:srgbClr val="000000"/>
                </a:solidFill>
                <a:effectLst/>
              </a:rPr>
              <a:t>Three dot plots, each representing study hours per week which ranges from 0 to 8 with increments of 2. The plots are categorized into low variation, more variation, and high variation. Low Variation: In this dot plot, most of the values are compacted around 4 hours. This indicates that most students study around 4 hours per week, with very little variation. More Variation: This dot plot shows values ranging between 2 to 6 hours. This indicates a wider spread in the number of hours students study per week. High Variation: This dot plot shows the widest range of values, from 0 to 8 hours. This indicates a high variation in the number of hours students study per week.</a:t>
            </a:r>
            <a:r>
              <a:rPr lang="en-US" dirty="0"/>
              <a:t> </a:t>
            </a:r>
            <a:endParaRPr lang="en-IN" dirty="0"/>
          </a:p>
        </p:txBody>
      </p:sp>
      <p:sp>
        <p:nvSpPr>
          <p:cNvPr id="2" name="Text Placeholder 1"/>
          <p:cNvSpPr>
            <a:spLocks noGrp="1"/>
          </p:cNvSpPr>
          <p:nvPr>
            <p:ph type="body" sz="quarter" idx="15"/>
          </p:nvPr>
        </p:nvSpPr>
        <p:spPr/>
        <p:txBody>
          <a:bodyPr/>
          <a:lstStyle/>
          <a:p>
            <a:pPr algn="ctr"/>
            <a:r>
              <a:rPr lang="en-US" dirty="0">
                <a:hlinkClick r:id="rId3" action="ppaction://hlinksldjump"/>
              </a:rPr>
              <a:t>Return to parent-slide containing images.</a:t>
            </a:r>
            <a:endParaRPr lang="en-IN" dirty="0">
              <a:hlinkClick r:id="rId3" action="ppaction://hlinksldjump"/>
            </a:endParaRP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81</a:t>
            </a:fld>
            <a:endParaRPr lang="en-US" sz="800" dirty="0"/>
          </a:p>
        </p:txBody>
      </p:sp>
    </p:spTree>
    <p:extLst>
      <p:ext uri="{BB962C8B-B14F-4D97-AF65-F5344CB8AC3E}">
        <p14:creationId xmlns:p14="http://schemas.microsoft.com/office/powerpoint/2010/main" val="352201757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dirty="0"/>
              <a:t>Empirical Rule </a:t>
            </a:r>
            <a:r>
              <a:rPr lang="en-US" sz="1000" b="0" dirty="0"/>
              <a:t>1</a:t>
            </a:r>
            <a:r>
              <a:rPr lang="en-US" sz="3000" dirty="0"/>
              <a:t> – Text Alternative</a:t>
            </a:r>
            <a:endParaRPr lang="en-IN" sz="3000" dirty="0"/>
          </a:p>
        </p:txBody>
      </p:sp>
      <p:sp>
        <p:nvSpPr>
          <p:cNvPr id="4" name="Text Placeholder 3"/>
          <p:cNvSpPr>
            <a:spLocks noGrp="1"/>
          </p:cNvSpPr>
          <p:nvPr>
            <p:ph type="body" sz="quarter" idx="14"/>
          </p:nvPr>
        </p:nvSpPr>
        <p:spPr/>
        <p:txBody>
          <a:bodyPr/>
          <a:lstStyle/>
          <a:p>
            <a:r>
              <a:rPr lang="en-US" dirty="0">
                <a:hlinkClick r:id="rId3" action="ppaction://hlinksldjump"/>
              </a:rPr>
              <a:t>Return to parent-slide containing images.</a:t>
            </a:r>
            <a:endParaRPr lang="en-IN" dirty="0">
              <a:hlinkClick r:id="rId3" action="ppaction://hlinksldjump"/>
            </a:endParaRPr>
          </a:p>
        </p:txBody>
      </p:sp>
      <p:sp>
        <p:nvSpPr>
          <p:cNvPr id="8" name="Content Placeholder 7">
            <a:extLst>
              <a:ext uri="{FF2B5EF4-FFF2-40B4-BE49-F238E27FC236}">
                <a16:creationId xmlns:a16="http://schemas.microsoft.com/office/drawing/2014/main" id="{067DE498-049D-630C-90C0-2834B18E606D}"/>
              </a:ext>
            </a:extLst>
          </p:cNvPr>
          <p:cNvSpPr>
            <a:spLocks noGrp="1"/>
          </p:cNvSpPr>
          <p:nvPr>
            <p:ph sz="quarter" idx="11"/>
          </p:nvPr>
        </p:nvSpPr>
        <p:spPr/>
        <p:txBody>
          <a:bodyPr>
            <a:normAutofit/>
          </a:bodyPr>
          <a:lstStyle/>
          <a:p>
            <a:r>
              <a:rPr lang="en-US" sz="2200" b="0" i="0" u="none" strike="noStrike" dirty="0">
                <a:solidFill>
                  <a:srgbClr val="000000"/>
                </a:solidFill>
                <a:effectLst/>
              </a:rPr>
              <a:t>A symmetrical normal distribution curve with three standard deviation (</a:t>
            </a:r>
            <a:r>
              <a:rPr lang="en-US" sz="2200" b="0" i="1" u="none" strike="noStrike" dirty="0">
                <a:solidFill>
                  <a:srgbClr val="000000"/>
                </a:solidFill>
                <a:effectLst/>
              </a:rPr>
              <a:t>σ</a:t>
            </a:r>
            <a:r>
              <a:rPr lang="en-US" sz="2200" b="0" i="0" u="none" strike="noStrike" dirty="0">
                <a:solidFill>
                  <a:srgbClr val="000000"/>
                </a:solidFill>
                <a:effectLst/>
              </a:rPr>
              <a:t>) values. The base of the curve ranges from the mean (</a:t>
            </a:r>
            <a:r>
              <a:rPr lang="en-US" sz="2200" b="0" i="1" u="none" strike="noStrike" dirty="0">
                <a:solidFill>
                  <a:srgbClr val="000000"/>
                </a:solidFill>
                <a:effectLst/>
              </a:rPr>
              <a:t>μ</a:t>
            </a:r>
            <a:r>
              <a:rPr lang="en-US" sz="2200" b="0" i="0" u="none" strike="noStrike" dirty="0">
                <a:solidFill>
                  <a:srgbClr val="000000"/>
                </a:solidFill>
                <a:effectLst/>
              </a:rPr>
              <a:t>) minus 3</a:t>
            </a:r>
            <a:r>
              <a:rPr lang="en-US" sz="2200" b="0" i="1" u="none" strike="noStrike" dirty="0">
                <a:solidFill>
                  <a:srgbClr val="000000"/>
                </a:solidFill>
                <a:effectLst/>
              </a:rPr>
              <a:t>σ</a:t>
            </a:r>
            <a:r>
              <a:rPr lang="en-US" sz="2200" b="0" i="0" u="none" strike="noStrike" dirty="0">
                <a:solidFill>
                  <a:srgbClr val="000000"/>
                </a:solidFill>
                <a:effectLst/>
              </a:rPr>
              <a:t> to </a:t>
            </a:r>
            <a:r>
              <a:rPr lang="en-US" sz="2200" b="0" i="1" u="none" strike="noStrike" dirty="0">
                <a:solidFill>
                  <a:srgbClr val="000000"/>
                </a:solidFill>
                <a:effectLst/>
              </a:rPr>
              <a:t>μ</a:t>
            </a:r>
            <a:r>
              <a:rPr lang="en-US" sz="2200" b="0" i="0" u="none" strike="noStrike" dirty="0">
                <a:solidFill>
                  <a:srgbClr val="000000"/>
                </a:solidFill>
                <a:effectLst/>
              </a:rPr>
              <a:t> plus 3</a:t>
            </a:r>
            <a:r>
              <a:rPr lang="en-US" sz="2200" b="0" i="1" u="none" strike="noStrike" dirty="0">
                <a:solidFill>
                  <a:srgbClr val="000000"/>
                </a:solidFill>
                <a:effectLst/>
              </a:rPr>
              <a:t>σ</a:t>
            </a:r>
            <a:r>
              <a:rPr lang="en-US" sz="2200" b="0" i="0" u="none" strike="noStrike" dirty="0">
                <a:solidFill>
                  <a:srgbClr val="000000"/>
                </a:solidFill>
                <a:effectLst/>
              </a:rPr>
              <a:t>. The values plotted are as follows:</a:t>
            </a:r>
          </a:p>
          <a:p>
            <a:r>
              <a:rPr lang="en-US" sz="2200" b="0" i="0" u="none" strike="noStrike" dirty="0">
                <a:solidFill>
                  <a:srgbClr val="000000"/>
                </a:solidFill>
                <a:effectLst/>
              </a:rPr>
              <a:t>For </a:t>
            </a:r>
            <a:r>
              <a:rPr lang="en-US" sz="2200" b="0" i="1" u="none" strike="noStrike" dirty="0">
                <a:solidFill>
                  <a:srgbClr val="000000"/>
                </a:solidFill>
                <a:effectLst/>
              </a:rPr>
              <a:t>k</a:t>
            </a:r>
            <a:r>
              <a:rPr lang="en-US" sz="2200" b="0" i="0" u="none" strike="noStrike" dirty="0">
                <a:solidFill>
                  <a:srgbClr val="000000"/>
                </a:solidFill>
                <a:effectLst/>
              </a:rPr>
              <a:t> = 1, approximately 68.26% of values will lie within </a:t>
            </a:r>
            <a:r>
              <a:rPr lang="en-US" sz="2200" b="0" i="1" u="none" strike="noStrike" dirty="0">
                <a:solidFill>
                  <a:srgbClr val="000000"/>
                </a:solidFill>
                <a:effectLst/>
              </a:rPr>
              <a:t>μ</a:t>
            </a:r>
            <a:r>
              <a:rPr lang="en-US" sz="2200" b="0" i="0" u="none" strike="noStrike" dirty="0">
                <a:solidFill>
                  <a:srgbClr val="000000"/>
                </a:solidFill>
                <a:effectLst/>
              </a:rPr>
              <a:t> ± </a:t>
            </a:r>
            <a:r>
              <a:rPr lang="en-US" sz="2200" b="0" i="1" u="none" strike="noStrike" dirty="0">
                <a:solidFill>
                  <a:srgbClr val="000000"/>
                </a:solidFill>
                <a:effectLst/>
              </a:rPr>
              <a:t>σ</a:t>
            </a:r>
            <a:r>
              <a:rPr lang="en-US" sz="2200" b="0" i="0" u="none" strike="noStrike" dirty="0">
                <a:solidFill>
                  <a:srgbClr val="000000"/>
                </a:solidFill>
                <a:effectLst/>
              </a:rPr>
              <a:t>.</a:t>
            </a:r>
          </a:p>
          <a:p>
            <a:r>
              <a:rPr lang="en-US" sz="2200" b="0" i="0" u="none" strike="noStrike" dirty="0">
                <a:solidFill>
                  <a:srgbClr val="000000"/>
                </a:solidFill>
                <a:effectLst/>
              </a:rPr>
              <a:t>For </a:t>
            </a:r>
            <a:r>
              <a:rPr lang="en-US" sz="2200" b="0" i="1" u="none" strike="noStrike" dirty="0">
                <a:solidFill>
                  <a:srgbClr val="000000"/>
                </a:solidFill>
                <a:effectLst/>
              </a:rPr>
              <a:t>k</a:t>
            </a:r>
            <a:r>
              <a:rPr lang="en-US" sz="2200" b="0" i="0" u="none" strike="noStrike" dirty="0">
                <a:solidFill>
                  <a:srgbClr val="000000"/>
                </a:solidFill>
                <a:effectLst/>
              </a:rPr>
              <a:t> = 2, approximately 95.44% of values will lie within </a:t>
            </a:r>
            <a:r>
              <a:rPr lang="en-US" sz="2200" b="0" i="1" u="none" strike="noStrike" dirty="0">
                <a:solidFill>
                  <a:srgbClr val="000000"/>
                </a:solidFill>
                <a:effectLst/>
              </a:rPr>
              <a:t>μ</a:t>
            </a:r>
            <a:r>
              <a:rPr lang="en-US" sz="2200" b="0" i="0" u="none" strike="noStrike" dirty="0">
                <a:solidFill>
                  <a:srgbClr val="000000"/>
                </a:solidFill>
                <a:effectLst/>
              </a:rPr>
              <a:t> ± 2</a:t>
            </a:r>
            <a:r>
              <a:rPr lang="en-US" sz="2200" b="0" i="1" u="none" strike="noStrike" dirty="0">
                <a:solidFill>
                  <a:srgbClr val="000000"/>
                </a:solidFill>
                <a:effectLst/>
              </a:rPr>
              <a:t>σ</a:t>
            </a:r>
            <a:r>
              <a:rPr lang="en-US" sz="2200" b="0" i="0" u="none" strike="noStrike" dirty="0">
                <a:solidFill>
                  <a:srgbClr val="000000"/>
                </a:solidFill>
                <a:effectLst/>
              </a:rPr>
              <a:t>. </a:t>
            </a:r>
          </a:p>
          <a:p>
            <a:r>
              <a:rPr lang="en-US" sz="2200" b="0" i="0" u="none" strike="noStrike" dirty="0">
                <a:solidFill>
                  <a:srgbClr val="000000"/>
                </a:solidFill>
                <a:effectLst/>
              </a:rPr>
              <a:t>For </a:t>
            </a:r>
            <a:r>
              <a:rPr lang="en-US" sz="2200" b="0" i="1" u="none" strike="noStrike" dirty="0">
                <a:solidFill>
                  <a:srgbClr val="000000"/>
                </a:solidFill>
                <a:effectLst/>
              </a:rPr>
              <a:t>k</a:t>
            </a:r>
            <a:r>
              <a:rPr lang="en-US" sz="2200" b="0" i="0" u="none" strike="noStrike" dirty="0">
                <a:solidFill>
                  <a:srgbClr val="000000"/>
                </a:solidFill>
                <a:effectLst/>
              </a:rPr>
              <a:t> = 3, approximately 99.73% of values will lie within </a:t>
            </a:r>
            <a:r>
              <a:rPr lang="en-US" sz="2200" b="0" i="1" u="none" strike="noStrike" dirty="0">
                <a:solidFill>
                  <a:srgbClr val="000000"/>
                </a:solidFill>
                <a:effectLst/>
              </a:rPr>
              <a:t>μ</a:t>
            </a:r>
            <a:r>
              <a:rPr lang="en-US" sz="2200" b="0" i="0" u="none" strike="noStrike" dirty="0">
                <a:solidFill>
                  <a:srgbClr val="000000"/>
                </a:solidFill>
                <a:effectLst/>
              </a:rPr>
              <a:t> ± 3</a:t>
            </a:r>
            <a:r>
              <a:rPr lang="en-US" sz="2200" b="0" i="1" u="none" strike="noStrike" dirty="0">
                <a:solidFill>
                  <a:srgbClr val="000000"/>
                </a:solidFill>
                <a:effectLst/>
              </a:rPr>
              <a:t>σ</a:t>
            </a:r>
            <a:r>
              <a:rPr lang="en-US" sz="2200" b="0" i="0" u="none" strike="noStrike" dirty="0">
                <a:solidFill>
                  <a:srgbClr val="000000"/>
                </a:solidFill>
                <a:effectLst/>
              </a:rPr>
              <a:t>. </a:t>
            </a:r>
            <a:endParaRPr lang="en-IN" sz="2200" dirty="0"/>
          </a:p>
        </p:txBody>
      </p:sp>
      <p:sp>
        <p:nvSpPr>
          <p:cNvPr id="2" name="Text Placeholder 1"/>
          <p:cNvSpPr>
            <a:spLocks noGrp="1"/>
          </p:cNvSpPr>
          <p:nvPr>
            <p:ph type="body" sz="quarter" idx="15"/>
          </p:nvPr>
        </p:nvSpPr>
        <p:spPr/>
        <p:txBody>
          <a:bodyPr/>
          <a:lstStyle/>
          <a:p>
            <a:pPr algn="ctr"/>
            <a:r>
              <a:rPr lang="en-US" dirty="0">
                <a:hlinkClick r:id="rId3" action="ppaction://hlinksldjump"/>
              </a:rPr>
              <a:t>Return to parent-slide containing images.</a:t>
            </a:r>
            <a:endParaRPr lang="en-IN" dirty="0">
              <a:hlinkClick r:id="rId3" action="ppaction://hlinksldjump"/>
            </a:endParaRP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82</a:t>
            </a:fld>
            <a:endParaRPr lang="en-US" sz="800" dirty="0"/>
          </a:p>
        </p:txBody>
      </p:sp>
    </p:spTree>
    <p:extLst>
      <p:ext uri="{BB962C8B-B14F-4D97-AF65-F5344CB8AC3E}">
        <p14:creationId xmlns:p14="http://schemas.microsoft.com/office/powerpoint/2010/main" val="302401507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dirty="0"/>
              <a:t>Empirical Rule </a:t>
            </a:r>
            <a:r>
              <a:rPr lang="en-US" sz="1000" b="0" dirty="0"/>
              <a:t>2</a:t>
            </a:r>
            <a:r>
              <a:rPr lang="en-US" sz="3000" dirty="0"/>
              <a:t> – Text Alternative</a:t>
            </a:r>
            <a:endParaRPr lang="en-IN" sz="3000" dirty="0"/>
          </a:p>
        </p:txBody>
      </p:sp>
      <p:sp>
        <p:nvSpPr>
          <p:cNvPr id="4" name="Text Placeholder 3"/>
          <p:cNvSpPr>
            <a:spLocks noGrp="1"/>
          </p:cNvSpPr>
          <p:nvPr>
            <p:ph type="body" sz="quarter" idx="14"/>
          </p:nvPr>
        </p:nvSpPr>
        <p:spPr/>
        <p:txBody>
          <a:bodyPr/>
          <a:lstStyle/>
          <a:p>
            <a:r>
              <a:rPr lang="en-US" dirty="0">
                <a:hlinkClick r:id="rId3" action="ppaction://hlinksldjump"/>
              </a:rPr>
              <a:t>Return to parent-slide containing images.</a:t>
            </a:r>
            <a:endParaRPr lang="en-IN" dirty="0">
              <a:hlinkClick r:id="rId3" action="ppaction://hlinksldjump"/>
            </a:endParaRPr>
          </a:p>
        </p:txBody>
      </p:sp>
      <p:sp>
        <p:nvSpPr>
          <p:cNvPr id="8" name="Content Placeholder 7">
            <a:extLst>
              <a:ext uri="{FF2B5EF4-FFF2-40B4-BE49-F238E27FC236}">
                <a16:creationId xmlns:a16="http://schemas.microsoft.com/office/drawing/2014/main" id="{067DE498-049D-630C-90C0-2834B18E606D}"/>
              </a:ext>
            </a:extLst>
          </p:cNvPr>
          <p:cNvSpPr>
            <a:spLocks noGrp="1"/>
          </p:cNvSpPr>
          <p:nvPr>
            <p:ph sz="quarter" idx="11"/>
          </p:nvPr>
        </p:nvSpPr>
        <p:spPr/>
        <p:txBody>
          <a:bodyPr>
            <a:normAutofit/>
          </a:bodyPr>
          <a:lstStyle/>
          <a:p>
            <a:r>
              <a:rPr lang="en-US" sz="2200" b="0" i="0" u="none" strike="noStrike" dirty="0">
                <a:solidFill>
                  <a:srgbClr val="000000"/>
                </a:solidFill>
                <a:effectLst/>
              </a:rPr>
              <a:t>A symmetrical normal distribution curve with three standard deviation (</a:t>
            </a:r>
            <a:r>
              <a:rPr lang="en-US" sz="2200" b="0" i="1" u="none" strike="noStrike" dirty="0">
                <a:solidFill>
                  <a:srgbClr val="000000"/>
                </a:solidFill>
                <a:effectLst/>
              </a:rPr>
              <a:t>σ</a:t>
            </a:r>
            <a:r>
              <a:rPr lang="en-US" sz="2200" b="0" i="0" u="none" strike="noStrike" dirty="0">
                <a:solidFill>
                  <a:srgbClr val="000000"/>
                </a:solidFill>
                <a:effectLst/>
              </a:rPr>
              <a:t>) values. The base of the curve ranges from the mean (</a:t>
            </a:r>
            <a:r>
              <a:rPr lang="en-US" sz="2200" b="0" i="1" u="none" strike="noStrike" dirty="0">
                <a:solidFill>
                  <a:srgbClr val="000000"/>
                </a:solidFill>
                <a:effectLst/>
              </a:rPr>
              <a:t>μ</a:t>
            </a:r>
            <a:r>
              <a:rPr lang="en-US" sz="2200" b="0" i="0" u="none" strike="noStrike" dirty="0">
                <a:solidFill>
                  <a:srgbClr val="000000"/>
                </a:solidFill>
                <a:effectLst/>
              </a:rPr>
              <a:t>) minus 3</a:t>
            </a:r>
            <a:r>
              <a:rPr lang="en-US" sz="2200" b="0" i="1" u="none" strike="noStrike" dirty="0">
                <a:solidFill>
                  <a:srgbClr val="000000"/>
                </a:solidFill>
                <a:effectLst/>
              </a:rPr>
              <a:t>σ</a:t>
            </a:r>
            <a:r>
              <a:rPr lang="en-US" sz="2200" b="0" i="0" u="none" strike="noStrike" dirty="0">
                <a:solidFill>
                  <a:srgbClr val="000000"/>
                </a:solidFill>
                <a:effectLst/>
              </a:rPr>
              <a:t> to </a:t>
            </a:r>
            <a:r>
              <a:rPr lang="en-US" sz="2200" b="0" i="1" u="none" strike="noStrike" dirty="0">
                <a:solidFill>
                  <a:srgbClr val="000000"/>
                </a:solidFill>
                <a:effectLst/>
              </a:rPr>
              <a:t>μ</a:t>
            </a:r>
            <a:r>
              <a:rPr lang="en-US" sz="2200" b="0" i="0" u="none" strike="noStrike" dirty="0">
                <a:solidFill>
                  <a:srgbClr val="000000"/>
                </a:solidFill>
                <a:effectLst/>
              </a:rPr>
              <a:t> plus 3</a:t>
            </a:r>
            <a:r>
              <a:rPr lang="en-US" sz="2200" b="0" i="1" u="none" strike="noStrike" dirty="0">
                <a:solidFill>
                  <a:srgbClr val="000000"/>
                </a:solidFill>
                <a:effectLst/>
              </a:rPr>
              <a:t>σ</a:t>
            </a:r>
            <a:r>
              <a:rPr lang="en-US" sz="2200" b="0" i="0" u="none" strike="noStrike" dirty="0">
                <a:solidFill>
                  <a:srgbClr val="000000"/>
                </a:solidFill>
                <a:effectLst/>
              </a:rPr>
              <a:t>. The values plotted are as follows:</a:t>
            </a:r>
          </a:p>
          <a:p>
            <a:r>
              <a:rPr lang="en-US" sz="2200" b="0" i="0" u="none" strike="noStrike" dirty="0">
                <a:solidFill>
                  <a:srgbClr val="000000"/>
                </a:solidFill>
                <a:effectLst/>
              </a:rPr>
              <a:t>For </a:t>
            </a:r>
            <a:r>
              <a:rPr lang="en-US" sz="2200" b="0" i="1" u="none" strike="noStrike" dirty="0">
                <a:solidFill>
                  <a:srgbClr val="000000"/>
                </a:solidFill>
                <a:effectLst/>
              </a:rPr>
              <a:t>k</a:t>
            </a:r>
            <a:r>
              <a:rPr lang="en-US" sz="2200" b="0" i="0" u="none" strike="noStrike" dirty="0">
                <a:solidFill>
                  <a:srgbClr val="000000"/>
                </a:solidFill>
                <a:effectLst/>
              </a:rPr>
              <a:t> = 1, approximately 68.26% of values will lie within </a:t>
            </a:r>
            <a:r>
              <a:rPr lang="en-US" sz="2200" b="0" i="1" u="none" strike="noStrike" dirty="0">
                <a:solidFill>
                  <a:srgbClr val="000000"/>
                </a:solidFill>
                <a:effectLst/>
              </a:rPr>
              <a:t>μ</a:t>
            </a:r>
            <a:r>
              <a:rPr lang="en-US" sz="2200" b="0" i="0" u="none" strike="noStrike" dirty="0">
                <a:solidFill>
                  <a:srgbClr val="000000"/>
                </a:solidFill>
                <a:effectLst/>
              </a:rPr>
              <a:t> ± </a:t>
            </a:r>
            <a:r>
              <a:rPr lang="en-US" sz="2200" b="0" i="1" u="none" strike="noStrike" dirty="0">
                <a:solidFill>
                  <a:srgbClr val="000000"/>
                </a:solidFill>
                <a:effectLst/>
              </a:rPr>
              <a:t>σ</a:t>
            </a:r>
            <a:r>
              <a:rPr lang="en-US" sz="2200" b="0" i="0" u="none" strike="noStrike" dirty="0">
                <a:solidFill>
                  <a:srgbClr val="000000"/>
                </a:solidFill>
                <a:effectLst/>
              </a:rPr>
              <a:t>.</a:t>
            </a:r>
          </a:p>
          <a:p>
            <a:r>
              <a:rPr lang="en-US" sz="2200" b="0" i="0" u="none" strike="noStrike" dirty="0">
                <a:solidFill>
                  <a:srgbClr val="000000"/>
                </a:solidFill>
                <a:effectLst/>
              </a:rPr>
              <a:t>For </a:t>
            </a:r>
            <a:r>
              <a:rPr lang="en-US" sz="2200" b="0" i="1" u="none" strike="noStrike" dirty="0">
                <a:solidFill>
                  <a:srgbClr val="000000"/>
                </a:solidFill>
                <a:effectLst/>
              </a:rPr>
              <a:t>k</a:t>
            </a:r>
            <a:r>
              <a:rPr lang="en-US" sz="2200" b="0" i="0" u="none" strike="noStrike" dirty="0">
                <a:solidFill>
                  <a:srgbClr val="000000"/>
                </a:solidFill>
                <a:effectLst/>
              </a:rPr>
              <a:t> = 2, approximately 95.44% of values will lie within </a:t>
            </a:r>
            <a:r>
              <a:rPr lang="en-US" sz="2200" b="0" i="1" u="none" strike="noStrike" dirty="0">
                <a:solidFill>
                  <a:srgbClr val="000000"/>
                </a:solidFill>
                <a:effectLst/>
              </a:rPr>
              <a:t>μ</a:t>
            </a:r>
            <a:r>
              <a:rPr lang="en-US" sz="2200" b="0" i="0" u="none" strike="noStrike" dirty="0">
                <a:solidFill>
                  <a:srgbClr val="000000"/>
                </a:solidFill>
                <a:effectLst/>
              </a:rPr>
              <a:t> ± 2</a:t>
            </a:r>
            <a:r>
              <a:rPr lang="en-US" sz="2200" b="0" i="1" u="none" strike="noStrike" dirty="0">
                <a:solidFill>
                  <a:srgbClr val="000000"/>
                </a:solidFill>
                <a:effectLst/>
              </a:rPr>
              <a:t>σ</a:t>
            </a:r>
            <a:r>
              <a:rPr lang="en-US" sz="2200" b="0" i="0" u="none" strike="noStrike" dirty="0">
                <a:solidFill>
                  <a:srgbClr val="000000"/>
                </a:solidFill>
                <a:effectLst/>
              </a:rPr>
              <a:t>.</a:t>
            </a:r>
          </a:p>
          <a:p>
            <a:r>
              <a:rPr lang="en-US" sz="2200" b="0" i="0" u="none" strike="noStrike" dirty="0">
                <a:solidFill>
                  <a:srgbClr val="000000"/>
                </a:solidFill>
                <a:effectLst/>
              </a:rPr>
              <a:t>For </a:t>
            </a:r>
            <a:r>
              <a:rPr lang="en-US" sz="2200" b="0" i="1" u="none" strike="noStrike" dirty="0">
                <a:solidFill>
                  <a:srgbClr val="000000"/>
                </a:solidFill>
                <a:effectLst/>
              </a:rPr>
              <a:t>k</a:t>
            </a:r>
            <a:r>
              <a:rPr lang="en-US" sz="2200" b="0" i="0" u="none" strike="noStrike" dirty="0">
                <a:solidFill>
                  <a:srgbClr val="000000"/>
                </a:solidFill>
                <a:effectLst/>
              </a:rPr>
              <a:t> = 3, approximately 99.73% of values will lie within </a:t>
            </a:r>
            <a:r>
              <a:rPr lang="en-US" sz="2200" b="0" i="1" u="none" strike="noStrike" dirty="0">
                <a:solidFill>
                  <a:srgbClr val="000000"/>
                </a:solidFill>
                <a:effectLst/>
              </a:rPr>
              <a:t>μ</a:t>
            </a:r>
            <a:r>
              <a:rPr lang="en-US" sz="2200" b="0" i="0" u="none" strike="noStrike" dirty="0">
                <a:solidFill>
                  <a:srgbClr val="000000"/>
                </a:solidFill>
                <a:effectLst/>
              </a:rPr>
              <a:t> ± 3</a:t>
            </a:r>
            <a:r>
              <a:rPr lang="en-US" sz="2200" b="0" i="1" u="none" strike="noStrike" dirty="0">
                <a:solidFill>
                  <a:srgbClr val="000000"/>
                </a:solidFill>
                <a:effectLst/>
              </a:rPr>
              <a:t>σ</a:t>
            </a:r>
            <a:r>
              <a:rPr lang="en-US" sz="2200" b="0" i="0" u="none" strike="noStrike" dirty="0">
                <a:solidFill>
                  <a:srgbClr val="000000"/>
                </a:solidFill>
                <a:effectLst/>
              </a:rPr>
              <a:t>. </a:t>
            </a:r>
            <a:endParaRPr lang="en-IN" sz="2200" dirty="0"/>
          </a:p>
        </p:txBody>
      </p:sp>
      <p:sp>
        <p:nvSpPr>
          <p:cNvPr id="2" name="Text Placeholder 1"/>
          <p:cNvSpPr>
            <a:spLocks noGrp="1"/>
          </p:cNvSpPr>
          <p:nvPr>
            <p:ph type="body" sz="quarter" idx="15"/>
          </p:nvPr>
        </p:nvSpPr>
        <p:spPr/>
        <p:txBody>
          <a:bodyPr/>
          <a:lstStyle/>
          <a:p>
            <a:pPr algn="ctr"/>
            <a:r>
              <a:rPr lang="en-US" dirty="0">
                <a:hlinkClick r:id="rId3" action="ppaction://hlinksldjump"/>
              </a:rPr>
              <a:t>Return to parent-slide containing images.</a:t>
            </a:r>
            <a:endParaRPr lang="en-IN" dirty="0">
              <a:hlinkClick r:id="rId3" action="ppaction://hlinksldjump"/>
            </a:endParaRP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83</a:t>
            </a:fld>
            <a:endParaRPr lang="en-US" sz="800" dirty="0"/>
          </a:p>
        </p:txBody>
      </p:sp>
    </p:spTree>
    <p:extLst>
      <p:ext uri="{BB962C8B-B14F-4D97-AF65-F5344CB8AC3E}">
        <p14:creationId xmlns:p14="http://schemas.microsoft.com/office/powerpoint/2010/main" val="125383823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dirty="0"/>
              <a:t>Quartiles </a:t>
            </a:r>
            <a:r>
              <a:rPr lang="en-US" sz="1000" b="0" dirty="0"/>
              <a:t>1</a:t>
            </a:r>
            <a:r>
              <a:rPr lang="en-US" sz="3000" dirty="0"/>
              <a:t> – Text Alternative</a:t>
            </a:r>
            <a:endParaRPr lang="en-IN" sz="3000" dirty="0"/>
          </a:p>
        </p:txBody>
      </p:sp>
      <p:sp>
        <p:nvSpPr>
          <p:cNvPr id="4" name="Text Placeholder 3"/>
          <p:cNvSpPr>
            <a:spLocks noGrp="1"/>
          </p:cNvSpPr>
          <p:nvPr>
            <p:ph type="body" sz="quarter" idx="14"/>
          </p:nvPr>
        </p:nvSpPr>
        <p:spPr/>
        <p:txBody>
          <a:bodyPr/>
          <a:lstStyle/>
          <a:p>
            <a:r>
              <a:rPr lang="en-US" dirty="0">
                <a:hlinkClick r:id="rId3" action="ppaction://hlinksldjump"/>
              </a:rPr>
              <a:t>Return to parent-slide containing images.</a:t>
            </a:r>
            <a:endParaRPr lang="en-IN" dirty="0">
              <a:hlinkClick r:id="rId3" action="ppaction://hlinksldjump"/>
            </a:endParaRPr>
          </a:p>
        </p:txBody>
      </p:sp>
      <p:sp>
        <p:nvSpPr>
          <p:cNvPr id="8" name="Content Placeholder 7">
            <a:extLst>
              <a:ext uri="{FF2B5EF4-FFF2-40B4-BE49-F238E27FC236}">
                <a16:creationId xmlns:a16="http://schemas.microsoft.com/office/drawing/2014/main" id="{067DE498-049D-630C-90C0-2834B18E606D}"/>
              </a:ext>
            </a:extLst>
          </p:cNvPr>
          <p:cNvSpPr>
            <a:spLocks noGrp="1"/>
          </p:cNvSpPr>
          <p:nvPr>
            <p:ph sz="quarter" idx="11"/>
          </p:nvPr>
        </p:nvSpPr>
        <p:spPr/>
        <p:txBody>
          <a:bodyPr>
            <a:normAutofit/>
          </a:bodyPr>
          <a:lstStyle/>
          <a:p>
            <a:r>
              <a:rPr lang="en-US" b="0" i="0" u="none" strike="noStrike" dirty="0">
                <a:solidFill>
                  <a:srgbClr val="000000"/>
                </a:solidFill>
                <a:effectLst/>
              </a:rPr>
              <a:t>For the first image, three quartiles, denoted by </a:t>
            </a:r>
            <a:r>
              <a:rPr lang="en-US" b="0" i="1" u="none" strike="noStrike" dirty="0">
                <a:solidFill>
                  <a:srgbClr val="000000"/>
                </a:solidFill>
                <a:effectLst/>
              </a:rPr>
              <a:t>Q</a:t>
            </a:r>
            <a:r>
              <a:rPr lang="en-US" b="0" i="0" u="none" strike="noStrike" dirty="0">
                <a:solidFill>
                  <a:srgbClr val="000000"/>
                </a:solidFill>
                <a:effectLst/>
              </a:rPr>
              <a:t>1, </a:t>
            </a:r>
            <a:r>
              <a:rPr lang="en-US" b="0" i="1" u="none" strike="noStrike" dirty="0">
                <a:solidFill>
                  <a:srgbClr val="000000"/>
                </a:solidFill>
                <a:effectLst/>
              </a:rPr>
              <a:t>Q</a:t>
            </a:r>
            <a:r>
              <a:rPr lang="en-US" b="0" i="0" u="none" strike="noStrike" dirty="0">
                <a:solidFill>
                  <a:srgbClr val="000000"/>
                </a:solidFill>
                <a:effectLst/>
              </a:rPr>
              <a:t>2, and </a:t>
            </a:r>
            <a:r>
              <a:rPr lang="en-US" b="0" i="1" u="none" strike="noStrike" dirty="0">
                <a:solidFill>
                  <a:srgbClr val="000000"/>
                </a:solidFill>
                <a:effectLst/>
              </a:rPr>
              <a:t>Q</a:t>
            </a:r>
            <a:r>
              <a:rPr lang="en-US" b="0" i="0" u="none" strike="noStrike" dirty="0">
                <a:solidFill>
                  <a:srgbClr val="000000"/>
                </a:solidFill>
                <a:effectLst/>
              </a:rPr>
              <a:t>3. They divide a rank-ordered data set into four equal parts:</a:t>
            </a:r>
            <a:br>
              <a:rPr lang="en-US" b="0" i="0" u="none" strike="noStrike" dirty="0">
                <a:solidFill>
                  <a:srgbClr val="000000"/>
                </a:solidFill>
                <a:effectLst/>
              </a:rPr>
            </a:br>
            <a:r>
              <a:rPr lang="en-US" b="0" i="1" u="none" strike="noStrike" dirty="0">
                <a:solidFill>
                  <a:srgbClr val="000000"/>
                </a:solidFill>
                <a:effectLst/>
              </a:rPr>
              <a:t>Q</a:t>
            </a:r>
            <a:r>
              <a:rPr lang="en-US" b="0" i="0" u="none" strike="noStrike" dirty="0">
                <a:solidFill>
                  <a:srgbClr val="000000"/>
                </a:solidFill>
                <a:effectLst/>
              </a:rPr>
              <a:t>1 (First Quartile): Also known as the lower quartile, </a:t>
            </a:r>
            <a:r>
              <a:rPr lang="en-US" b="0" i="1" u="none" strike="noStrike" dirty="0">
                <a:solidFill>
                  <a:srgbClr val="000000"/>
                </a:solidFill>
                <a:effectLst/>
              </a:rPr>
              <a:t>Q</a:t>
            </a:r>
            <a:r>
              <a:rPr lang="en-US" b="0" i="0" u="none" strike="noStrike" dirty="0">
                <a:solidFill>
                  <a:srgbClr val="000000"/>
                </a:solidFill>
                <a:effectLst/>
              </a:rPr>
              <a:t>1 is the median of the lower half of the data set. It separates the lowest 25% of the data from the rest. </a:t>
            </a:r>
            <a:r>
              <a:rPr lang="en-US" b="0" i="1" u="none" strike="noStrike" dirty="0">
                <a:solidFill>
                  <a:srgbClr val="000000"/>
                </a:solidFill>
                <a:effectLst/>
              </a:rPr>
              <a:t>Q</a:t>
            </a:r>
            <a:r>
              <a:rPr lang="en-US" b="0" i="0" u="none" strike="noStrike" dirty="0">
                <a:solidFill>
                  <a:srgbClr val="000000"/>
                </a:solidFill>
                <a:effectLst/>
              </a:rPr>
              <a:t>2 (Second Quartile): </a:t>
            </a:r>
            <a:r>
              <a:rPr lang="en-US" b="0" i="1" u="none" strike="noStrike" dirty="0">
                <a:solidFill>
                  <a:srgbClr val="000000"/>
                </a:solidFill>
                <a:effectLst/>
              </a:rPr>
              <a:t>Q</a:t>
            </a:r>
            <a:r>
              <a:rPr lang="en-US" b="0" i="0" u="none" strike="noStrike" dirty="0">
                <a:solidFill>
                  <a:srgbClr val="000000"/>
                </a:solidFill>
                <a:effectLst/>
              </a:rPr>
              <a:t>2 is the median of the entire data set. It separates the data into two halves. Half the scores are greater than or equal to this value and half are less. </a:t>
            </a:r>
            <a:r>
              <a:rPr lang="en-US" b="0" i="1" u="none" strike="noStrike" dirty="0">
                <a:solidFill>
                  <a:srgbClr val="000000"/>
                </a:solidFill>
                <a:effectLst/>
              </a:rPr>
              <a:t>Q</a:t>
            </a:r>
            <a:r>
              <a:rPr lang="en-US" b="0" i="0" u="none" strike="noStrike" dirty="0">
                <a:solidFill>
                  <a:srgbClr val="000000"/>
                </a:solidFill>
                <a:effectLst/>
              </a:rPr>
              <a:t>3 (Third Quartile): Also known as the upper quartile, </a:t>
            </a:r>
            <a:r>
              <a:rPr lang="en-US" i="1" u="none" strike="noStrike" dirty="0">
                <a:solidFill>
                  <a:srgbClr val="000000"/>
                </a:solidFill>
                <a:effectLst/>
              </a:rPr>
              <a:t>Q</a:t>
            </a:r>
            <a:r>
              <a:rPr lang="en-US" b="0" i="0" u="none" strike="noStrike" dirty="0">
                <a:solidFill>
                  <a:srgbClr val="000000"/>
                </a:solidFill>
                <a:effectLst/>
              </a:rPr>
              <a:t>3 is the median of the upper half of the data set. It separates the highest 25% of the data from the rest.</a:t>
            </a:r>
          </a:p>
          <a:p>
            <a:r>
              <a:rPr lang="en-US" b="0" i="0" u="none" strike="noStrike" dirty="0">
                <a:solidFill>
                  <a:srgbClr val="000000"/>
                </a:solidFill>
                <a:effectLst/>
              </a:rPr>
              <a:t>For the second image, the second quartile (</a:t>
            </a:r>
            <a:r>
              <a:rPr lang="en-US" b="0" i="1" u="none" strike="noStrike" dirty="0">
                <a:solidFill>
                  <a:srgbClr val="000000"/>
                </a:solidFill>
                <a:effectLst/>
              </a:rPr>
              <a:t>Q</a:t>
            </a:r>
            <a:r>
              <a:rPr lang="en-US" b="0" i="0" u="none" strike="noStrike" dirty="0">
                <a:solidFill>
                  <a:srgbClr val="000000"/>
                </a:solidFill>
                <a:effectLst/>
              </a:rPr>
              <a:t>2) is also known as the median. It divides the data set into two halves. The lower half falls below the median and constitutes the lower 50% of the data set, while the upper half is above the median and constitutes the upper 50% of the data set.</a:t>
            </a:r>
            <a:endParaRPr lang="en-IN" dirty="0"/>
          </a:p>
        </p:txBody>
      </p:sp>
      <p:sp>
        <p:nvSpPr>
          <p:cNvPr id="2" name="Text Placeholder 1"/>
          <p:cNvSpPr>
            <a:spLocks noGrp="1"/>
          </p:cNvSpPr>
          <p:nvPr>
            <p:ph type="body" sz="quarter" idx="15"/>
          </p:nvPr>
        </p:nvSpPr>
        <p:spPr/>
        <p:txBody>
          <a:bodyPr/>
          <a:lstStyle/>
          <a:p>
            <a:pPr algn="ctr"/>
            <a:r>
              <a:rPr lang="en-US" dirty="0">
                <a:hlinkClick r:id="rId3" action="ppaction://hlinksldjump"/>
              </a:rPr>
              <a:t>Return to parent-slide containing images.</a:t>
            </a:r>
            <a:endParaRPr lang="en-IN" dirty="0">
              <a:hlinkClick r:id="rId3" action="ppaction://hlinksldjump"/>
            </a:endParaRP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84</a:t>
            </a:fld>
            <a:endParaRPr lang="en-US" sz="800" dirty="0"/>
          </a:p>
        </p:txBody>
      </p:sp>
    </p:spTree>
    <p:extLst>
      <p:ext uri="{BB962C8B-B14F-4D97-AF65-F5344CB8AC3E}">
        <p14:creationId xmlns:p14="http://schemas.microsoft.com/office/powerpoint/2010/main" val="18539925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dirty="0"/>
              <a:t>Quartiles </a:t>
            </a:r>
            <a:r>
              <a:rPr lang="en-US" sz="1000" b="0" dirty="0"/>
              <a:t>2</a:t>
            </a:r>
            <a:r>
              <a:rPr lang="en-US" sz="3000" dirty="0"/>
              <a:t> – Text Alternative</a:t>
            </a:r>
            <a:endParaRPr lang="en-IN" sz="3000" dirty="0"/>
          </a:p>
        </p:txBody>
      </p:sp>
      <p:sp>
        <p:nvSpPr>
          <p:cNvPr id="4" name="Text Placeholder 3"/>
          <p:cNvSpPr>
            <a:spLocks noGrp="1"/>
          </p:cNvSpPr>
          <p:nvPr>
            <p:ph type="body" sz="quarter" idx="14"/>
          </p:nvPr>
        </p:nvSpPr>
        <p:spPr/>
        <p:txBody>
          <a:bodyPr/>
          <a:lstStyle/>
          <a:p>
            <a:r>
              <a:rPr lang="en-US" dirty="0">
                <a:hlinkClick r:id="rId3" action="ppaction://hlinksldjump"/>
              </a:rPr>
              <a:t>Return to parent-slide containing images.</a:t>
            </a:r>
            <a:endParaRPr lang="en-IN" dirty="0">
              <a:hlinkClick r:id="rId3" action="ppaction://hlinksldjump"/>
            </a:endParaRPr>
          </a:p>
        </p:txBody>
      </p:sp>
      <p:sp>
        <p:nvSpPr>
          <p:cNvPr id="8" name="Content Placeholder 7">
            <a:extLst>
              <a:ext uri="{FF2B5EF4-FFF2-40B4-BE49-F238E27FC236}">
                <a16:creationId xmlns:a16="http://schemas.microsoft.com/office/drawing/2014/main" id="{067DE498-049D-630C-90C0-2834B18E606D}"/>
              </a:ext>
            </a:extLst>
          </p:cNvPr>
          <p:cNvSpPr>
            <a:spLocks noGrp="1"/>
          </p:cNvSpPr>
          <p:nvPr>
            <p:ph sz="quarter" idx="11"/>
          </p:nvPr>
        </p:nvSpPr>
        <p:spPr/>
        <p:txBody>
          <a:bodyPr>
            <a:normAutofit/>
          </a:bodyPr>
          <a:lstStyle/>
          <a:p>
            <a:r>
              <a:rPr lang="en-US" sz="2200" b="0" i="0" u="none" strike="noStrike" dirty="0">
                <a:solidFill>
                  <a:srgbClr val="000000"/>
                </a:solidFill>
                <a:effectLst/>
              </a:rPr>
              <a:t>Two quartiles, denoted by </a:t>
            </a:r>
            <a:r>
              <a:rPr lang="en-US" sz="2200" b="0" i="1" u="none" strike="noStrike" dirty="0">
                <a:solidFill>
                  <a:srgbClr val="000000"/>
                </a:solidFill>
                <a:effectLst/>
              </a:rPr>
              <a:t>Q</a:t>
            </a:r>
            <a:r>
              <a:rPr lang="en-US" sz="2200" b="0" i="0" u="none" strike="noStrike" dirty="0">
                <a:solidFill>
                  <a:srgbClr val="000000"/>
                </a:solidFill>
                <a:effectLst/>
              </a:rPr>
              <a:t>1 and </a:t>
            </a:r>
            <a:r>
              <a:rPr lang="en-US" sz="2200" b="0" i="1" u="none" strike="noStrike" dirty="0">
                <a:solidFill>
                  <a:srgbClr val="000000"/>
                </a:solidFill>
                <a:effectLst/>
              </a:rPr>
              <a:t>Q</a:t>
            </a:r>
            <a:r>
              <a:rPr lang="en-US" sz="2200" b="0" i="0" u="none" strike="noStrike" dirty="0">
                <a:solidFill>
                  <a:srgbClr val="000000"/>
                </a:solidFill>
                <a:effectLst/>
              </a:rPr>
              <a:t>3. </a:t>
            </a:r>
            <a:r>
              <a:rPr lang="en-US" sz="2200" b="0" i="1" u="none" strike="noStrike" dirty="0">
                <a:solidFill>
                  <a:srgbClr val="000000"/>
                </a:solidFill>
                <a:effectLst/>
              </a:rPr>
              <a:t>Q</a:t>
            </a:r>
            <a:r>
              <a:rPr lang="en-US" sz="2200" b="0" i="0" u="none" strike="noStrike" dirty="0">
                <a:solidFill>
                  <a:srgbClr val="000000"/>
                </a:solidFill>
                <a:effectLst/>
              </a:rPr>
              <a:t>1 (First Quartile): Also known as the lower quartile, </a:t>
            </a:r>
            <a:r>
              <a:rPr lang="en-US" sz="2200" b="0" i="1" u="none" strike="noStrike" dirty="0">
                <a:solidFill>
                  <a:srgbClr val="000000"/>
                </a:solidFill>
                <a:effectLst/>
              </a:rPr>
              <a:t>Q</a:t>
            </a:r>
            <a:r>
              <a:rPr lang="en-US" sz="2200" b="0" i="0" u="none" strike="noStrike" dirty="0">
                <a:solidFill>
                  <a:srgbClr val="000000"/>
                </a:solidFill>
                <a:effectLst/>
              </a:rPr>
              <a:t>1 is the median of the lower half of the data set. It separates the lowest 25% of the data from the middle 50%. </a:t>
            </a:r>
            <a:r>
              <a:rPr lang="en-US" sz="2200" b="0" i="1" u="none" strike="noStrike" dirty="0">
                <a:solidFill>
                  <a:srgbClr val="000000"/>
                </a:solidFill>
                <a:effectLst/>
              </a:rPr>
              <a:t>Q</a:t>
            </a:r>
            <a:r>
              <a:rPr lang="en-US" sz="2200" b="0" i="0" u="none" strike="noStrike" dirty="0">
                <a:solidFill>
                  <a:srgbClr val="000000"/>
                </a:solidFill>
                <a:effectLst/>
              </a:rPr>
              <a:t>3 (Third Quartile): Also known as the upper quartile, </a:t>
            </a:r>
            <a:r>
              <a:rPr lang="en-US" sz="2200" b="0" i="1" u="none" strike="noStrike" dirty="0">
                <a:solidFill>
                  <a:srgbClr val="000000"/>
                </a:solidFill>
                <a:effectLst/>
              </a:rPr>
              <a:t>Q</a:t>
            </a:r>
            <a:r>
              <a:rPr lang="en-US" sz="2200" b="0" i="0" u="none" strike="noStrike" dirty="0">
                <a:solidFill>
                  <a:srgbClr val="000000"/>
                </a:solidFill>
                <a:effectLst/>
              </a:rPr>
              <a:t>3 is the median of the upper half of the data set. It separates the middle 50% of the data from the highest 25%.</a:t>
            </a:r>
            <a:r>
              <a:rPr lang="en-US" sz="2200" dirty="0"/>
              <a:t> </a:t>
            </a:r>
            <a:endParaRPr lang="en-IN" sz="2200" dirty="0"/>
          </a:p>
        </p:txBody>
      </p:sp>
      <p:sp>
        <p:nvSpPr>
          <p:cNvPr id="2" name="Text Placeholder 1"/>
          <p:cNvSpPr>
            <a:spLocks noGrp="1"/>
          </p:cNvSpPr>
          <p:nvPr>
            <p:ph type="body" sz="quarter" idx="15"/>
          </p:nvPr>
        </p:nvSpPr>
        <p:spPr/>
        <p:txBody>
          <a:bodyPr/>
          <a:lstStyle/>
          <a:p>
            <a:pPr algn="ctr"/>
            <a:r>
              <a:rPr lang="en-US" dirty="0">
                <a:hlinkClick r:id="rId3" action="ppaction://hlinksldjump"/>
              </a:rPr>
              <a:t>Return to parent-slide containing images.</a:t>
            </a:r>
            <a:endParaRPr lang="en-IN" dirty="0">
              <a:hlinkClick r:id="rId3" action="ppaction://hlinksldjump"/>
            </a:endParaRP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85</a:t>
            </a:fld>
            <a:endParaRPr lang="en-US" sz="800" dirty="0"/>
          </a:p>
        </p:txBody>
      </p:sp>
    </p:spTree>
    <p:extLst>
      <p:ext uri="{BB962C8B-B14F-4D97-AF65-F5344CB8AC3E}">
        <p14:creationId xmlns:p14="http://schemas.microsoft.com/office/powerpoint/2010/main" val="139316657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dirty="0"/>
              <a:t>Quartiles </a:t>
            </a:r>
            <a:r>
              <a:rPr lang="en-US" sz="1000" b="0" dirty="0"/>
              <a:t>3</a:t>
            </a:r>
            <a:r>
              <a:rPr lang="en-US" sz="3000" dirty="0"/>
              <a:t> – Text Alternative</a:t>
            </a:r>
            <a:endParaRPr lang="en-IN" sz="3000" dirty="0"/>
          </a:p>
        </p:txBody>
      </p:sp>
      <p:sp>
        <p:nvSpPr>
          <p:cNvPr id="4" name="Text Placeholder 3"/>
          <p:cNvSpPr>
            <a:spLocks noGrp="1"/>
          </p:cNvSpPr>
          <p:nvPr>
            <p:ph type="body" sz="quarter" idx="14"/>
          </p:nvPr>
        </p:nvSpPr>
        <p:spPr/>
        <p:txBody>
          <a:bodyPr/>
          <a:lstStyle/>
          <a:p>
            <a:r>
              <a:rPr lang="en-US" dirty="0">
                <a:hlinkClick r:id="rId3" action="ppaction://hlinksldjump"/>
              </a:rPr>
              <a:t>Return to parent-slide containing images.</a:t>
            </a:r>
            <a:endParaRPr lang="en-IN" dirty="0">
              <a:hlinkClick r:id="rId3" action="ppaction://hlinksldjump"/>
            </a:endParaRPr>
          </a:p>
        </p:txBody>
      </p:sp>
      <p:sp>
        <p:nvSpPr>
          <p:cNvPr id="8" name="Content Placeholder 7">
            <a:extLst>
              <a:ext uri="{FF2B5EF4-FFF2-40B4-BE49-F238E27FC236}">
                <a16:creationId xmlns:a16="http://schemas.microsoft.com/office/drawing/2014/main" id="{067DE498-049D-630C-90C0-2834B18E606D}"/>
              </a:ext>
            </a:extLst>
          </p:cNvPr>
          <p:cNvSpPr>
            <a:spLocks noGrp="1"/>
          </p:cNvSpPr>
          <p:nvPr>
            <p:ph sz="quarter" idx="11"/>
          </p:nvPr>
        </p:nvSpPr>
        <p:spPr/>
        <p:txBody>
          <a:bodyPr>
            <a:normAutofit/>
          </a:bodyPr>
          <a:lstStyle/>
          <a:p>
            <a:r>
              <a:rPr lang="en-US" sz="2200" b="0" i="0" u="none" strike="noStrike" dirty="0">
                <a:solidFill>
                  <a:srgbClr val="000000"/>
                </a:solidFill>
                <a:effectLst/>
              </a:rPr>
              <a:t>Four rows, each depicting a different quartile distribution. The first row displays eight data points, with the first, second, and third quartiles (</a:t>
            </a:r>
            <a:r>
              <a:rPr lang="en-US" sz="2200" b="0" i="1" u="none" strike="noStrike" dirty="0">
                <a:solidFill>
                  <a:srgbClr val="000000"/>
                </a:solidFill>
                <a:effectLst/>
              </a:rPr>
              <a:t>Q</a:t>
            </a:r>
            <a:r>
              <a:rPr lang="en-US" sz="2200" b="0" i="0" u="none" strike="noStrike" dirty="0">
                <a:solidFill>
                  <a:srgbClr val="000000"/>
                </a:solidFill>
                <a:effectLst/>
              </a:rPr>
              <a:t>1, </a:t>
            </a:r>
            <a:r>
              <a:rPr lang="en-US" sz="2200" b="0" i="1" u="none" strike="noStrike" dirty="0">
                <a:solidFill>
                  <a:srgbClr val="000000"/>
                </a:solidFill>
                <a:effectLst/>
              </a:rPr>
              <a:t>Q</a:t>
            </a:r>
            <a:r>
              <a:rPr lang="en-US" sz="2200" b="0" i="0" u="none" strike="noStrike" dirty="0">
                <a:solidFill>
                  <a:srgbClr val="000000"/>
                </a:solidFill>
                <a:effectLst/>
              </a:rPr>
              <a:t>2, and </a:t>
            </a:r>
            <a:r>
              <a:rPr lang="en-US" sz="2200" b="0" i="1" u="none" strike="noStrike" dirty="0">
                <a:solidFill>
                  <a:srgbClr val="000000"/>
                </a:solidFill>
                <a:effectLst/>
              </a:rPr>
              <a:t>Q</a:t>
            </a:r>
            <a:r>
              <a:rPr lang="en-US" sz="2200" b="0" i="0" u="none" strike="noStrike" dirty="0">
                <a:solidFill>
                  <a:srgbClr val="000000"/>
                </a:solidFill>
                <a:effectLst/>
              </a:rPr>
              <a:t>3) positioned between specific data values. The second row shows a distribution of nine data points, with the quartiles similarly placed. The third row presents ten data points with the quartiles marked between successive data values. The fourth and final row illustrates a set of eleven data points, with the quartiles located between specific points.</a:t>
            </a:r>
            <a:r>
              <a:rPr lang="en-US" sz="2200" dirty="0"/>
              <a:t> </a:t>
            </a:r>
            <a:endParaRPr lang="en-IN" sz="2200" dirty="0"/>
          </a:p>
        </p:txBody>
      </p:sp>
      <p:sp>
        <p:nvSpPr>
          <p:cNvPr id="2" name="Text Placeholder 1"/>
          <p:cNvSpPr>
            <a:spLocks noGrp="1"/>
          </p:cNvSpPr>
          <p:nvPr>
            <p:ph type="body" sz="quarter" idx="15"/>
          </p:nvPr>
        </p:nvSpPr>
        <p:spPr/>
        <p:txBody>
          <a:bodyPr/>
          <a:lstStyle/>
          <a:p>
            <a:pPr algn="ctr"/>
            <a:r>
              <a:rPr lang="en-US" dirty="0">
                <a:hlinkClick r:id="rId3" action="ppaction://hlinksldjump"/>
              </a:rPr>
              <a:t>Return to parent-slide containing images.</a:t>
            </a:r>
            <a:endParaRPr lang="en-IN" dirty="0">
              <a:hlinkClick r:id="rId3" action="ppaction://hlinksldjump"/>
            </a:endParaRP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86</a:t>
            </a:fld>
            <a:endParaRPr lang="en-US" sz="800" dirty="0"/>
          </a:p>
        </p:txBody>
      </p:sp>
    </p:spTree>
    <p:extLst>
      <p:ext uri="{BB962C8B-B14F-4D97-AF65-F5344CB8AC3E}">
        <p14:creationId xmlns:p14="http://schemas.microsoft.com/office/powerpoint/2010/main" val="101511565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dirty="0"/>
              <a:t>Methods of Medians </a:t>
            </a:r>
            <a:r>
              <a:rPr lang="en-US" sz="1000" b="0" dirty="0"/>
              <a:t>2</a:t>
            </a:r>
            <a:r>
              <a:rPr lang="en-US" sz="3000" dirty="0"/>
              <a:t> – Text Alternative</a:t>
            </a:r>
            <a:endParaRPr lang="en-IN" sz="3000" dirty="0"/>
          </a:p>
        </p:txBody>
      </p:sp>
      <p:sp>
        <p:nvSpPr>
          <p:cNvPr id="4" name="Text Placeholder 3"/>
          <p:cNvSpPr>
            <a:spLocks noGrp="1"/>
          </p:cNvSpPr>
          <p:nvPr>
            <p:ph type="body" sz="quarter" idx="14"/>
          </p:nvPr>
        </p:nvSpPr>
        <p:spPr/>
        <p:txBody>
          <a:bodyPr/>
          <a:lstStyle/>
          <a:p>
            <a:r>
              <a:rPr lang="en-US" dirty="0">
                <a:hlinkClick r:id="rId3" action="ppaction://hlinksldjump"/>
              </a:rPr>
              <a:t>Return to parent-slide containing images.</a:t>
            </a:r>
            <a:endParaRPr lang="en-IN" dirty="0">
              <a:hlinkClick r:id="rId3" action="ppaction://hlinksldjump"/>
            </a:endParaRPr>
          </a:p>
        </p:txBody>
      </p:sp>
      <p:sp>
        <p:nvSpPr>
          <p:cNvPr id="8" name="Content Placeholder 7">
            <a:extLst>
              <a:ext uri="{FF2B5EF4-FFF2-40B4-BE49-F238E27FC236}">
                <a16:creationId xmlns:a16="http://schemas.microsoft.com/office/drawing/2014/main" id="{067DE498-049D-630C-90C0-2834B18E606D}"/>
              </a:ext>
            </a:extLst>
          </p:cNvPr>
          <p:cNvSpPr>
            <a:spLocks noGrp="1"/>
          </p:cNvSpPr>
          <p:nvPr>
            <p:ph sz="quarter" idx="11"/>
          </p:nvPr>
        </p:nvSpPr>
        <p:spPr/>
        <p:txBody>
          <a:bodyPr>
            <a:normAutofit/>
          </a:bodyPr>
          <a:lstStyle/>
          <a:p>
            <a:r>
              <a:rPr lang="en-US" b="0" i="0" u="none" strike="noStrike" dirty="0">
                <a:solidFill>
                  <a:srgbClr val="000000"/>
                </a:solidFill>
                <a:effectLst/>
              </a:rPr>
              <a:t>A financial analyst analyzes a portfolio of 12 energy equipment stocks, with data on their recent price/earnings (</a:t>
            </a:r>
            <a:r>
              <a:rPr lang="en-US" b="0" i="1" u="none" strike="noStrike" dirty="0">
                <a:solidFill>
                  <a:srgbClr val="000000"/>
                </a:solidFill>
                <a:effectLst/>
              </a:rPr>
              <a:t>P</a:t>
            </a:r>
            <a:r>
              <a:rPr lang="en-US" b="0" i="0" u="none" strike="noStrike" dirty="0">
                <a:solidFill>
                  <a:srgbClr val="000000"/>
                </a:solidFill>
                <a:effectLst/>
              </a:rPr>
              <a:t>/</a:t>
            </a:r>
            <a:r>
              <a:rPr lang="en-US" b="0" i="1" u="none" strike="noStrike" dirty="0">
                <a:solidFill>
                  <a:srgbClr val="000000"/>
                </a:solidFill>
                <a:effectLst/>
              </a:rPr>
              <a:t>E</a:t>
            </a:r>
            <a:r>
              <a:rPr lang="en-US" b="0" i="0" u="none" strike="noStrike" dirty="0">
                <a:solidFill>
                  <a:srgbClr val="000000"/>
                </a:solidFill>
                <a:effectLst/>
              </a:rPr>
              <a:t>) ratios. The data is sorted to find the quartiles. The median (</a:t>
            </a:r>
            <a:r>
              <a:rPr lang="en-US" b="0" i="1" u="none" strike="noStrike" dirty="0">
                <a:solidFill>
                  <a:srgbClr val="000000"/>
                </a:solidFill>
                <a:effectLst/>
              </a:rPr>
              <a:t>Q</a:t>
            </a:r>
            <a:r>
              <a:rPr lang="en-US" b="0" u="none" strike="noStrike" dirty="0">
                <a:solidFill>
                  <a:srgbClr val="000000"/>
                </a:solidFill>
                <a:effectLst/>
              </a:rPr>
              <a:t>2</a:t>
            </a:r>
            <a:r>
              <a:rPr lang="en-US" b="0" i="0" u="none" strike="noStrike" dirty="0">
                <a:solidFill>
                  <a:srgbClr val="000000"/>
                </a:solidFill>
                <a:effectLst/>
              </a:rPr>
              <a:t>) is found halfway between the middle two data values, and then </a:t>
            </a:r>
            <a:r>
              <a:rPr lang="en-US" b="0" i="1" u="none" strike="noStrike" dirty="0">
                <a:solidFill>
                  <a:srgbClr val="000000"/>
                </a:solidFill>
                <a:effectLst/>
              </a:rPr>
              <a:t>Q</a:t>
            </a:r>
            <a:r>
              <a:rPr lang="en-US" b="0" u="none" strike="noStrike" dirty="0">
                <a:solidFill>
                  <a:srgbClr val="000000"/>
                </a:solidFill>
                <a:effectLst/>
              </a:rPr>
              <a:t>1</a:t>
            </a:r>
            <a:r>
              <a:rPr lang="en-US" b="0" i="0" u="none" strike="noStrike" dirty="0">
                <a:solidFill>
                  <a:srgbClr val="000000"/>
                </a:solidFill>
                <a:effectLst/>
              </a:rPr>
              <a:t> and </a:t>
            </a:r>
            <a:r>
              <a:rPr lang="en-US" b="0" i="1" u="none" strike="noStrike" dirty="0">
                <a:solidFill>
                  <a:srgbClr val="000000"/>
                </a:solidFill>
                <a:effectLst/>
              </a:rPr>
              <a:t>Q</a:t>
            </a:r>
            <a:r>
              <a:rPr lang="en-US" b="0" i="0" u="none" strike="noStrike" dirty="0">
                <a:solidFill>
                  <a:srgbClr val="000000"/>
                </a:solidFill>
                <a:effectLst/>
              </a:rPr>
              <a:t>3 are found as the medians of the lower and upper halves, respectively. The sorted </a:t>
            </a:r>
            <a:r>
              <a:rPr lang="en-US" b="0" i="1" u="none" strike="noStrike" dirty="0">
                <a:solidFill>
                  <a:srgbClr val="000000"/>
                </a:solidFill>
                <a:effectLst/>
              </a:rPr>
              <a:t>P</a:t>
            </a:r>
            <a:r>
              <a:rPr lang="en-US" b="0" i="0" u="none" strike="noStrike" dirty="0">
                <a:solidFill>
                  <a:srgbClr val="000000"/>
                </a:solidFill>
                <a:effectLst/>
              </a:rPr>
              <a:t>/</a:t>
            </a:r>
            <a:r>
              <a:rPr lang="en-US" b="0" i="1" u="none" strike="noStrike" dirty="0">
                <a:solidFill>
                  <a:srgbClr val="000000"/>
                </a:solidFill>
                <a:effectLst/>
              </a:rPr>
              <a:t>E</a:t>
            </a:r>
            <a:r>
              <a:rPr lang="en-US" b="0" i="0" u="none" strike="noStrike" dirty="0">
                <a:solidFill>
                  <a:srgbClr val="000000"/>
                </a:solidFill>
                <a:effectLst/>
              </a:rPr>
              <a:t> ratios for the companies are as follows: Maverick Tube (7), B</a:t>
            </a:r>
            <a:r>
              <a:rPr lang="en-US" sz="100" b="0" i="0" u="none" strike="noStrike" dirty="0">
                <a:solidFill>
                  <a:srgbClr val="000000"/>
                </a:solidFill>
                <a:effectLst/>
              </a:rPr>
              <a:t> </a:t>
            </a:r>
            <a:r>
              <a:rPr lang="en-US" b="0" i="0" u="none" strike="noStrike" dirty="0">
                <a:solidFill>
                  <a:srgbClr val="000000"/>
                </a:solidFill>
                <a:effectLst/>
              </a:rPr>
              <a:t>J Services (22), F</a:t>
            </a:r>
            <a:r>
              <a:rPr lang="en-US" sz="100" b="0" i="0" u="none" strike="noStrike" dirty="0">
                <a:solidFill>
                  <a:srgbClr val="000000"/>
                </a:solidFill>
                <a:effectLst/>
              </a:rPr>
              <a:t> </a:t>
            </a:r>
            <a:r>
              <a:rPr lang="en-US" b="0" i="0" u="none" strike="noStrike" dirty="0">
                <a:solidFill>
                  <a:srgbClr val="000000"/>
                </a:solidFill>
                <a:effectLst/>
              </a:rPr>
              <a:t>M</a:t>
            </a:r>
            <a:r>
              <a:rPr lang="en-US" sz="100" b="0" i="0" u="none" strike="noStrike" dirty="0">
                <a:solidFill>
                  <a:srgbClr val="000000"/>
                </a:solidFill>
                <a:effectLst/>
              </a:rPr>
              <a:t> </a:t>
            </a:r>
            <a:r>
              <a:rPr lang="en-US" b="0" i="0" u="none" strike="noStrike" dirty="0">
                <a:solidFill>
                  <a:srgbClr val="000000"/>
                </a:solidFill>
                <a:effectLst/>
              </a:rPr>
              <a:t>C Technologies (25), Nabors Industries (29), Baker Hughes (31), Varco International (35), National-Oilwell (36), Smith International (36), Cooper Cameron (39), Schlumberger (42), Halliburton (46), and Transocean (49). The first quartile (</a:t>
            </a:r>
            <a:r>
              <a:rPr lang="en-US" b="0" i="1" u="none" strike="noStrike" dirty="0">
                <a:solidFill>
                  <a:srgbClr val="000000"/>
                </a:solidFill>
                <a:effectLst/>
              </a:rPr>
              <a:t>Q</a:t>
            </a:r>
            <a:r>
              <a:rPr lang="en-US" b="0" i="0" u="none" strike="noStrike" dirty="0">
                <a:solidFill>
                  <a:srgbClr val="000000"/>
                </a:solidFill>
                <a:effectLst/>
              </a:rPr>
              <a:t>1) is calculated as the average of the third and fourth values (27.0), the second quartile (</a:t>
            </a:r>
            <a:r>
              <a:rPr lang="en-US" b="0" i="1" u="none" strike="noStrike" dirty="0">
                <a:solidFill>
                  <a:srgbClr val="000000"/>
                </a:solidFill>
                <a:effectLst/>
              </a:rPr>
              <a:t>Q</a:t>
            </a:r>
            <a:r>
              <a:rPr lang="en-US" b="0" i="0" u="none" strike="noStrike" dirty="0">
                <a:solidFill>
                  <a:srgbClr val="000000"/>
                </a:solidFill>
                <a:effectLst/>
              </a:rPr>
              <a:t>2) as the average of the sixth and seventh values (35.5), and the third quartile (</a:t>
            </a:r>
            <a:r>
              <a:rPr lang="en-US" b="0" i="1" u="none" strike="noStrike" dirty="0">
                <a:solidFill>
                  <a:srgbClr val="000000"/>
                </a:solidFill>
                <a:effectLst/>
              </a:rPr>
              <a:t>Q</a:t>
            </a:r>
            <a:r>
              <a:rPr lang="en-US" b="0" i="0" u="none" strike="noStrike" dirty="0">
                <a:solidFill>
                  <a:srgbClr val="000000"/>
                </a:solidFill>
                <a:effectLst/>
              </a:rPr>
              <a:t>3) as the average of the ninth and tenth values (40.5).</a:t>
            </a:r>
            <a:endParaRPr lang="en-IN" dirty="0"/>
          </a:p>
        </p:txBody>
      </p:sp>
      <p:sp>
        <p:nvSpPr>
          <p:cNvPr id="2" name="Text Placeholder 1"/>
          <p:cNvSpPr>
            <a:spLocks noGrp="1"/>
          </p:cNvSpPr>
          <p:nvPr>
            <p:ph type="body" sz="quarter" idx="15"/>
          </p:nvPr>
        </p:nvSpPr>
        <p:spPr/>
        <p:txBody>
          <a:bodyPr/>
          <a:lstStyle/>
          <a:p>
            <a:pPr algn="ctr"/>
            <a:r>
              <a:rPr lang="en-US" dirty="0">
                <a:hlinkClick r:id="rId3" action="ppaction://hlinksldjump"/>
              </a:rPr>
              <a:t>Return to parent-slide containing images.</a:t>
            </a:r>
            <a:endParaRPr lang="en-IN" dirty="0">
              <a:hlinkClick r:id="rId3" action="ppaction://hlinksldjump"/>
            </a:endParaRP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87</a:t>
            </a:fld>
            <a:endParaRPr lang="en-US" sz="800" dirty="0"/>
          </a:p>
        </p:txBody>
      </p:sp>
    </p:spTree>
    <p:extLst>
      <p:ext uri="{BB962C8B-B14F-4D97-AF65-F5344CB8AC3E}">
        <p14:creationId xmlns:p14="http://schemas.microsoft.com/office/powerpoint/2010/main" val="354770048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dirty="0"/>
              <a:t>Box Plots </a:t>
            </a:r>
            <a:r>
              <a:rPr lang="en-US" sz="1000" b="0" dirty="0"/>
              <a:t>1</a:t>
            </a:r>
            <a:r>
              <a:rPr lang="en-US" sz="3000" dirty="0"/>
              <a:t> – Text Alternative</a:t>
            </a:r>
            <a:endParaRPr lang="en-IN" sz="3000" dirty="0"/>
          </a:p>
        </p:txBody>
      </p:sp>
      <p:sp>
        <p:nvSpPr>
          <p:cNvPr id="4" name="Text Placeholder 3"/>
          <p:cNvSpPr>
            <a:spLocks noGrp="1"/>
          </p:cNvSpPr>
          <p:nvPr>
            <p:ph type="body" sz="quarter" idx="14"/>
          </p:nvPr>
        </p:nvSpPr>
        <p:spPr/>
        <p:txBody>
          <a:bodyPr/>
          <a:lstStyle/>
          <a:p>
            <a:r>
              <a:rPr lang="en-US" dirty="0">
                <a:hlinkClick r:id="rId3" action="ppaction://hlinksldjump"/>
              </a:rPr>
              <a:t>Return to parent-slide containing images.</a:t>
            </a:r>
            <a:endParaRPr lang="en-IN" dirty="0">
              <a:hlinkClick r:id="rId3" action="ppaction://hlinksldjump"/>
            </a:endParaRPr>
          </a:p>
        </p:txBody>
      </p:sp>
      <p:sp>
        <p:nvSpPr>
          <p:cNvPr id="8" name="Content Placeholder 7">
            <a:extLst>
              <a:ext uri="{FF2B5EF4-FFF2-40B4-BE49-F238E27FC236}">
                <a16:creationId xmlns:a16="http://schemas.microsoft.com/office/drawing/2014/main" id="{067DE498-049D-630C-90C0-2834B18E606D}"/>
              </a:ext>
            </a:extLst>
          </p:cNvPr>
          <p:cNvSpPr>
            <a:spLocks noGrp="1"/>
          </p:cNvSpPr>
          <p:nvPr>
            <p:ph sz="quarter" idx="11"/>
          </p:nvPr>
        </p:nvSpPr>
        <p:spPr/>
        <p:txBody>
          <a:bodyPr>
            <a:normAutofit/>
          </a:bodyPr>
          <a:lstStyle/>
          <a:p>
            <a:r>
              <a:rPr lang="en-US" sz="2200" b="0" i="0" u="none" strike="noStrike" dirty="0">
                <a:solidFill>
                  <a:srgbClr val="000000"/>
                </a:solidFill>
                <a:effectLst/>
              </a:rPr>
              <a:t>A box plot represents the first quartile (</a:t>
            </a:r>
            <a:r>
              <a:rPr lang="en-US" sz="2200" b="0" i="1" u="none" strike="noStrike" dirty="0">
                <a:solidFill>
                  <a:srgbClr val="000000"/>
                </a:solidFill>
                <a:effectLst/>
              </a:rPr>
              <a:t>Q</a:t>
            </a:r>
            <a:r>
              <a:rPr lang="en-US" sz="2200" b="0" i="0" u="none" strike="noStrike" dirty="0">
                <a:solidFill>
                  <a:srgbClr val="000000"/>
                </a:solidFill>
                <a:effectLst/>
              </a:rPr>
              <a:t>1), the second quartile (</a:t>
            </a:r>
            <a:r>
              <a:rPr lang="en-US" sz="2200" b="0" i="1" u="none" strike="noStrike" dirty="0">
                <a:solidFill>
                  <a:srgbClr val="000000"/>
                </a:solidFill>
                <a:effectLst/>
              </a:rPr>
              <a:t>Q</a:t>
            </a:r>
            <a:r>
              <a:rPr lang="en-US" sz="2200" b="0" i="0" u="none" strike="noStrike" dirty="0">
                <a:solidFill>
                  <a:srgbClr val="000000"/>
                </a:solidFill>
                <a:effectLst/>
              </a:rPr>
              <a:t>2 or median), and the third quartile (</a:t>
            </a:r>
            <a:r>
              <a:rPr lang="en-US" sz="2200" b="0" i="1" u="none" strike="noStrike" dirty="0">
                <a:solidFill>
                  <a:srgbClr val="000000"/>
                </a:solidFill>
                <a:effectLst/>
              </a:rPr>
              <a:t>Q</a:t>
            </a:r>
            <a:r>
              <a:rPr lang="en-US" sz="2200" b="0" i="0" u="none" strike="noStrike" dirty="0">
                <a:solidFill>
                  <a:srgbClr val="000000"/>
                </a:solidFill>
                <a:effectLst/>
              </a:rPr>
              <a:t>3). The </a:t>
            </a:r>
            <a:r>
              <a:rPr lang="en-US" sz="2200" b="0" i="1" u="none" strike="noStrike" dirty="0">
                <a:solidFill>
                  <a:srgbClr val="000000"/>
                </a:solidFill>
                <a:effectLst/>
              </a:rPr>
              <a:t>Q</a:t>
            </a:r>
            <a:r>
              <a:rPr lang="en-US" sz="2200" b="0" i="0" u="none" strike="noStrike" dirty="0">
                <a:solidFill>
                  <a:srgbClr val="000000"/>
                </a:solidFill>
                <a:effectLst/>
              </a:rPr>
              <a:t>1 marks the value below which 25% of the data falls, the </a:t>
            </a:r>
            <a:r>
              <a:rPr lang="en-US" sz="2200" b="0" i="1" u="none" strike="noStrike" dirty="0">
                <a:solidFill>
                  <a:srgbClr val="000000"/>
                </a:solidFill>
                <a:effectLst/>
              </a:rPr>
              <a:t>Q</a:t>
            </a:r>
            <a:r>
              <a:rPr lang="en-US" sz="2200" b="0" i="0" u="none" strike="noStrike" dirty="0">
                <a:solidFill>
                  <a:srgbClr val="000000"/>
                </a:solidFill>
                <a:effectLst/>
              </a:rPr>
              <a:t>2 represents the middle value or the 50% mark also known as the Interquartile Range (I</a:t>
            </a:r>
            <a:r>
              <a:rPr lang="en-US" sz="100" b="0" i="0" u="none" strike="noStrike" dirty="0">
                <a:solidFill>
                  <a:srgbClr val="000000"/>
                </a:solidFill>
                <a:effectLst/>
              </a:rPr>
              <a:t> </a:t>
            </a:r>
            <a:r>
              <a:rPr lang="en-US" sz="2200" b="0" i="0" u="none" strike="noStrike" dirty="0">
                <a:solidFill>
                  <a:srgbClr val="000000"/>
                </a:solidFill>
                <a:effectLst/>
              </a:rPr>
              <a:t>Q</a:t>
            </a:r>
            <a:r>
              <a:rPr lang="en-US" sz="100" b="0" i="0" u="none" strike="noStrike" dirty="0">
                <a:solidFill>
                  <a:srgbClr val="000000"/>
                </a:solidFill>
                <a:effectLst/>
              </a:rPr>
              <a:t> </a:t>
            </a:r>
            <a:r>
              <a:rPr lang="en-US" sz="2200" b="0" i="0" u="none" strike="noStrike" dirty="0">
                <a:solidFill>
                  <a:srgbClr val="000000"/>
                </a:solidFill>
                <a:effectLst/>
              </a:rPr>
              <a:t>R), and the </a:t>
            </a:r>
            <a:r>
              <a:rPr lang="en-US" sz="2200" b="0" i="1" u="none" strike="noStrike" dirty="0">
                <a:solidFill>
                  <a:srgbClr val="000000"/>
                </a:solidFill>
                <a:effectLst/>
              </a:rPr>
              <a:t>Q</a:t>
            </a:r>
            <a:r>
              <a:rPr lang="en-US" sz="2200" b="0" i="0" u="none" strike="noStrike" dirty="0">
                <a:solidFill>
                  <a:srgbClr val="000000"/>
                </a:solidFill>
                <a:effectLst/>
              </a:rPr>
              <a:t>3 marks the value above which 25% of the data falls. These quartiles are plotted on a scale that extends from the minimum data value (</a:t>
            </a:r>
            <a:r>
              <a:rPr lang="en-US" sz="2200" b="0" i="1" u="none" strike="noStrike" dirty="0">
                <a:solidFill>
                  <a:srgbClr val="000000"/>
                </a:solidFill>
                <a:effectLst/>
              </a:rPr>
              <a:t>X</a:t>
            </a:r>
            <a:r>
              <a:rPr lang="en-US" sz="2200" b="0" i="0" u="none" strike="noStrike" dirty="0">
                <a:solidFill>
                  <a:srgbClr val="000000"/>
                </a:solidFill>
                <a:effectLst/>
              </a:rPr>
              <a:t> minimum) to the maximum data value (</a:t>
            </a:r>
            <a:r>
              <a:rPr lang="en-US" sz="2200" b="0" i="1" u="none" strike="noStrike" dirty="0">
                <a:solidFill>
                  <a:srgbClr val="000000"/>
                </a:solidFill>
                <a:effectLst/>
              </a:rPr>
              <a:t>X</a:t>
            </a:r>
            <a:r>
              <a:rPr lang="en-US" sz="2200" b="0" i="0" u="none" strike="noStrike" dirty="0">
                <a:solidFill>
                  <a:srgbClr val="000000"/>
                </a:solidFill>
                <a:effectLst/>
              </a:rPr>
              <a:t> maximum).</a:t>
            </a:r>
            <a:r>
              <a:rPr lang="en-US" sz="2200" dirty="0"/>
              <a:t> </a:t>
            </a:r>
            <a:endParaRPr lang="en-IN" sz="2200" dirty="0"/>
          </a:p>
        </p:txBody>
      </p:sp>
      <p:sp>
        <p:nvSpPr>
          <p:cNvPr id="2" name="Text Placeholder 1"/>
          <p:cNvSpPr>
            <a:spLocks noGrp="1"/>
          </p:cNvSpPr>
          <p:nvPr>
            <p:ph type="body" sz="quarter" idx="15"/>
          </p:nvPr>
        </p:nvSpPr>
        <p:spPr/>
        <p:txBody>
          <a:bodyPr/>
          <a:lstStyle/>
          <a:p>
            <a:pPr algn="ctr"/>
            <a:r>
              <a:rPr lang="en-US" dirty="0">
                <a:hlinkClick r:id="rId3" action="ppaction://hlinksldjump"/>
              </a:rPr>
              <a:t>Return to parent-slide containing images.</a:t>
            </a:r>
            <a:endParaRPr lang="en-IN" dirty="0">
              <a:hlinkClick r:id="rId3" action="ppaction://hlinksldjump"/>
            </a:endParaRP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88</a:t>
            </a:fld>
            <a:endParaRPr lang="en-US" sz="800" dirty="0"/>
          </a:p>
        </p:txBody>
      </p:sp>
    </p:spTree>
    <p:extLst>
      <p:ext uri="{BB962C8B-B14F-4D97-AF65-F5344CB8AC3E}">
        <p14:creationId xmlns:p14="http://schemas.microsoft.com/office/powerpoint/2010/main" val="379523148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dirty="0"/>
              <a:t>Box Plots </a:t>
            </a:r>
            <a:r>
              <a:rPr lang="en-US" sz="1000" b="0" dirty="0"/>
              <a:t>2</a:t>
            </a:r>
            <a:r>
              <a:rPr lang="en-US" sz="3000" dirty="0"/>
              <a:t> – Text Alternative</a:t>
            </a:r>
            <a:endParaRPr lang="en-IN" sz="3000" dirty="0"/>
          </a:p>
        </p:txBody>
      </p:sp>
      <p:sp>
        <p:nvSpPr>
          <p:cNvPr id="4" name="Text Placeholder 3"/>
          <p:cNvSpPr>
            <a:spLocks noGrp="1"/>
          </p:cNvSpPr>
          <p:nvPr>
            <p:ph type="body" sz="quarter" idx="14"/>
          </p:nvPr>
        </p:nvSpPr>
        <p:spPr/>
        <p:txBody>
          <a:bodyPr/>
          <a:lstStyle/>
          <a:p>
            <a:r>
              <a:rPr lang="en-US" dirty="0">
                <a:hlinkClick r:id="rId3" action="ppaction://hlinksldjump"/>
              </a:rPr>
              <a:t>Return to parent-slide containing images.</a:t>
            </a:r>
            <a:endParaRPr lang="en-IN" dirty="0">
              <a:hlinkClick r:id="rId3" action="ppaction://hlinksldjump"/>
            </a:endParaRPr>
          </a:p>
        </p:txBody>
      </p:sp>
      <p:sp>
        <p:nvSpPr>
          <p:cNvPr id="8" name="Content Placeholder 7">
            <a:extLst>
              <a:ext uri="{FF2B5EF4-FFF2-40B4-BE49-F238E27FC236}">
                <a16:creationId xmlns:a16="http://schemas.microsoft.com/office/drawing/2014/main" id="{067DE498-049D-630C-90C0-2834B18E606D}"/>
              </a:ext>
            </a:extLst>
          </p:cNvPr>
          <p:cNvSpPr>
            <a:spLocks noGrp="1"/>
          </p:cNvSpPr>
          <p:nvPr>
            <p:ph sz="quarter" idx="11"/>
          </p:nvPr>
        </p:nvSpPr>
        <p:spPr/>
        <p:txBody>
          <a:bodyPr>
            <a:normAutofit/>
          </a:bodyPr>
          <a:lstStyle/>
          <a:p>
            <a:r>
              <a:rPr lang="en-US" sz="2200" b="0" i="0" u="none" strike="noStrike" dirty="0">
                <a:solidFill>
                  <a:srgbClr val="000000"/>
                </a:solidFill>
                <a:effectLst/>
              </a:rPr>
              <a:t>A box plot represents four different data distributions, each with its own variability and shape. The shapes correspond to four types of distributions: Normal, Skew Left, Skew Right, and Uniform. These sample box plots are derived from four distinct populations, each with a sample size of 1,000.</a:t>
            </a:r>
            <a:r>
              <a:rPr lang="en-US" sz="2200" dirty="0"/>
              <a:t> </a:t>
            </a:r>
            <a:endParaRPr lang="en-IN" sz="2200" dirty="0"/>
          </a:p>
        </p:txBody>
      </p:sp>
      <p:sp>
        <p:nvSpPr>
          <p:cNvPr id="2" name="Text Placeholder 1"/>
          <p:cNvSpPr>
            <a:spLocks noGrp="1"/>
          </p:cNvSpPr>
          <p:nvPr>
            <p:ph type="body" sz="quarter" idx="15"/>
          </p:nvPr>
        </p:nvSpPr>
        <p:spPr/>
        <p:txBody>
          <a:bodyPr/>
          <a:lstStyle/>
          <a:p>
            <a:pPr algn="ctr"/>
            <a:r>
              <a:rPr lang="en-US" dirty="0">
                <a:hlinkClick r:id="rId3" action="ppaction://hlinksldjump"/>
              </a:rPr>
              <a:t>Return to parent-slide containing images.</a:t>
            </a:r>
            <a:endParaRPr lang="en-IN" dirty="0">
              <a:hlinkClick r:id="rId3" action="ppaction://hlinksldjump"/>
            </a:endParaRP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89</a:t>
            </a:fld>
            <a:endParaRPr lang="en-US" sz="800" dirty="0"/>
          </a:p>
        </p:txBody>
      </p:sp>
    </p:spTree>
    <p:extLst>
      <p:ext uri="{BB962C8B-B14F-4D97-AF65-F5344CB8AC3E}">
        <p14:creationId xmlns:p14="http://schemas.microsoft.com/office/powerpoint/2010/main" val="326529554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dirty="0"/>
              <a:t>Box Plots </a:t>
            </a:r>
            <a:r>
              <a:rPr lang="en-US" sz="1000" b="0" dirty="0"/>
              <a:t>3</a:t>
            </a:r>
            <a:r>
              <a:rPr lang="en-US" sz="3000" dirty="0"/>
              <a:t> – Text Alternative</a:t>
            </a:r>
            <a:endParaRPr lang="en-IN" sz="3000" dirty="0"/>
          </a:p>
        </p:txBody>
      </p:sp>
      <p:sp>
        <p:nvSpPr>
          <p:cNvPr id="4" name="Text Placeholder 3"/>
          <p:cNvSpPr>
            <a:spLocks noGrp="1"/>
          </p:cNvSpPr>
          <p:nvPr>
            <p:ph type="body" sz="quarter" idx="14"/>
          </p:nvPr>
        </p:nvSpPr>
        <p:spPr/>
        <p:txBody>
          <a:bodyPr/>
          <a:lstStyle/>
          <a:p>
            <a:r>
              <a:rPr lang="en-US" dirty="0">
                <a:hlinkClick r:id="rId3" action="ppaction://hlinksldjump"/>
              </a:rPr>
              <a:t>Return to parent-slide containing images.</a:t>
            </a:r>
            <a:endParaRPr lang="en-IN" dirty="0">
              <a:hlinkClick r:id="rId3" action="ppaction://hlinksldjump"/>
            </a:endParaRPr>
          </a:p>
        </p:txBody>
      </p:sp>
      <p:sp>
        <p:nvSpPr>
          <p:cNvPr id="8" name="Content Placeholder 7">
            <a:extLst>
              <a:ext uri="{FF2B5EF4-FFF2-40B4-BE49-F238E27FC236}">
                <a16:creationId xmlns:a16="http://schemas.microsoft.com/office/drawing/2014/main" id="{067DE498-049D-630C-90C0-2834B18E606D}"/>
              </a:ext>
            </a:extLst>
          </p:cNvPr>
          <p:cNvSpPr>
            <a:spLocks noGrp="1"/>
          </p:cNvSpPr>
          <p:nvPr>
            <p:ph sz="quarter" idx="11"/>
          </p:nvPr>
        </p:nvSpPr>
        <p:spPr/>
        <p:txBody>
          <a:bodyPr>
            <a:normAutofit/>
          </a:bodyPr>
          <a:lstStyle/>
          <a:p>
            <a:r>
              <a:rPr lang="en-US" sz="2200" b="0" i="0" u="none" strike="noStrike" dirty="0">
                <a:solidFill>
                  <a:srgbClr val="000000"/>
                </a:solidFill>
                <a:effectLst/>
              </a:rPr>
              <a:t>A calculation of the lower and upper fences of a data set. The lower fence is calculated as </a:t>
            </a:r>
            <a:r>
              <a:rPr lang="en-US" sz="2200" b="0" i="1" u="none" strike="noStrike" dirty="0">
                <a:solidFill>
                  <a:srgbClr val="000000"/>
                </a:solidFill>
                <a:effectLst/>
              </a:rPr>
              <a:t>Q</a:t>
            </a:r>
            <a:r>
              <a:rPr lang="en-US" sz="2200" b="0" i="0" u="none" strike="noStrike" dirty="0">
                <a:solidFill>
                  <a:srgbClr val="000000"/>
                </a:solidFill>
                <a:effectLst/>
              </a:rPr>
              <a:t>1 minus 1.5 times the interquartile range (</a:t>
            </a:r>
            <a:r>
              <a:rPr lang="en-US" sz="2200" b="0" i="1" u="none" strike="noStrike" dirty="0">
                <a:solidFill>
                  <a:srgbClr val="000000"/>
                </a:solidFill>
                <a:effectLst/>
              </a:rPr>
              <a:t>Q</a:t>
            </a:r>
            <a:r>
              <a:rPr lang="en-US" sz="2200" b="0" i="0" u="none" strike="noStrike" dirty="0">
                <a:solidFill>
                  <a:srgbClr val="000000"/>
                </a:solidFill>
                <a:effectLst/>
              </a:rPr>
              <a:t>3 − </a:t>
            </a:r>
            <a:r>
              <a:rPr lang="en-US" sz="2200" b="0" i="1" u="none" strike="noStrike" dirty="0">
                <a:solidFill>
                  <a:srgbClr val="000000"/>
                </a:solidFill>
                <a:effectLst/>
              </a:rPr>
              <a:t>Q</a:t>
            </a:r>
            <a:r>
              <a:rPr lang="en-US" sz="2200" b="0" i="0" u="none" strike="noStrike" dirty="0">
                <a:solidFill>
                  <a:srgbClr val="000000"/>
                </a:solidFill>
                <a:effectLst/>
              </a:rPr>
              <a:t>1), resulting in a value of 106.5. The upper fence is calculated as </a:t>
            </a:r>
            <a:r>
              <a:rPr lang="en-US" sz="2200" b="0" i="1" u="none" strike="noStrike" dirty="0">
                <a:solidFill>
                  <a:srgbClr val="000000"/>
                </a:solidFill>
                <a:effectLst/>
              </a:rPr>
              <a:t>Q</a:t>
            </a:r>
            <a:r>
              <a:rPr lang="en-US" sz="2200" b="0" i="0" u="none" strike="noStrike" dirty="0">
                <a:solidFill>
                  <a:srgbClr val="000000"/>
                </a:solidFill>
                <a:effectLst/>
              </a:rPr>
              <a:t>3 plus 1.5 times the interquartile range, resulting in a value of 262.5. A graph titled ‘Defects per 100 Vehicles’ is presented, with a scale ranging from 150 to 275 on the </a:t>
            </a:r>
            <a:r>
              <a:rPr lang="en-US" sz="2200" b="0" i="1" u="none" strike="noStrike" dirty="0">
                <a:solidFill>
                  <a:srgbClr val="000000"/>
                </a:solidFill>
                <a:effectLst/>
              </a:rPr>
              <a:t>y</a:t>
            </a:r>
            <a:r>
              <a:rPr lang="en-US" sz="2200" b="0" i="0" u="none" strike="noStrike" dirty="0">
                <a:solidFill>
                  <a:srgbClr val="000000"/>
                </a:solidFill>
                <a:effectLst/>
              </a:rPr>
              <a:t>-axis.</a:t>
            </a:r>
            <a:r>
              <a:rPr lang="en-US" sz="2200" dirty="0"/>
              <a:t> </a:t>
            </a:r>
            <a:endParaRPr lang="en-IN" sz="2200" dirty="0"/>
          </a:p>
        </p:txBody>
      </p:sp>
      <p:sp>
        <p:nvSpPr>
          <p:cNvPr id="2" name="Text Placeholder 1"/>
          <p:cNvSpPr>
            <a:spLocks noGrp="1"/>
          </p:cNvSpPr>
          <p:nvPr>
            <p:ph type="body" sz="quarter" idx="15"/>
          </p:nvPr>
        </p:nvSpPr>
        <p:spPr/>
        <p:txBody>
          <a:bodyPr/>
          <a:lstStyle/>
          <a:p>
            <a:pPr algn="ctr"/>
            <a:r>
              <a:rPr lang="en-US" dirty="0">
                <a:hlinkClick r:id="rId3" action="ppaction://hlinksldjump"/>
              </a:rPr>
              <a:t>Return to parent-slide containing images.</a:t>
            </a:r>
            <a:endParaRPr lang="en-IN" dirty="0">
              <a:hlinkClick r:id="rId3" action="ppaction://hlinksldjump"/>
            </a:endParaRP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90</a:t>
            </a:fld>
            <a:endParaRPr lang="en-US" sz="800" dirty="0"/>
          </a:p>
        </p:txBody>
      </p:sp>
    </p:spTree>
    <p:extLst>
      <p:ext uri="{BB962C8B-B14F-4D97-AF65-F5344CB8AC3E}">
        <p14:creationId xmlns:p14="http://schemas.microsoft.com/office/powerpoint/2010/main" val="20960126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dirty="0"/>
              <a:t>Correlation Coefficient </a:t>
            </a:r>
            <a:r>
              <a:rPr lang="en-US" sz="1000" b="0" dirty="0"/>
              <a:t>3</a:t>
            </a:r>
            <a:r>
              <a:rPr lang="en-US" sz="3000" dirty="0"/>
              <a:t> – Text Alternative</a:t>
            </a:r>
            <a:endParaRPr lang="en-IN" sz="3000" dirty="0"/>
          </a:p>
        </p:txBody>
      </p:sp>
      <p:sp>
        <p:nvSpPr>
          <p:cNvPr id="4" name="Text Placeholder 3"/>
          <p:cNvSpPr>
            <a:spLocks noGrp="1"/>
          </p:cNvSpPr>
          <p:nvPr>
            <p:ph type="body" sz="quarter" idx="14"/>
          </p:nvPr>
        </p:nvSpPr>
        <p:spPr/>
        <p:txBody>
          <a:bodyPr/>
          <a:lstStyle/>
          <a:p>
            <a:r>
              <a:rPr lang="en-US" dirty="0">
                <a:hlinkClick r:id="rId3" action="ppaction://hlinksldjump"/>
              </a:rPr>
              <a:t>Return to parent-slide containing images.</a:t>
            </a:r>
            <a:endParaRPr lang="en-IN" dirty="0">
              <a:hlinkClick r:id="rId3" action="ppaction://hlinksldjump"/>
            </a:endParaRPr>
          </a:p>
        </p:txBody>
      </p:sp>
      <p:sp>
        <p:nvSpPr>
          <p:cNvPr id="8" name="Content Placeholder 7">
            <a:extLst>
              <a:ext uri="{FF2B5EF4-FFF2-40B4-BE49-F238E27FC236}">
                <a16:creationId xmlns:a16="http://schemas.microsoft.com/office/drawing/2014/main" id="{067DE498-049D-630C-90C0-2834B18E606D}"/>
              </a:ext>
            </a:extLst>
          </p:cNvPr>
          <p:cNvSpPr>
            <a:spLocks noGrp="1"/>
          </p:cNvSpPr>
          <p:nvPr>
            <p:ph sz="quarter" idx="11"/>
          </p:nvPr>
        </p:nvSpPr>
        <p:spPr/>
        <p:txBody>
          <a:bodyPr>
            <a:normAutofit/>
          </a:bodyPr>
          <a:lstStyle/>
          <a:p>
            <a:r>
              <a:rPr lang="en-US" sz="2200" b="0" i="0" u="none" strike="noStrike" dirty="0">
                <a:solidFill>
                  <a:srgbClr val="000000"/>
                </a:solidFill>
                <a:effectLst/>
              </a:rPr>
              <a:t>Six scatter plots are presented, each illustrating a different correlation coefficient value. The correlation coefficients represented are </a:t>
            </a:r>
            <a:r>
              <a:rPr lang="en-US" sz="2200" b="0" i="1" u="none" strike="noStrike" dirty="0">
                <a:solidFill>
                  <a:srgbClr val="000000"/>
                </a:solidFill>
                <a:effectLst/>
              </a:rPr>
              <a:t>r</a:t>
            </a:r>
            <a:r>
              <a:rPr lang="en-US" sz="2200" b="0" i="0" u="none" strike="noStrike" dirty="0">
                <a:solidFill>
                  <a:srgbClr val="000000"/>
                </a:solidFill>
                <a:effectLst/>
              </a:rPr>
              <a:t> = 0.90, </a:t>
            </a:r>
            <a:r>
              <a:rPr lang="en-US" sz="2200" b="0" i="1" u="none" strike="noStrike" dirty="0">
                <a:solidFill>
                  <a:srgbClr val="000000"/>
                </a:solidFill>
                <a:effectLst/>
              </a:rPr>
              <a:t>r</a:t>
            </a:r>
            <a:r>
              <a:rPr lang="en-US" sz="2200" b="0" i="0" u="none" strike="noStrike" dirty="0">
                <a:solidFill>
                  <a:srgbClr val="000000"/>
                </a:solidFill>
                <a:effectLst/>
              </a:rPr>
              <a:t> = 0.50, </a:t>
            </a:r>
            <a:r>
              <a:rPr lang="en-US" sz="2200" b="0" i="1" u="none" strike="noStrike" dirty="0">
                <a:solidFill>
                  <a:srgbClr val="000000"/>
                </a:solidFill>
                <a:effectLst/>
              </a:rPr>
              <a:t>r</a:t>
            </a:r>
            <a:r>
              <a:rPr lang="en-US" sz="2200" b="0" i="0" u="none" strike="noStrike" dirty="0">
                <a:solidFill>
                  <a:srgbClr val="000000"/>
                </a:solidFill>
                <a:effectLst/>
              </a:rPr>
              <a:t> = 0.0, </a:t>
            </a:r>
            <a:r>
              <a:rPr lang="en-US" sz="2200" b="0" i="1" u="none" strike="noStrike" dirty="0">
                <a:solidFill>
                  <a:srgbClr val="000000"/>
                </a:solidFill>
                <a:effectLst/>
              </a:rPr>
              <a:t>r</a:t>
            </a:r>
            <a:r>
              <a:rPr lang="en-US" sz="2200" b="0" i="0" u="none" strike="noStrike" dirty="0">
                <a:solidFill>
                  <a:srgbClr val="000000"/>
                </a:solidFill>
                <a:effectLst/>
              </a:rPr>
              <a:t> = −0.90, </a:t>
            </a:r>
            <a:r>
              <a:rPr lang="en-US" sz="2200" b="0" i="1" u="none" strike="noStrike" dirty="0">
                <a:solidFill>
                  <a:srgbClr val="000000"/>
                </a:solidFill>
                <a:effectLst/>
              </a:rPr>
              <a:t>r</a:t>
            </a:r>
            <a:r>
              <a:rPr lang="en-US" sz="2200" b="0" i="0" u="none" strike="noStrike" dirty="0">
                <a:solidFill>
                  <a:srgbClr val="000000"/>
                </a:solidFill>
                <a:effectLst/>
              </a:rPr>
              <a:t> = −0.50, and </a:t>
            </a:r>
            <a:r>
              <a:rPr lang="en-US" sz="2200" b="0" i="1" u="none" strike="noStrike" dirty="0">
                <a:solidFill>
                  <a:srgbClr val="000000"/>
                </a:solidFill>
                <a:effectLst/>
              </a:rPr>
              <a:t>r</a:t>
            </a:r>
            <a:r>
              <a:rPr lang="en-US" sz="2200" b="0" i="0" u="none" strike="noStrike" dirty="0">
                <a:solidFill>
                  <a:srgbClr val="000000"/>
                </a:solidFill>
                <a:effectLst/>
              </a:rPr>
              <a:t> = 0.0. Each plot visualizes the relationship between two variables, with the correlation coefficient.</a:t>
            </a:r>
            <a:r>
              <a:rPr lang="en-US" sz="2200" dirty="0"/>
              <a:t> </a:t>
            </a:r>
            <a:endParaRPr lang="en-IN" sz="2200" dirty="0"/>
          </a:p>
        </p:txBody>
      </p:sp>
      <p:sp>
        <p:nvSpPr>
          <p:cNvPr id="2" name="Text Placeholder 1"/>
          <p:cNvSpPr>
            <a:spLocks noGrp="1"/>
          </p:cNvSpPr>
          <p:nvPr>
            <p:ph type="body" sz="quarter" idx="15"/>
          </p:nvPr>
        </p:nvSpPr>
        <p:spPr/>
        <p:txBody>
          <a:bodyPr/>
          <a:lstStyle/>
          <a:p>
            <a:pPr algn="ctr"/>
            <a:r>
              <a:rPr lang="en-US" dirty="0">
                <a:hlinkClick r:id="rId3" action="ppaction://hlinksldjump"/>
              </a:rPr>
              <a:t>Return to parent-slide containing images.</a:t>
            </a:r>
            <a:endParaRPr lang="en-IN" dirty="0">
              <a:hlinkClick r:id="rId3" action="ppaction://hlinksldjump"/>
            </a:endParaRP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91</a:t>
            </a:fld>
            <a:endParaRPr lang="en-US" sz="800" dirty="0"/>
          </a:p>
        </p:txBody>
      </p:sp>
    </p:spTree>
    <p:extLst>
      <p:ext uri="{BB962C8B-B14F-4D97-AF65-F5344CB8AC3E}">
        <p14:creationId xmlns:p14="http://schemas.microsoft.com/office/powerpoint/2010/main" val="62062095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dirty="0"/>
              <a:t>Skewness </a:t>
            </a:r>
            <a:r>
              <a:rPr lang="en-US" sz="1000" b="0" dirty="0"/>
              <a:t>2</a:t>
            </a:r>
            <a:r>
              <a:rPr lang="en-US" sz="3000" dirty="0"/>
              <a:t> – Text Alternative</a:t>
            </a:r>
            <a:endParaRPr lang="en-IN" sz="3000" dirty="0"/>
          </a:p>
        </p:txBody>
      </p:sp>
      <p:sp>
        <p:nvSpPr>
          <p:cNvPr id="4" name="Text Placeholder 3"/>
          <p:cNvSpPr>
            <a:spLocks noGrp="1"/>
          </p:cNvSpPr>
          <p:nvPr>
            <p:ph type="body" sz="quarter" idx="14"/>
          </p:nvPr>
        </p:nvSpPr>
        <p:spPr/>
        <p:txBody>
          <a:bodyPr/>
          <a:lstStyle/>
          <a:p>
            <a:r>
              <a:rPr lang="en-US" dirty="0">
                <a:hlinkClick r:id="rId3" action="ppaction://hlinksldjump"/>
              </a:rPr>
              <a:t>Return to parent-slide containing images.</a:t>
            </a:r>
            <a:endParaRPr lang="en-IN" dirty="0">
              <a:hlinkClick r:id="rId3" action="ppaction://hlinksldjump"/>
            </a:endParaRPr>
          </a:p>
        </p:txBody>
      </p:sp>
      <p:sp>
        <p:nvSpPr>
          <p:cNvPr id="8" name="Content Placeholder 7">
            <a:extLst>
              <a:ext uri="{FF2B5EF4-FFF2-40B4-BE49-F238E27FC236}">
                <a16:creationId xmlns:a16="http://schemas.microsoft.com/office/drawing/2014/main" id="{067DE498-049D-630C-90C0-2834B18E606D}"/>
              </a:ext>
            </a:extLst>
          </p:cNvPr>
          <p:cNvSpPr>
            <a:spLocks noGrp="1"/>
          </p:cNvSpPr>
          <p:nvPr>
            <p:ph sz="quarter" idx="11"/>
          </p:nvPr>
        </p:nvSpPr>
        <p:spPr/>
        <p:txBody>
          <a:bodyPr>
            <a:normAutofit/>
          </a:bodyPr>
          <a:lstStyle/>
          <a:p>
            <a:r>
              <a:rPr lang="en-US" b="0" i="0" u="none" strike="noStrike" dirty="0">
                <a:solidFill>
                  <a:srgbClr val="000000"/>
                </a:solidFill>
                <a:effectLst/>
              </a:rPr>
              <a:t>For the first image, three histograms are presented under the title ‘Skewness Prototype Populations’, each illustrating a different type of skewness. The first histogram is skewed to the left, indicating a skewness value less than 0. The second histogram shows a normal distribution, where the skewness equals 0. The third histogram is skewed to the right, indicating a skewness value greater than 0. The base scale of the histograms labels the left of the symmetric as ‘Skewed Left’ and the right of the symmetric as ‘Skewed Right’.</a:t>
            </a:r>
          </a:p>
          <a:p>
            <a:r>
              <a:rPr lang="en-US" b="0" i="0" u="none" strike="noStrike" dirty="0">
                <a:solidFill>
                  <a:srgbClr val="000000"/>
                </a:solidFill>
                <a:effectLst/>
              </a:rPr>
              <a:t>For the second image, </a:t>
            </a:r>
            <a:r>
              <a:rPr lang="en-US" dirty="0"/>
              <a:t>an illustration of a range scale. The center part of the scale is labeled ‘Symmetric’. To the left of the ‘Symmetric’ section, it’s labeled as ‘Skewed Left’, indicating a distribution that tails off to the left. To the right, it’s labeled as ‘Skewed Right’, indicating a distribution that tails off to the right. Within the ‘Symmetric’ section, there are two vertical lines marking the boundaries of this section. The line on the left is titled ‘Lower Limit’, and the line on the right is titled ‘Upper Limit’.</a:t>
            </a:r>
            <a:endParaRPr lang="en-IN" dirty="0"/>
          </a:p>
        </p:txBody>
      </p:sp>
      <p:sp>
        <p:nvSpPr>
          <p:cNvPr id="2" name="Text Placeholder 1"/>
          <p:cNvSpPr>
            <a:spLocks noGrp="1"/>
          </p:cNvSpPr>
          <p:nvPr>
            <p:ph type="body" sz="quarter" idx="15"/>
          </p:nvPr>
        </p:nvSpPr>
        <p:spPr/>
        <p:txBody>
          <a:bodyPr/>
          <a:lstStyle/>
          <a:p>
            <a:pPr algn="ctr"/>
            <a:r>
              <a:rPr lang="en-US" dirty="0">
                <a:hlinkClick r:id="rId3" action="ppaction://hlinksldjump"/>
              </a:rPr>
              <a:t>Return to parent-slide containing images.</a:t>
            </a:r>
            <a:endParaRPr lang="en-IN" dirty="0">
              <a:hlinkClick r:id="rId3" action="ppaction://hlinksldjump"/>
            </a:endParaRP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92</a:t>
            </a:fld>
            <a:endParaRPr lang="en-US" sz="800" dirty="0"/>
          </a:p>
        </p:txBody>
      </p:sp>
    </p:spTree>
    <p:extLst>
      <p:ext uri="{BB962C8B-B14F-4D97-AF65-F5344CB8AC3E}">
        <p14:creationId xmlns:p14="http://schemas.microsoft.com/office/powerpoint/2010/main" val="319459723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Autofit/>
          </a:bodyPr>
          <a:lstStyle/>
          <a:p>
            <a:r>
              <a:rPr lang="en-US" sz="3000" dirty="0"/>
              <a:t>Kurtosis </a:t>
            </a:r>
            <a:r>
              <a:rPr lang="en-US" sz="1000" b="0" dirty="0"/>
              <a:t>2</a:t>
            </a:r>
            <a:r>
              <a:rPr lang="en-US" sz="3000" dirty="0"/>
              <a:t> – Text Alternative</a:t>
            </a:r>
            <a:endParaRPr lang="en-IN" sz="3000" dirty="0"/>
          </a:p>
        </p:txBody>
      </p:sp>
      <p:sp>
        <p:nvSpPr>
          <p:cNvPr id="4" name="Text Placeholder 3"/>
          <p:cNvSpPr>
            <a:spLocks noGrp="1"/>
          </p:cNvSpPr>
          <p:nvPr>
            <p:ph type="body" sz="quarter" idx="14"/>
          </p:nvPr>
        </p:nvSpPr>
        <p:spPr/>
        <p:txBody>
          <a:bodyPr/>
          <a:lstStyle/>
          <a:p>
            <a:r>
              <a:rPr lang="en-US" dirty="0">
                <a:hlinkClick r:id="rId3" action="ppaction://hlinksldjump"/>
              </a:rPr>
              <a:t>Return to parent-slide containing images.</a:t>
            </a:r>
            <a:endParaRPr lang="en-IN" dirty="0">
              <a:hlinkClick r:id="rId3" action="ppaction://hlinksldjump"/>
            </a:endParaRPr>
          </a:p>
        </p:txBody>
      </p:sp>
      <p:sp>
        <p:nvSpPr>
          <p:cNvPr id="8" name="Content Placeholder 7">
            <a:extLst>
              <a:ext uri="{FF2B5EF4-FFF2-40B4-BE49-F238E27FC236}">
                <a16:creationId xmlns:a16="http://schemas.microsoft.com/office/drawing/2014/main" id="{067DE498-049D-630C-90C0-2834B18E606D}"/>
              </a:ext>
            </a:extLst>
          </p:cNvPr>
          <p:cNvSpPr>
            <a:spLocks noGrp="1"/>
          </p:cNvSpPr>
          <p:nvPr>
            <p:ph sz="quarter" idx="11"/>
          </p:nvPr>
        </p:nvSpPr>
        <p:spPr/>
        <p:txBody>
          <a:bodyPr>
            <a:normAutofit/>
          </a:bodyPr>
          <a:lstStyle/>
          <a:p>
            <a:r>
              <a:rPr lang="en-US" sz="2200" b="0" i="0" u="none" strike="noStrike" dirty="0">
                <a:solidFill>
                  <a:srgbClr val="000000"/>
                </a:solidFill>
                <a:effectLst/>
              </a:rPr>
              <a:t>Three histograms are presented, each representing a different type of kurtosis. The first histogram is labeled ‘Platykurtic’, characterized by heavier tails and a kurtosis value less than 0. The second histogram is ‘Mesokurtic’, depicting a normal peak with a kurtosis value equal to 0. The third histogram is ‘Leptokurtic’, featuring a sharper peak with a kurtosis value greater than 0.</a:t>
            </a:r>
            <a:r>
              <a:rPr lang="en-US" sz="2200" dirty="0"/>
              <a:t> </a:t>
            </a:r>
            <a:endParaRPr lang="en-IN" sz="2200" dirty="0"/>
          </a:p>
        </p:txBody>
      </p:sp>
      <p:sp>
        <p:nvSpPr>
          <p:cNvPr id="2" name="Text Placeholder 1"/>
          <p:cNvSpPr>
            <a:spLocks noGrp="1"/>
          </p:cNvSpPr>
          <p:nvPr>
            <p:ph type="body" sz="quarter" idx="15"/>
          </p:nvPr>
        </p:nvSpPr>
        <p:spPr/>
        <p:txBody>
          <a:bodyPr/>
          <a:lstStyle/>
          <a:p>
            <a:pPr algn="ctr"/>
            <a:r>
              <a:rPr lang="en-US" dirty="0">
                <a:hlinkClick r:id="rId3" action="ppaction://hlinksldjump"/>
              </a:rPr>
              <a:t>Return to parent-slide containing images.</a:t>
            </a:r>
            <a:endParaRPr lang="en-IN" dirty="0">
              <a:hlinkClick r:id="rId3" action="ppaction://hlinksldjump"/>
            </a:endParaRPr>
          </a:p>
        </p:txBody>
      </p:sp>
      <p:sp>
        <p:nvSpPr>
          <p:cNvPr id="3" name="Slide Number Placeholder 2"/>
          <p:cNvSpPr>
            <a:spLocks noGrp="1"/>
          </p:cNvSpPr>
          <p:nvPr>
            <p:ph type="sldNum" sz="quarter" idx="10"/>
          </p:nvPr>
        </p:nvSpPr>
        <p:spPr/>
        <p:txBody>
          <a:bodyPr/>
          <a:lstStyle/>
          <a:p>
            <a:fld id="{68151E55-6873-49E2-B8D5-2F265E6F1973}" type="slidenum">
              <a:rPr lang="en-US" sz="800" smtClean="0"/>
              <a:pPr/>
              <a:t>93</a:t>
            </a:fld>
            <a:endParaRPr lang="en-US" sz="800" dirty="0"/>
          </a:p>
        </p:txBody>
      </p:sp>
    </p:spTree>
    <p:extLst>
      <p:ext uri="{BB962C8B-B14F-4D97-AF65-F5344CB8AC3E}">
        <p14:creationId xmlns:p14="http://schemas.microsoft.com/office/powerpoint/2010/main" val="3602277501"/>
      </p:ext>
    </p:extLst>
  </p:cSld>
  <p:clrMapOvr>
    <a:masterClrMapping/>
  </p:clrMapOvr>
</p:sld>
</file>

<file path=ppt/theme/theme1.xml><?xml version="1.0" encoding="utf-8"?>
<a:theme xmlns:a="http://schemas.openxmlformats.org/drawingml/2006/main" name="Title Slides Master">
  <a:themeElements>
    <a:clrScheme name="Custom 2">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84F6219E-3D47-41AC-9893-1108D06AA07D}"/>
    </a:ext>
  </a:extLst>
</a:theme>
</file>

<file path=ppt/theme/theme2.xml><?xml version="1.0" encoding="utf-8"?>
<a:theme xmlns:a="http://schemas.openxmlformats.org/drawingml/2006/main" name="MainContentSlideMaster">
  <a:themeElements>
    <a:clrScheme name="Custom 164">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B385948E-CF34-4CE8-9AC7-28DE40FDC656}"/>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FEE61EC3-6634-45B5-BF77-FBC9B835BC79}"/>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A15A20A0-BEE6-47A5-BC6B-F87134FBF13C}"/>
    </a:ext>
  </a:extLst>
</a:theme>
</file>

<file path=ppt/theme/theme5.xml><?xml version="1.0" encoding="utf-8"?>
<a:theme xmlns:a="http://schemas.openxmlformats.org/drawingml/2006/main" name="ImageDescriptionAppendixSlideMaster">
  <a:themeElements>
    <a:clrScheme name="Custom 163">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22313DF8-AA3F-4A8D-9652-6DDC53D759E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Nickels_UB13e_PPT_Instructor_Ch03</Template>
  <TotalTime>13142</TotalTime>
  <Words>8212</Words>
  <Application>Microsoft Office PowerPoint</Application>
  <PresentationFormat>On-screen Show (4:3)</PresentationFormat>
  <Paragraphs>914</Paragraphs>
  <Slides>93</Slides>
  <Notes>21</Notes>
  <HiddenSlides>19</HiddenSlides>
  <MMClips>0</MMClips>
  <ScaleCrop>false</ScaleCrop>
  <HeadingPairs>
    <vt:vector size="8" baseType="variant">
      <vt:variant>
        <vt:lpstr>Fonts Used</vt:lpstr>
      </vt:variant>
      <vt:variant>
        <vt:i4>2</vt:i4>
      </vt:variant>
      <vt:variant>
        <vt:lpstr>Theme</vt:lpstr>
      </vt:variant>
      <vt:variant>
        <vt:i4>5</vt:i4>
      </vt:variant>
      <vt:variant>
        <vt:lpstr>Embedded OLE Servers</vt:lpstr>
      </vt:variant>
      <vt:variant>
        <vt:i4>1</vt:i4>
      </vt:variant>
      <vt:variant>
        <vt:lpstr>Slide Titles</vt:lpstr>
      </vt:variant>
      <vt:variant>
        <vt:i4>93</vt:i4>
      </vt:variant>
    </vt:vector>
  </HeadingPairs>
  <TitlesOfParts>
    <vt:vector size="101" baseType="lpstr">
      <vt:lpstr>Arial</vt:lpstr>
      <vt:lpstr>Calibri</vt:lpstr>
      <vt:lpstr>Title Slides Master</vt:lpstr>
      <vt:lpstr>MainContentSlideMaster</vt:lpstr>
      <vt:lpstr>ClosingMaster</vt:lpstr>
      <vt:lpstr>DividerSlideMaster</vt:lpstr>
      <vt:lpstr>ImageDescriptionAppendixSlideMaster</vt:lpstr>
      <vt:lpstr>Equation</vt:lpstr>
      <vt:lpstr>Chapter 4</vt:lpstr>
      <vt:lpstr>Learning Objectives</vt:lpstr>
      <vt:lpstr>Numerical Description 1</vt:lpstr>
      <vt:lpstr>Numerical Description 2</vt:lpstr>
      <vt:lpstr>Numerical Data Example 1</vt:lpstr>
      <vt:lpstr>Numerical Data Example 2</vt:lpstr>
      <vt:lpstr>Measures of Center</vt:lpstr>
      <vt:lpstr>Mean</vt:lpstr>
      <vt:lpstr>Characteristics of the Mean</vt:lpstr>
      <vt:lpstr>Median</vt:lpstr>
      <vt:lpstr>Mode</vt:lpstr>
      <vt:lpstr>Shape 1</vt:lpstr>
      <vt:lpstr>Shape 2</vt:lpstr>
      <vt:lpstr>Geometric Mean</vt:lpstr>
      <vt:lpstr>Growth Rates</vt:lpstr>
      <vt:lpstr>Midrange</vt:lpstr>
      <vt:lpstr>Trimmed Mean</vt:lpstr>
      <vt:lpstr>Measures of Central Tendency</vt:lpstr>
      <vt:lpstr>Measures of Variability 1</vt:lpstr>
      <vt:lpstr>Measures of Variability 2</vt:lpstr>
      <vt:lpstr>Range</vt:lpstr>
      <vt:lpstr>Variance</vt:lpstr>
      <vt:lpstr>Standard Deviation 1</vt:lpstr>
      <vt:lpstr>Standard Deviation 2</vt:lpstr>
      <vt:lpstr>Coefficient of Variation</vt:lpstr>
      <vt:lpstr>Mean Absolute Deviation</vt:lpstr>
      <vt:lpstr>Chebyshev’s Theorem</vt:lpstr>
      <vt:lpstr>Empirical Rule 1</vt:lpstr>
      <vt:lpstr>Empirical Rule 2</vt:lpstr>
      <vt:lpstr>Standardized Data</vt:lpstr>
      <vt:lpstr>Unusual Observations</vt:lpstr>
      <vt:lpstr>Estimating Sigma</vt:lpstr>
      <vt:lpstr>Percentiles 1</vt:lpstr>
      <vt:lpstr>Percentiles 2</vt:lpstr>
      <vt:lpstr>Quartiles 1</vt:lpstr>
      <vt:lpstr>Quartiles 2</vt:lpstr>
      <vt:lpstr>Quartiles 3</vt:lpstr>
      <vt:lpstr>Methods of Medians 1</vt:lpstr>
      <vt:lpstr>Methods of Medians 2</vt:lpstr>
      <vt:lpstr>Box Plots 1</vt:lpstr>
      <vt:lpstr>Box Plots 2</vt:lpstr>
      <vt:lpstr>Box Plots 3</vt:lpstr>
      <vt:lpstr>Box Plots 4</vt:lpstr>
      <vt:lpstr>Covariance</vt:lpstr>
      <vt:lpstr>Correlation Coefficient 1</vt:lpstr>
      <vt:lpstr>Correlation Coefficient 2</vt:lpstr>
      <vt:lpstr>Correlation Coefficient 3</vt:lpstr>
      <vt:lpstr>Weighted Mean</vt:lpstr>
      <vt:lpstr>Group Mean</vt:lpstr>
      <vt:lpstr>Group Standard Deviation</vt:lpstr>
      <vt:lpstr>Grouped Data</vt:lpstr>
      <vt:lpstr>Skewness 1</vt:lpstr>
      <vt:lpstr>Skewness 2</vt:lpstr>
      <vt:lpstr>Skewness 3</vt:lpstr>
      <vt:lpstr>Kurtosis 1</vt:lpstr>
      <vt:lpstr>Kurtosis 2</vt:lpstr>
      <vt:lpstr>Kurtosis 1</vt:lpstr>
      <vt:lpstr>Chapter 4: Practice Problems</vt:lpstr>
      <vt:lpstr>Question 1</vt:lpstr>
      <vt:lpstr>Question 12</vt:lpstr>
      <vt:lpstr>Question 22</vt:lpstr>
      <vt:lpstr>Question 30</vt:lpstr>
      <vt:lpstr>Question 32</vt:lpstr>
      <vt:lpstr>Question 41</vt:lpstr>
      <vt:lpstr>Question 46</vt:lpstr>
      <vt:lpstr>Question 49</vt:lpstr>
      <vt:lpstr>Question 52</vt:lpstr>
      <vt:lpstr>Chapter 4: Analytics in Action</vt:lpstr>
      <vt:lpstr>Analytics in Action 1</vt:lpstr>
      <vt:lpstr>Analytics in Action 2</vt:lpstr>
      <vt:lpstr>Analytics in Action 3</vt:lpstr>
      <vt:lpstr>Analytics in Action 4</vt:lpstr>
      <vt:lpstr>Analytics in Action 5</vt:lpstr>
      <vt:lpstr>End of Main Content</vt:lpstr>
      <vt:lpstr>Accessibility Content: Text Alternatives for Images</vt:lpstr>
      <vt:lpstr>Numerical Data Example 2 – Text Alternative</vt:lpstr>
      <vt:lpstr>Characteristics of the Mean – Text Alternative</vt:lpstr>
      <vt:lpstr>Median – Text Alternative</vt:lpstr>
      <vt:lpstr>Shape 1 – Text Alternative</vt:lpstr>
      <vt:lpstr>Shape 2 – Text Alternative</vt:lpstr>
      <vt:lpstr>Measures of Variability 1 – Text Alternative</vt:lpstr>
      <vt:lpstr>Empirical Rule 1 – Text Alternative</vt:lpstr>
      <vt:lpstr>Empirical Rule 2 – Text Alternative</vt:lpstr>
      <vt:lpstr>Quartiles 1 – Text Alternative</vt:lpstr>
      <vt:lpstr>Quartiles 2 – Text Alternative</vt:lpstr>
      <vt:lpstr>Quartiles 3 – Text Alternative</vt:lpstr>
      <vt:lpstr>Methods of Medians 2 – Text Alternative</vt:lpstr>
      <vt:lpstr>Box Plots 1 – Text Alternative</vt:lpstr>
      <vt:lpstr>Box Plots 2 – Text Alternative</vt:lpstr>
      <vt:lpstr>Box Plots 3 – Text Alternative</vt:lpstr>
      <vt:lpstr>Correlation Coefficient 3 – Text Alternative</vt:lpstr>
      <vt:lpstr>Skewness 2 – Text Alternative</vt:lpstr>
      <vt:lpstr>Kurtosis 2 – Text Alternative</vt:lpstr>
    </vt:vector>
  </TitlesOfParts>
  <Company>McGraw Hill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dc:title>
  <dc:creator/>
  <cp:keywords/>
  <cp:lastModifiedBy>David Doane</cp:lastModifiedBy>
  <cp:revision>3182</cp:revision>
  <dcterms:created xsi:type="dcterms:W3CDTF">2020-12-08T04:00:13Z</dcterms:created>
  <dcterms:modified xsi:type="dcterms:W3CDTF">2025-08-11T17:31:08Z</dcterms:modified>
</cp:coreProperties>
</file>